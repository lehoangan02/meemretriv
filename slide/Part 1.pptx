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37.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32.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86" r:id="rId4"/>
    <p:sldMasterId id="2147483687"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Lst>
  <p:sldSz cy="5143500" cx="9144000"/>
  <p:notesSz cx="6858000" cy="9144000"/>
  <p:embeddedFontLst>
    <p:embeddedFont>
      <p:font typeface="Inter"/>
      <p:regular r:id="rId27"/>
      <p:bold r:id="rId28"/>
      <p:italic r:id="rId29"/>
      <p:boldItalic r:id="rId30"/>
    </p:embeddedFont>
    <p:embeddedFont>
      <p:font typeface="Bebas Neue"/>
      <p:regular r:id="rId31"/>
    </p:embeddedFont>
    <p:embeddedFont>
      <p:font typeface="Barlow"/>
      <p:regular r:id="rId32"/>
      <p:bold r:id="rId33"/>
      <p:italic r:id="rId34"/>
      <p:boldItalic r:id="rId3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font" Target="fonts/Inter-bold.fntdata"/><Relationship Id="rId27" Type="http://schemas.openxmlformats.org/officeDocument/2006/relationships/font" Target="fonts/Inter-regular.fntdata"/><Relationship Id="rId5" Type="http://schemas.openxmlformats.org/officeDocument/2006/relationships/slideMaster" Target="slideMasters/slideMaster2.xml"/><Relationship Id="rId6" Type="http://schemas.openxmlformats.org/officeDocument/2006/relationships/notesMaster" Target="notesMasters/notesMaster1.xml"/><Relationship Id="rId29" Type="http://schemas.openxmlformats.org/officeDocument/2006/relationships/font" Target="fonts/Inter-italic.fntdata"/><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font" Target="fonts/BebasNeue-regular.fntdata"/><Relationship Id="rId30" Type="http://schemas.openxmlformats.org/officeDocument/2006/relationships/font" Target="fonts/Inter-boldItalic.fntdata"/><Relationship Id="rId11" Type="http://schemas.openxmlformats.org/officeDocument/2006/relationships/slide" Target="slides/slide5.xml"/><Relationship Id="rId33" Type="http://schemas.openxmlformats.org/officeDocument/2006/relationships/font" Target="fonts/Barlow-bold.fntdata"/><Relationship Id="rId10" Type="http://schemas.openxmlformats.org/officeDocument/2006/relationships/slide" Target="slides/slide4.xml"/><Relationship Id="rId32" Type="http://schemas.openxmlformats.org/officeDocument/2006/relationships/font" Target="fonts/Barlow-regular.fntdata"/><Relationship Id="rId13" Type="http://schemas.openxmlformats.org/officeDocument/2006/relationships/slide" Target="slides/slide7.xml"/><Relationship Id="rId35" Type="http://schemas.openxmlformats.org/officeDocument/2006/relationships/font" Target="fonts/Barlow-boldItalic.fntdata"/><Relationship Id="rId12" Type="http://schemas.openxmlformats.org/officeDocument/2006/relationships/slide" Target="slides/slide6.xml"/><Relationship Id="rId34" Type="http://schemas.openxmlformats.org/officeDocument/2006/relationships/font" Target="fonts/Barlow-italic.fntdata"/><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7" name="Shape 1207"/>
        <p:cNvGrpSpPr/>
        <p:nvPr/>
      </p:nvGrpSpPr>
      <p:grpSpPr>
        <a:xfrm>
          <a:off x="0" y="0"/>
          <a:ext cx="0" cy="0"/>
          <a:chOff x="0" y="0"/>
          <a:chExt cx="0" cy="0"/>
        </a:xfrm>
      </p:grpSpPr>
      <p:sp>
        <p:nvSpPr>
          <p:cNvPr id="1208" name="Google Shape;1208;g4dfce81f19_0_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09" name="Google Shape;1209;g4dfce81f19_0_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3" name="Shape 1213"/>
        <p:cNvGrpSpPr/>
        <p:nvPr/>
      </p:nvGrpSpPr>
      <p:grpSpPr>
        <a:xfrm>
          <a:off x="0" y="0"/>
          <a:ext cx="0" cy="0"/>
          <a:chOff x="0" y="0"/>
          <a:chExt cx="0" cy="0"/>
        </a:xfrm>
      </p:grpSpPr>
      <p:sp>
        <p:nvSpPr>
          <p:cNvPr id="1214" name="Google Shape;1214;g2885a984a71_5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15" name="Google Shape;1215;g2885a984a71_5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4" name="Shape 1244"/>
        <p:cNvGrpSpPr/>
        <p:nvPr/>
      </p:nvGrpSpPr>
      <p:grpSpPr>
        <a:xfrm>
          <a:off x="0" y="0"/>
          <a:ext cx="0" cy="0"/>
          <a:chOff x="0" y="0"/>
          <a:chExt cx="0" cy="0"/>
        </a:xfrm>
      </p:grpSpPr>
      <p:sp>
        <p:nvSpPr>
          <p:cNvPr id="1245" name="Google Shape;1245;g3b2db6c2aae_0_1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46" name="Google Shape;1246;g3b2db6c2aae_0_1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0" name="Shape 1250"/>
        <p:cNvGrpSpPr/>
        <p:nvPr/>
      </p:nvGrpSpPr>
      <p:grpSpPr>
        <a:xfrm>
          <a:off x="0" y="0"/>
          <a:ext cx="0" cy="0"/>
          <a:chOff x="0" y="0"/>
          <a:chExt cx="0" cy="0"/>
        </a:xfrm>
      </p:grpSpPr>
      <p:sp>
        <p:nvSpPr>
          <p:cNvPr id="1251" name="Google Shape;1251;g3b2db6c2aae_0_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52" name="Google Shape;1252;g3b2db6c2aae_0_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8" name="Shape 1258"/>
        <p:cNvGrpSpPr/>
        <p:nvPr/>
      </p:nvGrpSpPr>
      <p:grpSpPr>
        <a:xfrm>
          <a:off x="0" y="0"/>
          <a:ext cx="0" cy="0"/>
          <a:chOff x="0" y="0"/>
          <a:chExt cx="0" cy="0"/>
        </a:xfrm>
      </p:grpSpPr>
      <p:sp>
        <p:nvSpPr>
          <p:cNvPr id="1259" name="Google Shape;1259;g54dda1946d_6_3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60" name="Google Shape;1260;g54dda1946d_6_3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4" name="Shape 1294"/>
        <p:cNvGrpSpPr/>
        <p:nvPr/>
      </p:nvGrpSpPr>
      <p:grpSpPr>
        <a:xfrm>
          <a:off x="0" y="0"/>
          <a:ext cx="0" cy="0"/>
          <a:chOff x="0" y="0"/>
          <a:chExt cx="0" cy="0"/>
        </a:xfrm>
      </p:grpSpPr>
      <p:sp>
        <p:nvSpPr>
          <p:cNvPr id="1295" name="Google Shape;1295;g3b2db6c2aae_11_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96" name="Google Shape;1296;g3b2db6c2aae_11_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1" name="Shape 1301"/>
        <p:cNvGrpSpPr/>
        <p:nvPr/>
      </p:nvGrpSpPr>
      <p:grpSpPr>
        <a:xfrm>
          <a:off x="0" y="0"/>
          <a:ext cx="0" cy="0"/>
          <a:chOff x="0" y="0"/>
          <a:chExt cx="0" cy="0"/>
        </a:xfrm>
      </p:grpSpPr>
      <p:sp>
        <p:nvSpPr>
          <p:cNvPr id="1302" name="Google Shape;1302;g3b2db6c2aae_0_11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03" name="Google Shape;1303;g3b2db6c2aae_0_1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8" name="Shape 1308"/>
        <p:cNvGrpSpPr/>
        <p:nvPr/>
      </p:nvGrpSpPr>
      <p:grpSpPr>
        <a:xfrm>
          <a:off x="0" y="0"/>
          <a:ext cx="0" cy="0"/>
          <a:chOff x="0" y="0"/>
          <a:chExt cx="0" cy="0"/>
        </a:xfrm>
      </p:grpSpPr>
      <p:sp>
        <p:nvSpPr>
          <p:cNvPr id="1309" name="Google Shape;1309;g54dda1946d_6_3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10" name="Google Shape;1310;g54dda1946d_6_3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5" name="Shape 1315"/>
        <p:cNvGrpSpPr/>
        <p:nvPr/>
      </p:nvGrpSpPr>
      <p:grpSpPr>
        <a:xfrm>
          <a:off x="0" y="0"/>
          <a:ext cx="0" cy="0"/>
          <a:chOff x="0" y="0"/>
          <a:chExt cx="0" cy="0"/>
        </a:xfrm>
      </p:grpSpPr>
      <p:sp>
        <p:nvSpPr>
          <p:cNvPr id="1316" name="Google Shape;1316;g3b2db6c2aae_11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17" name="Google Shape;1317;g3b2db6c2aae_11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3" name="Shape 1323"/>
        <p:cNvGrpSpPr/>
        <p:nvPr/>
      </p:nvGrpSpPr>
      <p:grpSpPr>
        <a:xfrm>
          <a:off x="0" y="0"/>
          <a:ext cx="0" cy="0"/>
          <a:chOff x="0" y="0"/>
          <a:chExt cx="0" cy="0"/>
        </a:xfrm>
      </p:grpSpPr>
      <p:sp>
        <p:nvSpPr>
          <p:cNvPr id="1324" name="Google Shape;1324;g3b2db6c2aae_0_1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25" name="Google Shape;1325;g3b2db6c2aae_0_1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9" name="Shape 1329"/>
        <p:cNvGrpSpPr/>
        <p:nvPr/>
      </p:nvGrpSpPr>
      <p:grpSpPr>
        <a:xfrm>
          <a:off x="0" y="0"/>
          <a:ext cx="0" cy="0"/>
          <a:chOff x="0" y="0"/>
          <a:chExt cx="0" cy="0"/>
        </a:xfrm>
      </p:grpSpPr>
      <p:sp>
        <p:nvSpPr>
          <p:cNvPr id="1330" name="Google Shape;1330;g3b2db6c2aae_0_2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31" name="Google Shape;1331;g3b2db6c2aae_0_2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6" name="Shape 1336"/>
        <p:cNvGrpSpPr/>
        <p:nvPr/>
      </p:nvGrpSpPr>
      <p:grpSpPr>
        <a:xfrm>
          <a:off x="0" y="0"/>
          <a:ext cx="0" cy="0"/>
          <a:chOff x="0" y="0"/>
          <a:chExt cx="0" cy="0"/>
        </a:xfrm>
      </p:grpSpPr>
      <p:sp>
        <p:nvSpPr>
          <p:cNvPr id="1337" name="Google Shape;1337;g3b2ec1c28a2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38" name="Google Shape;1338;g3b2ec1c28a2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2" name="Shape 1342"/>
        <p:cNvGrpSpPr/>
        <p:nvPr/>
      </p:nvGrpSpPr>
      <p:grpSpPr>
        <a:xfrm>
          <a:off x="0" y="0"/>
          <a:ext cx="0" cy="0"/>
          <a:chOff x="0" y="0"/>
          <a:chExt cx="0" cy="0"/>
        </a:xfrm>
      </p:grpSpPr>
      <p:sp>
        <p:nvSpPr>
          <p:cNvPr id="1343" name="Google Shape;1343;g3b2db6c2aae_8_43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44" name="Google Shape;1344;g3b2db6c2aae_8_43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0" name="Shape 1350"/>
        <p:cNvGrpSpPr/>
        <p:nvPr/>
      </p:nvGrpSpPr>
      <p:grpSpPr>
        <a:xfrm>
          <a:off x="0" y="0"/>
          <a:ext cx="0" cy="0"/>
          <a:chOff x="0" y="0"/>
          <a:chExt cx="0" cy="0"/>
        </a:xfrm>
      </p:grpSpPr>
      <p:sp>
        <p:nvSpPr>
          <p:cNvPr id="1351" name="Google Shape;1351;g3b2db6c2aae_0_6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52" name="Google Shape;1352;g3b2db6c2aae_0_6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6" name="Shape 1356"/>
        <p:cNvGrpSpPr/>
        <p:nvPr/>
      </p:nvGrpSpPr>
      <p:grpSpPr>
        <a:xfrm>
          <a:off x="0" y="0"/>
          <a:ext cx="0" cy="0"/>
          <a:chOff x="0" y="0"/>
          <a:chExt cx="0" cy="0"/>
        </a:xfrm>
      </p:grpSpPr>
      <p:sp>
        <p:nvSpPr>
          <p:cNvPr id="1357" name="Google Shape;1357;g3b2db6c2aae_0_8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58" name="Google Shape;1358;g3b2db6c2aae_0_8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3" name="Shape 1363"/>
        <p:cNvGrpSpPr/>
        <p:nvPr/>
      </p:nvGrpSpPr>
      <p:grpSpPr>
        <a:xfrm>
          <a:off x="0" y="0"/>
          <a:ext cx="0" cy="0"/>
          <a:chOff x="0" y="0"/>
          <a:chExt cx="0" cy="0"/>
        </a:xfrm>
      </p:grpSpPr>
      <p:sp>
        <p:nvSpPr>
          <p:cNvPr id="1364" name="Google Shape;1364;g3b2db6c2aae_0_9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65" name="Google Shape;1365;g3b2db6c2aae_0_9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0" name="Shape 1370"/>
        <p:cNvGrpSpPr/>
        <p:nvPr/>
      </p:nvGrpSpPr>
      <p:grpSpPr>
        <a:xfrm>
          <a:off x="0" y="0"/>
          <a:ext cx="0" cy="0"/>
          <a:chOff x="0" y="0"/>
          <a:chExt cx="0" cy="0"/>
        </a:xfrm>
      </p:grpSpPr>
      <p:sp>
        <p:nvSpPr>
          <p:cNvPr id="1371" name="Google Shape;1371;g3b2db6c2aae_0_3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72" name="Google Shape;1372;g3b2db6c2aae_0_3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8" name="Shape 1378"/>
        <p:cNvGrpSpPr/>
        <p:nvPr/>
      </p:nvGrpSpPr>
      <p:grpSpPr>
        <a:xfrm>
          <a:off x="0" y="0"/>
          <a:ext cx="0" cy="0"/>
          <a:chOff x="0" y="0"/>
          <a:chExt cx="0" cy="0"/>
        </a:xfrm>
      </p:grpSpPr>
      <p:sp>
        <p:nvSpPr>
          <p:cNvPr id="1379" name="Google Shape;1379;g3b2db6c2aae_11_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80" name="Google Shape;1380;g3b2db6c2aae_11_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8" name="Shape 1428"/>
        <p:cNvGrpSpPr/>
        <p:nvPr/>
      </p:nvGrpSpPr>
      <p:grpSpPr>
        <a:xfrm>
          <a:off x="0" y="0"/>
          <a:ext cx="0" cy="0"/>
          <a:chOff x="0" y="0"/>
          <a:chExt cx="0" cy="0"/>
        </a:xfrm>
      </p:grpSpPr>
      <p:sp>
        <p:nvSpPr>
          <p:cNvPr id="1429" name="Google Shape;1429;g3b2db6c2aae_11_1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30" name="Google Shape;1430;g3b2db6c2aae_11_1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9" name="Shape 1449"/>
        <p:cNvGrpSpPr/>
        <p:nvPr/>
      </p:nvGrpSpPr>
      <p:grpSpPr>
        <a:xfrm>
          <a:off x="0" y="0"/>
          <a:ext cx="0" cy="0"/>
          <a:chOff x="0" y="0"/>
          <a:chExt cx="0" cy="0"/>
        </a:xfrm>
      </p:grpSpPr>
      <p:sp>
        <p:nvSpPr>
          <p:cNvPr id="1450" name="Google Shape;1450;g3b2db6c2aae_0_3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51" name="Google Shape;1451;g3b2db6c2aae_0_3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bit.ly/3A1uf1Q" TargetMode="External"/><Relationship Id="rId3" Type="http://schemas.openxmlformats.org/officeDocument/2006/relationships/hyperlink" Target="http://bit.ly/2TyoMsr" TargetMode="External"/><Relationship Id="rId4" Type="http://schemas.openxmlformats.org/officeDocument/2006/relationships/hyperlink" Target="http://bit.ly/2TtBDfr" TargetMode="Externa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8" name="Shape 8"/>
        <p:cNvGrpSpPr/>
        <p:nvPr/>
      </p:nvGrpSpPr>
      <p:grpSpPr>
        <a:xfrm>
          <a:off x="0" y="0"/>
          <a:ext cx="0" cy="0"/>
          <a:chOff x="0" y="0"/>
          <a:chExt cx="0" cy="0"/>
        </a:xfrm>
      </p:grpSpPr>
      <p:sp>
        <p:nvSpPr>
          <p:cNvPr id="9" name="Google Shape;9;p2"/>
          <p:cNvSpPr txBox="1"/>
          <p:nvPr>
            <p:ph type="ctrTitle"/>
          </p:nvPr>
        </p:nvSpPr>
        <p:spPr>
          <a:xfrm>
            <a:off x="1619400" y="2640188"/>
            <a:ext cx="5905200" cy="1201800"/>
          </a:xfrm>
          <a:prstGeom prst="rect">
            <a:avLst/>
          </a:prstGeom>
        </p:spPr>
        <p:txBody>
          <a:bodyPr anchorCtr="0" anchor="b" bIns="91425" lIns="91425" spcFirstLastPara="1" rIns="91425" wrap="square" tIns="91425">
            <a:noAutofit/>
          </a:bodyPr>
          <a:lstStyle>
            <a:lvl1pPr lvl="0" algn="ctr">
              <a:spcBef>
                <a:spcPts val="0"/>
              </a:spcBef>
              <a:spcAft>
                <a:spcPts val="0"/>
              </a:spcAft>
              <a:buClr>
                <a:srgbClr val="191919"/>
              </a:buClr>
              <a:buSzPts val="5200"/>
              <a:buNone/>
              <a:defRPr b="1" sz="7200">
                <a:latin typeface="Barlow"/>
                <a:ea typeface="Barlow"/>
                <a:cs typeface="Barlow"/>
                <a:sym typeface="Barlow"/>
              </a:defRPr>
            </a:lvl1pPr>
            <a:lvl2pPr lvl="1" algn="ctr">
              <a:spcBef>
                <a:spcPts val="0"/>
              </a:spcBef>
              <a:spcAft>
                <a:spcPts val="0"/>
              </a:spcAft>
              <a:buClr>
                <a:srgbClr val="191919"/>
              </a:buClr>
              <a:buSzPts val="5200"/>
              <a:buNone/>
              <a:defRPr sz="5200">
                <a:solidFill>
                  <a:srgbClr val="191919"/>
                </a:solidFill>
              </a:defRPr>
            </a:lvl2pPr>
            <a:lvl3pPr lvl="2" algn="ctr">
              <a:spcBef>
                <a:spcPts val="0"/>
              </a:spcBef>
              <a:spcAft>
                <a:spcPts val="0"/>
              </a:spcAft>
              <a:buClr>
                <a:srgbClr val="191919"/>
              </a:buClr>
              <a:buSzPts val="5200"/>
              <a:buNone/>
              <a:defRPr sz="5200">
                <a:solidFill>
                  <a:srgbClr val="191919"/>
                </a:solidFill>
              </a:defRPr>
            </a:lvl3pPr>
            <a:lvl4pPr lvl="3" algn="ctr">
              <a:spcBef>
                <a:spcPts val="0"/>
              </a:spcBef>
              <a:spcAft>
                <a:spcPts val="0"/>
              </a:spcAft>
              <a:buClr>
                <a:srgbClr val="191919"/>
              </a:buClr>
              <a:buSzPts val="5200"/>
              <a:buNone/>
              <a:defRPr sz="5200">
                <a:solidFill>
                  <a:srgbClr val="191919"/>
                </a:solidFill>
              </a:defRPr>
            </a:lvl4pPr>
            <a:lvl5pPr lvl="4" algn="ctr">
              <a:spcBef>
                <a:spcPts val="0"/>
              </a:spcBef>
              <a:spcAft>
                <a:spcPts val="0"/>
              </a:spcAft>
              <a:buClr>
                <a:srgbClr val="191919"/>
              </a:buClr>
              <a:buSzPts val="5200"/>
              <a:buNone/>
              <a:defRPr sz="5200">
                <a:solidFill>
                  <a:srgbClr val="191919"/>
                </a:solidFill>
              </a:defRPr>
            </a:lvl5pPr>
            <a:lvl6pPr lvl="5" algn="ctr">
              <a:spcBef>
                <a:spcPts val="0"/>
              </a:spcBef>
              <a:spcAft>
                <a:spcPts val="0"/>
              </a:spcAft>
              <a:buClr>
                <a:srgbClr val="191919"/>
              </a:buClr>
              <a:buSzPts val="5200"/>
              <a:buNone/>
              <a:defRPr sz="5200">
                <a:solidFill>
                  <a:srgbClr val="191919"/>
                </a:solidFill>
              </a:defRPr>
            </a:lvl6pPr>
            <a:lvl7pPr lvl="6" algn="ctr">
              <a:spcBef>
                <a:spcPts val="0"/>
              </a:spcBef>
              <a:spcAft>
                <a:spcPts val="0"/>
              </a:spcAft>
              <a:buClr>
                <a:srgbClr val="191919"/>
              </a:buClr>
              <a:buSzPts val="5200"/>
              <a:buNone/>
              <a:defRPr sz="5200">
                <a:solidFill>
                  <a:srgbClr val="191919"/>
                </a:solidFill>
              </a:defRPr>
            </a:lvl7pPr>
            <a:lvl8pPr lvl="7" algn="ctr">
              <a:spcBef>
                <a:spcPts val="0"/>
              </a:spcBef>
              <a:spcAft>
                <a:spcPts val="0"/>
              </a:spcAft>
              <a:buClr>
                <a:srgbClr val="191919"/>
              </a:buClr>
              <a:buSzPts val="5200"/>
              <a:buNone/>
              <a:defRPr sz="5200">
                <a:solidFill>
                  <a:srgbClr val="191919"/>
                </a:solidFill>
              </a:defRPr>
            </a:lvl8pPr>
            <a:lvl9pPr lvl="8" algn="ctr">
              <a:spcBef>
                <a:spcPts val="0"/>
              </a:spcBef>
              <a:spcAft>
                <a:spcPts val="0"/>
              </a:spcAft>
              <a:buClr>
                <a:srgbClr val="191919"/>
              </a:buClr>
              <a:buSzPts val="5200"/>
              <a:buNone/>
              <a:defRPr sz="5200">
                <a:solidFill>
                  <a:srgbClr val="191919"/>
                </a:solidFill>
              </a:defRPr>
            </a:lvl9pPr>
          </a:lstStyle>
          <a:p/>
        </p:txBody>
      </p:sp>
      <p:sp>
        <p:nvSpPr>
          <p:cNvPr id="10" name="Google Shape;10;p2"/>
          <p:cNvSpPr txBox="1"/>
          <p:nvPr>
            <p:ph idx="1" type="subTitle"/>
          </p:nvPr>
        </p:nvSpPr>
        <p:spPr>
          <a:xfrm>
            <a:off x="1619400" y="3947450"/>
            <a:ext cx="5905200" cy="423000"/>
          </a:xfrm>
          <a:prstGeom prst="rect">
            <a:avLst/>
          </a:prstGeom>
          <a:noFill/>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600">
                <a:solidFill>
                  <a:schemeClr val="dk1"/>
                </a:solidFill>
                <a:latin typeface="Inter"/>
                <a:ea typeface="Inter"/>
                <a:cs typeface="Inter"/>
                <a:sym typeface="Inter"/>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grpSp>
        <p:nvGrpSpPr>
          <p:cNvPr id="11" name="Google Shape;11;p2"/>
          <p:cNvGrpSpPr/>
          <p:nvPr/>
        </p:nvGrpSpPr>
        <p:grpSpPr>
          <a:xfrm>
            <a:off x="147950" y="139650"/>
            <a:ext cx="8848100" cy="4864225"/>
            <a:chOff x="147950" y="139650"/>
            <a:chExt cx="8848100" cy="4864225"/>
          </a:xfrm>
        </p:grpSpPr>
        <p:grpSp>
          <p:nvGrpSpPr>
            <p:cNvPr id="12" name="Google Shape;12;p2"/>
            <p:cNvGrpSpPr/>
            <p:nvPr/>
          </p:nvGrpSpPr>
          <p:grpSpPr>
            <a:xfrm flipH="1" rot="10800000">
              <a:off x="147950" y="4850275"/>
              <a:ext cx="950900" cy="153600"/>
              <a:chOff x="147950" y="139650"/>
              <a:chExt cx="950900" cy="153600"/>
            </a:xfrm>
          </p:grpSpPr>
          <p:sp>
            <p:nvSpPr>
              <p:cNvPr id="13" name="Google Shape;13;p2"/>
              <p:cNvSpPr/>
              <p:nvPr/>
            </p:nvSpPr>
            <p:spPr>
              <a:xfrm>
                <a:off x="147950" y="139650"/>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14" name="Google Shape;14;p2"/>
              <p:cNvSpPr/>
              <p:nvPr/>
            </p:nvSpPr>
            <p:spPr>
              <a:xfrm>
                <a:off x="347275" y="139650"/>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15" name="Google Shape;15;p2"/>
              <p:cNvSpPr/>
              <p:nvPr/>
            </p:nvSpPr>
            <p:spPr>
              <a:xfrm>
                <a:off x="546600" y="139650"/>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16" name="Google Shape;16;p2"/>
              <p:cNvSpPr/>
              <p:nvPr/>
            </p:nvSpPr>
            <p:spPr>
              <a:xfrm>
                <a:off x="745925" y="139650"/>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17" name="Google Shape;17;p2"/>
              <p:cNvSpPr/>
              <p:nvPr/>
            </p:nvSpPr>
            <p:spPr>
              <a:xfrm>
                <a:off x="945250" y="139650"/>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grpSp>
        <p:grpSp>
          <p:nvGrpSpPr>
            <p:cNvPr id="18" name="Google Shape;18;p2"/>
            <p:cNvGrpSpPr/>
            <p:nvPr/>
          </p:nvGrpSpPr>
          <p:grpSpPr>
            <a:xfrm flipH="1" rot="10800000">
              <a:off x="8045150" y="139650"/>
              <a:ext cx="950900" cy="153600"/>
              <a:chOff x="8045150" y="4850275"/>
              <a:chExt cx="950900" cy="153600"/>
            </a:xfrm>
          </p:grpSpPr>
          <p:sp>
            <p:nvSpPr>
              <p:cNvPr id="19" name="Google Shape;19;p2"/>
              <p:cNvSpPr/>
              <p:nvPr/>
            </p:nvSpPr>
            <p:spPr>
              <a:xfrm>
                <a:off x="8045150" y="4850275"/>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20" name="Google Shape;20;p2"/>
              <p:cNvSpPr/>
              <p:nvPr/>
            </p:nvSpPr>
            <p:spPr>
              <a:xfrm>
                <a:off x="8244475" y="4850275"/>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21" name="Google Shape;21;p2"/>
              <p:cNvSpPr/>
              <p:nvPr/>
            </p:nvSpPr>
            <p:spPr>
              <a:xfrm>
                <a:off x="8443800" y="4850275"/>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22" name="Google Shape;22;p2"/>
              <p:cNvSpPr/>
              <p:nvPr/>
            </p:nvSpPr>
            <p:spPr>
              <a:xfrm>
                <a:off x="8643125" y="4850275"/>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23" name="Google Shape;23;p2"/>
              <p:cNvSpPr/>
              <p:nvPr/>
            </p:nvSpPr>
            <p:spPr>
              <a:xfrm>
                <a:off x="8842450" y="4850275"/>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grpSp>
        <p:grpSp>
          <p:nvGrpSpPr>
            <p:cNvPr id="24" name="Google Shape;24;p2"/>
            <p:cNvGrpSpPr/>
            <p:nvPr/>
          </p:nvGrpSpPr>
          <p:grpSpPr>
            <a:xfrm flipH="1" rot="10800000">
              <a:off x="147950" y="139650"/>
              <a:ext cx="153600" cy="950900"/>
              <a:chOff x="147950" y="3855800"/>
              <a:chExt cx="153600" cy="950900"/>
            </a:xfrm>
          </p:grpSpPr>
          <p:sp>
            <p:nvSpPr>
              <p:cNvPr id="25" name="Google Shape;25;p2"/>
              <p:cNvSpPr/>
              <p:nvPr/>
            </p:nvSpPr>
            <p:spPr>
              <a:xfrm rot="-5400000">
                <a:off x="147950" y="4653100"/>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26" name="Google Shape;26;p2"/>
              <p:cNvSpPr/>
              <p:nvPr/>
            </p:nvSpPr>
            <p:spPr>
              <a:xfrm rot="-5400000">
                <a:off x="147950" y="4453775"/>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27" name="Google Shape;27;p2"/>
              <p:cNvSpPr/>
              <p:nvPr/>
            </p:nvSpPr>
            <p:spPr>
              <a:xfrm rot="-5400000">
                <a:off x="147950" y="4254450"/>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28" name="Google Shape;28;p2"/>
              <p:cNvSpPr/>
              <p:nvPr/>
            </p:nvSpPr>
            <p:spPr>
              <a:xfrm rot="-5400000">
                <a:off x="147950" y="4055125"/>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29" name="Google Shape;29;p2"/>
              <p:cNvSpPr/>
              <p:nvPr/>
            </p:nvSpPr>
            <p:spPr>
              <a:xfrm rot="-5400000">
                <a:off x="147950" y="3855800"/>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grpSp>
        <p:grpSp>
          <p:nvGrpSpPr>
            <p:cNvPr id="30" name="Google Shape;30;p2"/>
            <p:cNvGrpSpPr/>
            <p:nvPr/>
          </p:nvGrpSpPr>
          <p:grpSpPr>
            <a:xfrm flipH="1" rot="5400000">
              <a:off x="8443800" y="4451625"/>
              <a:ext cx="950900" cy="153600"/>
              <a:chOff x="147950" y="139650"/>
              <a:chExt cx="950900" cy="153600"/>
            </a:xfrm>
          </p:grpSpPr>
          <p:sp>
            <p:nvSpPr>
              <p:cNvPr id="31" name="Google Shape;31;p2"/>
              <p:cNvSpPr/>
              <p:nvPr/>
            </p:nvSpPr>
            <p:spPr>
              <a:xfrm>
                <a:off x="147950" y="139650"/>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32" name="Google Shape;32;p2"/>
              <p:cNvSpPr/>
              <p:nvPr/>
            </p:nvSpPr>
            <p:spPr>
              <a:xfrm>
                <a:off x="347275" y="139650"/>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33" name="Google Shape;33;p2"/>
              <p:cNvSpPr/>
              <p:nvPr/>
            </p:nvSpPr>
            <p:spPr>
              <a:xfrm>
                <a:off x="546600" y="139650"/>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34" name="Google Shape;34;p2"/>
              <p:cNvSpPr/>
              <p:nvPr/>
            </p:nvSpPr>
            <p:spPr>
              <a:xfrm>
                <a:off x="745925" y="139650"/>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35" name="Google Shape;35;p2"/>
              <p:cNvSpPr/>
              <p:nvPr/>
            </p:nvSpPr>
            <p:spPr>
              <a:xfrm>
                <a:off x="945250" y="139650"/>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gr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6" name="Shape 36"/>
        <p:cNvGrpSpPr/>
        <p:nvPr/>
      </p:nvGrpSpPr>
      <p:grpSpPr>
        <a:xfrm>
          <a:off x="0" y="0"/>
          <a:ext cx="0" cy="0"/>
          <a:chOff x="0" y="0"/>
          <a:chExt cx="0" cy="0"/>
        </a:xfrm>
      </p:grpSpPr>
      <p:sp>
        <p:nvSpPr>
          <p:cNvPr id="37" name="Google Shape;37;p3"/>
          <p:cNvSpPr txBox="1"/>
          <p:nvPr>
            <p:ph type="title"/>
          </p:nvPr>
        </p:nvSpPr>
        <p:spPr>
          <a:xfrm>
            <a:off x="3332575" y="1959925"/>
            <a:ext cx="4840200" cy="2109900"/>
          </a:xfrm>
          <a:prstGeom prst="rect">
            <a:avLst/>
          </a:prstGeom>
        </p:spPr>
        <p:txBody>
          <a:bodyPr anchorCtr="0" anchor="b" bIns="91425" lIns="91425" spcFirstLastPara="1" rIns="91425" wrap="square" tIns="91425">
            <a:noAutofit/>
          </a:bodyPr>
          <a:lstStyle>
            <a:lvl1pPr lvl="0">
              <a:spcBef>
                <a:spcPts val="0"/>
              </a:spcBef>
              <a:spcAft>
                <a:spcPts val="0"/>
              </a:spcAft>
              <a:buSzPts val="3600"/>
              <a:buNone/>
              <a:defRPr sz="72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38" name="Google Shape;38;p3"/>
          <p:cNvSpPr txBox="1"/>
          <p:nvPr>
            <p:ph hasCustomPrompt="1" idx="2" type="title"/>
          </p:nvPr>
        </p:nvSpPr>
        <p:spPr>
          <a:xfrm>
            <a:off x="3332575" y="655800"/>
            <a:ext cx="4840200" cy="966300"/>
          </a:xfrm>
          <a:prstGeom prst="rect">
            <a:avLst/>
          </a:prstGeom>
          <a:solidFill>
            <a:schemeClr val="dk2"/>
          </a:solidFill>
        </p:spPr>
        <p:txBody>
          <a:bodyPr anchorCtr="0" anchor="ctr" bIns="91425" lIns="91425" spcFirstLastPara="1" rIns="91425" wrap="square" tIns="91425">
            <a:noAutofit/>
          </a:bodyPr>
          <a:lstStyle>
            <a:lvl1pPr lvl="0" rtl="0">
              <a:spcBef>
                <a:spcPts val="0"/>
              </a:spcBef>
              <a:spcAft>
                <a:spcPts val="0"/>
              </a:spcAft>
              <a:buClr>
                <a:schemeClr val="lt1"/>
              </a:buClr>
              <a:buSzPts val="6000"/>
              <a:buNone/>
              <a:defRPr sz="7200"/>
            </a:lvl1pPr>
            <a:lvl2pPr lvl="1" rtl="0" algn="ctr">
              <a:spcBef>
                <a:spcPts val="0"/>
              </a:spcBef>
              <a:spcAft>
                <a:spcPts val="0"/>
              </a:spcAft>
              <a:buClr>
                <a:schemeClr val="lt1"/>
              </a:buClr>
              <a:buSzPts val="6000"/>
              <a:buNone/>
              <a:defRPr sz="6000">
                <a:solidFill>
                  <a:schemeClr val="lt1"/>
                </a:solidFill>
              </a:defRPr>
            </a:lvl2pPr>
            <a:lvl3pPr lvl="2" rtl="0" algn="ctr">
              <a:spcBef>
                <a:spcPts val="0"/>
              </a:spcBef>
              <a:spcAft>
                <a:spcPts val="0"/>
              </a:spcAft>
              <a:buClr>
                <a:schemeClr val="lt1"/>
              </a:buClr>
              <a:buSzPts val="6000"/>
              <a:buNone/>
              <a:defRPr sz="6000">
                <a:solidFill>
                  <a:schemeClr val="lt1"/>
                </a:solidFill>
              </a:defRPr>
            </a:lvl3pPr>
            <a:lvl4pPr lvl="3" rtl="0" algn="ctr">
              <a:spcBef>
                <a:spcPts val="0"/>
              </a:spcBef>
              <a:spcAft>
                <a:spcPts val="0"/>
              </a:spcAft>
              <a:buClr>
                <a:schemeClr val="lt1"/>
              </a:buClr>
              <a:buSzPts val="6000"/>
              <a:buNone/>
              <a:defRPr sz="6000">
                <a:solidFill>
                  <a:schemeClr val="lt1"/>
                </a:solidFill>
              </a:defRPr>
            </a:lvl4pPr>
            <a:lvl5pPr lvl="4" rtl="0" algn="ctr">
              <a:spcBef>
                <a:spcPts val="0"/>
              </a:spcBef>
              <a:spcAft>
                <a:spcPts val="0"/>
              </a:spcAft>
              <a:buClr>
                <a:schemeClr val="lt1"/>
              </a:buClr>
              <a:buSzPts val="6000"/>
              <a:buNone/>
              <a:defRPr sz="6000">
                <a:solidFill>
                  <a:schemeClr val="lt1"/>
                </a:solidFill>
              </a:defRPr>
            </a:lvl5pPr>
            <a:lvl6pPr lvl="5" rtl="0" algn="ctr">
              <a:spcBef>
                <a:spcPts val="0"/>
              </a:spcBef>
              <a:spcAft>
                <a:spcPts val="0"/>
              </a:spcAft>
              <a:buClr>
                <a:schemeClr val="lt1"/>
              </a:buClr>
              <a:buSzPts val="6000"/>
              <a:buNone/>
              <a:defRPr sz="6000">
                <a:solidFill>
                  <a:schemeClr val="lt1"/>
                </a:solidFill>
              </a:defRPr>
            </a:lvl6pPr>
            <a:lvl7pPr lvl="6" rtl="0" algn="ctr">
              <a:spcBef>
                <a:spcPts val="0"/>
              </a:spcBef>
              <a:spcAft>
                <a:spcPts val="0"/>
              </a:spcAft>
              <a:buClr>
                <a:schemeClr val="lt1"/>
              </a:buClr>
              <a:buSzPts val="6000"/>
              <a:buNone/>
              <a:defRPr sz="6000">
                <a:solidFill>
                  <a:schemeClr val="lt1"/>
                </a:solidFill>
              </a:defRPr>
            </a:lvl7pPr>
            <a:lvl8pPr lvl="7" rtl="0" algn="ctr">
              <a:spcBef>
                <a:spcPts val="0"/>
              </a:spcBef>
              <a:spcAft>
                <a:spcPts val="0"/>
              </a:spcAft>
              <a:buClr>
                <a:schemeClr val="lt1"/>
              </a:buClr>
              <a:buSzPts val="6000"/>
              <a:buNone/>
              <a:defRPr sz="6000">
                <a:solidFill>
                  <a:schemeClr val="lt1"/>
                </a:solidFill>
              </a:defRPr>
            </a:lvl8pPr>
            <a:lvl9pPr lvl="8" rtl="0" algn="ctr">
              <a:spcBef>
                <a:spcPts val="0"/>
              </a:spcBef>
              <a:spcAft>
                <a:spcPts val="0"/>
              </a:spcAft>
              <a:buClr>
                <a:schemeClr val="lt1"/>
              </a:buClr>
              <a:buSzPts val="6000"/>
              <a:buNone/>
              <a:defRPr sz="6000">
                <a:solidFill>
                  <a:schemeClr val="lt1"/>
                </a:solidFill>
              </a:defRPr>
            </a:lvl9pPr>
          </a:lstStyle>
          <a:p>
            <a:r>
              <a:t>xx%</a:t>
            </a:r>
          </a:p>
        </p:txBody>
      </p:sp>
      <p:sp>
        <p:nvSpPr>
          <p:cNvPr id="39" name="Google Shape;39;p3"/>
          <p:cNvSpPr txBox="1"/>
          <p:nvPr>
            <p:ph idx="1" type="subTitle"/>
          </p:nvPr>
        </p:nvSpPr>
        <p:spPr>
          <a:xfrm>
            <a:off x="3332575" y="4166300"/>
            <a:ext cx="4240200" cy="437700"/>
          </a:xfrm>
          <a:prstGeom prst="rect">
            <a:avLst/>
          </a:prstGeom>
          <a:noFill/>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6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grpSp>
        <p:nvGrpSpPr>
          <p:cNvPr id="40" name="Google Shape;40;p3"/>
          <p:cNvGrpSpPr/>
          <p:nvPr/>
        </p:nvGrpSpPr>
        <p:grpSpPr>
          <a:xfrm>
            <a:off x="147880" y="139650"/>
            <a:ext cx="8848170" cy="4864225"/>
            <a:chOff x="147880" y="139650"/>
            <a:chExt cx="8848170" cy="4864225"/>
          </a:xfrm>
        </p:grpSpPr>
        <p:grpSp>
          <p:nvGrpSpPr>
            <p:cNvPr id="41" name="Google Shape;41;p3"/>
            <p:cNvGrpSpPr/>
            <p:nvPr/>
          </p:nvGrpSpPr>
          <p:grpSpPr>
            <a:xfrm rot="5400000">
              <a:off x="-250770" y="538300"/>
              <a:ext cx="950900" cy="153600"/>
              <a:chOff x="147950" y="139650"/>
              <a:chExt cx="950900" cy="153600"/>
            </a:xfrm>
          </p:grpSpPr>
          <p:sp>
            <p:nvSpPr>
              <p:cNvPr id="42" name="Google Shape;42;p3"/>
              <p:cNvSpPr/>
              <p:nvPr/>
            </p:nvSpPr>
            <p:spPr>
              <a:xfrm>
                <a:off x="147950" y="139650"/>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43" name="Google Shape;43;p3"/>
              <p:cNvSpPr/>
              <p:nvPr/>
            </p:nvSpPr>
            <p:spPr>
              <a:xfrm>
                <a:off x="347275" y="139650"/>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44" name="Google Shape;44;p3"/>
              <p:cNvSpPr/>
              <p:nvPr/>
            </p:nvSpPr>
            <p:spPr>
              <a:xfrm>
                <a:off x="546600" y="139650"/>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45" name="Google Shape;45;p3"/>
              <p:cNvSpPr/>
              <p:nvPr/>
            </p:nvSpPr>
            <p:spPr>
              <a:xfrm>
                <a:off x="745925" y="139650"/>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46" name="Google Shape;46;p3"/>
              <p:cNvSpPr/>
              <p:nvPr/>
            </p:nvSpPr>
            <p:spPr>
              <a:xfrm>
                <a:off x="945250" y="139650"/>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grpSp>
        <p:grpSp>
          <p:nvGrpSpPr>
            <p:cNvPr id="47" name="Google Shape;47;p3"/>
            <p:cNvGrpSpPr/>
            <p:nvPr/>
          </p:nvGrpSpPr>
          <p:grpSpPr>
            <a:xfrm>
              <a:off x="8842450" y="4052975"/>
              <a:ext cx="153600" cy="950900"/>
              <a:chOff x="147950" y="3855800"/>
              <a:chExt cx="153600" cy="950900"/>
            </a:xfrm>
          </p:grpSpPr>
          <p:sp>
            <p:nvSpPr>
              <p:cNvPr id="48" name="Google Shape;48;p3"/>
              <p:cNvSpPr/>
              <p:nvPr/>
            </p:nvSpPr>
            <p:spPr>
              <a:xfrm rot="-5400000">
                <a:off x="147950" y="4653100"/>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49" name="Google Shape;49;p3"/>
              <p:cNvSpPr/>
              <p:nvPr/>
            </p:nvSpPr>
            <p:spPr>
              <a:xfrm rot="-5400000">
                <a:off x="147950" y="4453775"/>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50" name="Google Shape;50;p3"/>
              <p:cNvSpPr/>
              <p:nvPr/>
            </p:nvSpPr>
            <p:spPr>
              <a:xfrm rot="-5400000">
                <a:off x="147950" y="4254450"/>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51" name="Google Shape;51;p3"/>
              <p:cNvSpPr/>
              <p:nvPr/>
            </p:nvSpPr>
            <p:spPr>
              <a:xfrm rot="-5400000">
                <a:off x="147950" y="4055125"/>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52" name="Google Shape;52;p3"/>
              <p:cNvSpPr/>
              <p:nvPr/>
            </p:nvSpPr>
            <p:spPr>
              <a:xfrm rot="-5400000">
                <a:off x="147950" y="3855800"/>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grpSp>
        <p:grpSp>
          <p:nvGrpSpPr>
            <p:cNvPr id="53" name="Google Shape;53;p3"/>
            <p:cNvGrpSpPr/>
            <p:nvPr/>
          </p:nvGrpSpPr>
          <p:grpSpPr>
            <a:xfrm>
              <a:off x="147950" y="4052975"/>
              <a:ext cx="153600" cy="950900"/>
              <a:chOff x="147950" y="3855800"/>
              <a:chExt cx="153600" cy="950900"/>
            </a:xfrm>
          </p:grpSpPr>
          <p:sp>
            <p:nvSpPr>
              <p:cNvPr id="54" name="Google Shape;54;p3"/>
              <p:cNvSpPr/>
              <p:nvPr/>
            </p:nvSpPr>
            <p:spPr>
              <a:xfrm rot="-5400000">
                <a:off x="147950" y="4653100"/>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55" name="Google Shape;55;p3"/>
              <p:cNvSpPr/>
              <p:nvPr/>
            </p:nvSpPr>
            <p:spPr>
              <a:xfrm rot="-5400000">
                <a:off x="147950" y="4453775"/>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56" name="Google Shape;56;p3"/>
              <p:cNvSpPr/>
              <p:nvPr/>
            </p:nvSpPr>
            <p:spPr>
              <a:xfrm rot="-5400000">
                <a:off x="147950" y="4254450"/>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57" name="Google Shape;57;p3"/>
              <p:cNvSpPr/>
              <p:nvPr/>
            </p:nvSpPr>
            <p:spPr>
              <a:xfrm rot="-5400000">
                <a:off x="147950" y="4055125"/>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58" name="Google Shape;58;p3"/>
              <p:cNvSpPr/>
              <p:nvPr/>
            </p:nvSpPr>
            <p:spPr>
              <a:xfrm rot="-5400000">
                <a:off x="147950" y="3855800"/>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grpSp>
        <p:grpSp>
          <p:nvGrpSpPr>
            <p:cNvPr id="59" name="Google Shape;59;p3"/>
            <p:cNvGrpSpPr/>
            <p:nvPr/>
          </p:nvGrpSpPr>
          <p:grpSpPr>
            <a:xfrm rot="5400000">
              <a:off x="8443800" y="538300"/>
              <a:ext cx="950900" cy="153600"/>
              <a:chOff x="147950" y="139650"/>
              <a:chExt cx="950900" cy="153600"/>
            </a:xfrm>
          </p:grpSpPr>
          <p:sp>
            <p:nvSpPr>
              <p:cNvPr id="60" name="Google Shape;60;p3"/>
              <p:cNvSpPr/>
              <p:nvPr/>
            </p:nvSpPr>
            <p:spPr>
              <a:xfrm>
                <a:off x="147950" y="139650"/>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61" name="Google Shape;61;p3"/>
              <p:cNvSpPr/>
              <p:nvPr/>
            </p:nvSpPr>
            <p:spPr>
              <a:xfrm>
                <a:off x="347275" y="139650"/>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62" name="Google Shape;62;p3"/>
              <p:cNvSpPr/>
              <p:nvPr/>
            </p:nvSpPr>
            <p:spPr>
              <a:xfrm>
                <a:off x="546600" y="139650"/>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63" name="Google Shape;63;p3"/>
              <p:cNvSpPr/>
              <p:nvPr/>
            </p:nvSpPr>
            <p:spPr>
              <a:xfrm>
                <a:off x="745925" y="139650"/>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64" name="Google Shape;64;p3"/>
              <p:cNvSpPr/>
              <p:nvPr/>
            </p:nvSpPr>
            <p:spPr>
              <a:xfrm>
                <a:off x="945250" y="139650"/>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gr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65" name="Shape 65"/>
        <p:cNvGrpSpPr/>
        <p:nvPr/>
      </p:nvGrpSpPr>
      <p:grpSpPr>
        <a:xfrm>
          <a:off x="0" y="0"/>
          <a:ext cx="0" cy="0"/>
          <a:chOff x="0" y="0"/>
          <a:chExt cx="0" cy="0"/>
        </a:xfrm>
      </p:grpSpPr>
      <p:sp>
        <p:nvSpPr>
          <p:cNvPr id="66" name="Google Shape;66;p4"/>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67" name="Google Shape;67;p4"/>
          <p:cNvSpPr txBox="1"/>
          <p:nvPr>
            <p:ph idx="1" type="body"/>
          </p:nvPr>
        </p:nvSpPr>
        <p:spPr>
          <a:xfrm>
            <a:off x="720000" y="1553200"/>
            <a:ext cx="2784300" cy="3078900"/>
          </a:xfrm>
          <a:prstGeom prst="rect">
            <a:avLst/>
          </a:prstGeom>
        </p:spPr>
        <p:txBody>
          <a:bodyPr anchorCtr="0" anchor="t" bIns="91425" lIns="91425" spcFirstLastPara="1" rIns="91425" wrap="square" tIns="91425">
            <a:noAutofit/>
          </a:bodyPr>
          <a:lstStyle>
            <a:lvl1pPr indent="-317500" lvl="0" marL="457200" rtl="0">
              <a:lnSpc>
                <a:spcPct val="100000"/>
              </a:lnSpc>
              <a:spcBef>
                <a:spcPts val="0"/>
              </a:spcBef>
              <a:spcAft>
                <a:spcPts val="0"/>
              </a:spcAft>
              <a:buSzPts val="1400"/>
              <a:buChar char="●"/>
              <a:defRPr/>
            </a:lvl1pPr>
            <a:lvl2pPr indent="-317500" lvl="1" marL="914400" rtl="0">
              <a:lnSpc>
                <a:spcPct val="100000"/>
              </a:lnSpc>
              <a:spcBef>
                <a:spcPts val="0"/>
              </a:spcBef>
              <a:spcAft>
                <a:spcPts val="0"/>
              </a:spcAft>
              <a:buSzPts val="1400"/>
              <a:buFont typeface="Nunito Light"/>
              <a:buChar char="○"/>
              <a:defRPr/>
            </a:lvl2pPr>
            <a:lvl3pPr indent="-317500" lvl="2" marL="1371600" rtl="0">
              <a:lnSpc>
                <a:spcPct val="100000"/>
              </a:lnSpc>
              <a:spcBef>
                <a:spcPts val="0"/>
              </a:spcBef>
              <a:spcAft>
                <a:spcPts val="0"/>
              </a:spcAft>
              <a:buSzPts val="1400"/>
              <a:buFont typeface="Nunito Light"/>
              <a:buChar char="■"/>
              <a:defRPr/>
            </a:lvl3pPr>
            <a:lvl4pPr indent="-317500" lvl="3" marL="1828800" rtl="0">
              <a:lnSpc>
                <a:spcPct val="100000"/>
              </a:lnSpc>
              <a:spcBef>
                <a:spcPts val="0"/>
              </a:spcBef>
              <a:spcAft>
                <a:spcPts val="0"/>
              </a:spcAft>
              <a:buSzPts val="1400"/>
              <a:buFont typeface="Nunito Light"/>
              <a:buChar char="●"/>
              <a:defRPr/>
            </a:lvl4pPr>
            <a:lvl5pPr indent="-317500" lvl="4" marL="2286000" rtl="0">
              <a:lnSpc>
                <a:spcPct val="100000"/>
              </a:lnSpc>
              <a:spcBef>
                <a:spcPts val="0"/>
              </a:spcBef>
              <a:spcAft>
                <a:spcPts val="0"/>
              </a:spcAft>
              <a:buSzPts val="1400"/>
              <a:buFont typeface="Nunito Light"/>
              <a:buChar char="○"/>
              <a:defRPr/>
            </a:lvl5pPr>
            <a:lvl6pPr indent="-317500" lvl="5" marL="2743200" rtl="0">
              <a:lnSpc>
                <a:spcPct val="100000"/>
              </a:lnSpc>
              <a:spcBef>
                <a:spcPts val="0"/>
              </a:spcBef>
              <a:spcAft>
                <a:spcPts val="0"/>
              </a:spcAft>
              <a:buSzPts val="1400"/>
              <a:buFont typeface="Nunito Light"/>
              <a:buChar char="■"/>
              <a:defRPr/>
            </a:lvl6pPr>
            <a:lvl7pPr indent="-317500" lvl="6" marL="3200400" rtl="0">
              <a:lnSpc>
                <a:spcPct val="100000"/>
              </a:lnSpc>
              <a:spcBef>
                <a:spcPts val="0"/>
              </a:spcBef>
              <a:spcAft>
                <a:spcPts val="0"/>
              </a:spcAft>
              <a:buSzPts val="1400"/>
              <a:buFont typeface="Nunito Light"/>
              <a:buChar char="●"/>
              <a:defRPr/>
            </a:lvl7pPr>
            <a:lvl8pPr indent="-317500" lvl="7" marL="3657600" rtl="0">
              <a:lnSpc>
                <a:spcPct val="100000"/>
              </a:lnSpc>
              <a:spcBef>
                <a:spcPts val="0"/>
              </a:spcBef>
              <a:spcAft>
                <a:spcPts val="0"/>
              </a:spcAft>
              <a:buSzPts val="1400"/>
              <a:buFont typeface="Nunito Light"/>
              <a:buChar char="○"/>
              <a:defRPr/>
            </a:lvl8pPr>
            <a:lvl9pPr indent="-317500" lvl="8" marL="4114800" rtl="0">
              <a:lnSpc>
                <a:spcPct val="100000"/>
              </a:lnSpc>
              <a:spcBef>
                <a:spcPts val="0"/>
              </a:spcBef>
              <a:spcAft>
                <a:spcPts val="0"/>
              </a:spcAft>
              <a:buSzPts val="1400"/>
              <a:buFont typeface="Nunito Light"/>
              <a:buChar char="■"/>
              <a:defRPr/>
            </a:lvl9pPr>
          </a:lstStyle>
          <a:p/>
        </p:txBody>
      </p:sp>
      <p:grpSp>
        <p:nvGrpSpPr>
          <p:cNvPr id="68" name="Google Shape;68;p4"/>
          <p:cNvGrpSpPr/>
          <p:nvPr/>
        </p:nvGrpSpPr>
        <p:grpSpPr>
          <a:xfrm>
            <a:off x="147950" y="139650"/>
            <a:ext cx="8848100" cy="4864225"/>
            <a:chOff x="147950" y="139650"/>
            <a:chExt cx="8848100" cy="4864225"/>
          </a:xfrm>
        </p:grpSpPr>
        <p:grpSp>
          <p:nvGrpSpPr>
            <p:cNvPr id="69" name="Google Shape;69;p4"/>
            <p:cNvGrpSpPr/>
            <p:nvPr/>
          </p:nvGrpSpPr>
          <p:grpSpPr>
            <a:xfrm flipH="1" rot="10800000">
              <a:off x="147950" y="4850275"/>
              <a:ext cx="950900" cy="153600"/>
              <a:chOff x="147950" y="139650"/>
              <a:chExt cx="950900" cy="153600"/>
            </a:xfrm>
          </p:grpSpPr>
          <p:sp>
            <p:nvSpPr>
              <p:cNvPr id="70" name="Google Shape;70;p4"/>
              <p:cNvSpPr/>
              <p:nvPr/>
            </p:nvSpPr>
            <p:spPr>
              <a:xfrm>
                <a:off x="147950" y="139650"/>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71" name="Google Shape;71;p4"/>
              <p:cNvSpPr/>
              <p:nvPr/>
            </p:nvSpPr>
            <p:spPr>
              <a:xfrm>
                <a:off x="347275" y="139650"/>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72" name="Google Shape;72;p4"/>
              <p:cNvSpPr/>
              <p:nvPr/>
            </p:nvSpPr>
            <p:spPr>
              <a:xfrm>
                <a:off x="546600" y="139650"/>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73" name="Google Shape;73;p4"/>
              <p:cNvSpPr/>
              <p:nvPr/>
            </p:nvSpPr>
            <p:spPr>
              <a:xfrm>
                <a:off x="745925" y="139650"/>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74" name="Google Shape;74;p4"/>
              <p:cNvSpPr/>
              <p:nvPr/>
            </p:nvSpPr>
            <p:spPr>
              <a:xfrm>
                <a:off x="945250" y="139650"/>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grpSp>
        <p:grpSp>
          <p:nvGrpSpPr>
            <p:cNvPr id="75" name="Google Shape;75;p4"/>
            <p:cNvGrpSpPr/>
            <p:nvPr/>
          </p:nvGrpSpPr>
          <p:grpSpPr>
            <a:xfrm flipH="1" rot="10800000">
              <a:off x="8045150" y="139650"/>
              <a:ext cx="950900" cy="153600"/>
              <a:chOff x="8045150" y="4850275"/>
              <a:chExt cx="950900" cy="153600"/>
            </a:xfrm>
          </p:grpSpPr>
          <p:sp>
            <p:nvSpPr>
              <p:cNvPr id="76" name="Google Shape;76;p4"/>
              <p:cNvSpPr/>
              <p:nvPr/>
            </p:nvSpPr>
            <p:spPr>
              <a:xfrm>
                <a:off x="8045150" y="4850275"/>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77" name="Google Shape;77;p4"/>
              <p:cNvSpPr/>
              <p:nvPr/>
            </p:nvSpPr>
            <p:spPr>
              <a:xfrm>
                <a:off x="8244475" y="4850275"/>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78" name="Google Shape;78;p4"/>
              <p:cNvSpPr/>
              <p:nvPr/>
            </p:nvSpPr>
            <p:spPr>
              <a:xfrm>
                <a:off x="8443800" y="4850275"/>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79" name="Google Shape;79;p4"/>
              <p:cNvSpPr/>
              <p:nvPr/>
            </p:nvSpPr>
            <p:spPr>
              <a:xfrm>
                <a:off x="8643125" y="4850275"/>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80" name="Google Shape;80;p4"/>
              <p:cNvSpPr/>
              <p:nvPr/>
            </p:nvSpPr>
            <p:spPr>
              <a:xfrm>
                <a:off x="8842450" y="4850275"/>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grpSp>
        <p:grpSp>
          <p:nvGrpSpPr>
            <p:cNvPr id="81" name="Google Shape;81;p4"/>
            <p:cNvGrpSpPr/>
            <p:nvPr/>
          </p:nvGrpSpPr>
          <p:grpSpPr>
            <a:xfrm flipH="1" rot="10800000">
              <a:off x="147950" y="139650"/>
              <a:ext cx="153600" cy="950900"/>
              <a:chOff x="147950" y="3855800"/>
              <a:chExt cx="153600" cy="950900"/>
            </a:xfrm>
          </p:grpSpPr>
          <p:sp>
            <p:nvSpPr>
              <p:cNvPr id="82" name="Google Shape;82;p4"/>
              <p:cNvSpPr/>
              <p:nvPr/>
            </p:nvSpPr>
            <p:spPr>
              <a:xfrm rot="-5400000">
                <a:off x="147950" y="4653100"/>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83" name="Google Shape;83;p4"/>
              <p:cNvSpPr/>
              <p:nvPr/>
            </p:nvSpPr>
            <p:spPr>
              <a:xfrm rot="-5400000">
                <a:off x="147950" y="4453775"/>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84" name="Google Shape;84;p4"/>
              <p:cNvSpPr/>
              <p:nvPr/>
            </p:nvSpPr>
            <p:spPr>
              <a:xfrm rot="-5400000">
                <a:off x="147950" y="4254450"/>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85" name="Google Shape;85;p4"/>
              <p:cNvSpPr/>
              <p:nvPr/>
            </p:nvSpPr>
            <p:spPr>
              <a:xfrm rot="-5400000">
                <a:off x="147950" y="4055125"/>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86" name="Google Shape;86;p4"/>
              <p:cNvSpPr/>
              <p:nvPr/>
            </p:nvSpPr>
            <p:spPr>
              <a:xfrm rot="-5400000">
                <a:off x="147950" y="3855800"/>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grpSp>
        <p:grpSp>
          <p:nvGrpSpPr>
            <p:cNvPr id="87" name="Google Shape;87;p4"/>
            <p:cNvGrpSpPr/>
            <p:nvPr/>
          </p:nvGrpSpPr>
          <p:grpSpPr>
            <a:xfrm flipH="1" rot="5400000">
              <a:off x="8443800" y="4451625"/>
              <a:ext cx="950900" cy="153600"/>
              <a:chOff x="147950" y="139650"/>
              <a:chExt cx="950900" cy="153600"/>
            </a:xfrm>
          </p:grpSpPr>
          <p:sp>
            <p:nvSpPr>
              <p:cNvPr id="88" name="Google Shape;88;p4"/>
              <p:cNvSpPr/>
              <p:nvPr/>
            </p:nvSpPr>
            <p:spPr>
              <a:xfrm>
                <a:off x="147950" y="139650"/>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89" name="Google Shape;89;p4"/>
              <p:cNvSpPr/>
              <p:nvPr/>
            </p:nvSpPr>
            <p:spPr>
              <a:xfrm>
                <a:off x="347275" y="139650"/>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90" name="Google Shape;90;p4"/>
              <p:cNvSpPr/>
              <p:nvPr/>
            </p:nvSpPr>
            <p:spPr>
              <a:xfrm>
                <a:off x="546600" y="139650"/>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91" name="Google Shape;91;p4"/>
              <p:cNvSpPr/>
              <p:nvPr/>
            </p:nvSpPr>
            <p:spPr>
              <a:xfrm>
                <a:off x="745925" y="139650"/>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92" name="Google Shape;92;p4"/>
              <p:cNvSpPr/>
              <p:nvPr/>
            </p:nvSpPr>
            <p:spPr>
              <a:xfrm>
                <a:off x="945250" y="139650"/>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gr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93" name="Shape 93"/>
        <p:cNvGrpSpPr/>
        <p:nvPr/>
      </p:nvGrpSpPr>
      <p:grpSpPr>
        <a:xfrm>
          <a:off x="0" y="0"/>
          <a:ext cx="0" cy="0"/>
          <a:chOff x="0" y="0"/>
          <a:chExt cx="0" cy="0"/>
        </a:xfrm>
      </p:grpSpPr>
      <p:sp>
        <p:nvSpPr>
          <p:cNvPr id="94" name="Google Shape;94;p5"/>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95" name="Google Shape;95;p5"/>
          <p:cNvSpPr txBox="1"/>
          <p:nvPr>
            <p:ph idx="1" type="subTitle"/>
          </p:nvPr>
        </p:nvSpPr>
        <p:spPr>
          <a:xfrm>
            <a:off x="5055246" y="4031299"/>
            <a:ext cx="2505600" cy="572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800"/>
              <a:buNone/>
              <a:defRPr b="0" sz="14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96" name="Google Shape;96;p5"/>
          <p:cNvSpPr txBox="1"/>
          <p:nvPr>
            <p:ph idx="2" type="subTitle"/>
          </p:nvPr>
        </p:nvSpPr>
        <p:spPr>
          <a:xfrm>
            <a:off x="1583154" y="4031299"/>
            <a:ext cx="2505600" cy="572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800"/>
              <a:buNone/>
              <a:defRPr b="0" sz="14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97" name="Google Shape;97;p5"/>
          <p:cNvSpPr txBox="1"/>
          <p:nvPr>
            <p:ph idx="3" type="subTitle"/>
          </p:nvPr>
        </p:nvSpPr>
        <p:spPr>
          <a:xfrm>
            <a:off x="5055246" y="3713000"/>
            <a:ext cx="2505600" cy="3945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2400"/>
              <a:buFont typeface="Bebas Neue"/>
              <a:buNone/>
              <a:defRPr b="1" sz="2000">
                <a:solidFill>
                  <a:schemeClr val="dk1"/>
                </a:solidFill>
                <a:latin typeface="Barlow"/>
                <a:ea typeface="Barlow"/>
                <a:cs typeface="Barlow"/>
                <a:sym typeface="Barlow"/>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98" name="Google Shape;98;p5"/>
          <p:cNvSpPr txBox="1"/>
          <p:nvPr>
            <p:ph idx="4" type="subTitle"/>
          </p:nvPr>
        </p:nvSpPr>
        <p:spPr>
          <a:xfrm>
            <a:off x="1583154" y="3713000"/>
            <a:ext cx="2505600" cy="3945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2400"/>
              <a:buFont typeface="Bebas Neue"/>
              <a:buNone/>
              <a:defRPr b="1" sz="2000">
                <a:solidFill>
                  <a:schemeClr val="dk1"/>
                </a:solidFill>
                <a:latin typeface="Barlow"/>
                <a:ea typeface="Barlow"/>
                <a:cs typeface="Barlow"/>
                <a:sym typeface="Barlow"/>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grpSp>
        <p:nvGrpSpPr>
          <p:cNvPr id="99" name="Google Shape;99;p5"/>
          <p:cNvGrpSpPr/>
          <p:nvPr/>
        </p:nvGrpSpPr>
        <p:grpSpPr>
          <a:xfrm>
            <a:off x="147950" y="139650"/>
            <a:ext cx="8848100" cy="4864225"/>
            <a:chOff x="147950" y="139650"/>
            <a:chExt cx="8848100" cy="4864225"/>
          </a:xfrm>
        </p:grpSpPr>
        <p:grpSp>
          <p:nvGrpSpPr>
            <p:cNvPr id="100" name="Google Shape;100;p5"/>
            <p:cNvGrpSpPr/>
            <p:nvPr/>
          </p:nvGrpSpPr>
          <p:grpSpPr>
            <a:xfrm flipH="1">
              <a:off x="8045150" y="139650"/>
              <a:ext cx="950900" cy="153600"/>
              <a:chOff x="147950" y="139650"/>
              <a:chExt cx="950900" cy="153600"/>
            </a:xfrm>
          </p:grpSpPr>
          <p:sp>
            <p:nvSpPr>
              <p:cNvPr id="101" name="Google Shape;101;p5"/>
              <p:cNvSpPr/>
              <p:nvPr/>
            </p:nvSpPr>
            <p:spPr>
              <a:xfrm>
                <a:off x="147950" y="139650"/>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102" name="Google Shape;102;p5"/>
              <p:cNvSpPr/>
              <p:nvPr/>
            </p:nvSpPr>
            <p:spPr>
              <a:xfrm>
                <a:off x="347275" y="139650"/>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103" name="Google Shape;103;p5"/>
              <p:cNvSpPr/>
              <p:nvPr/>
            </p:nvSpPr>
            <p:spPr>
              <a:xfrm>
                <a:off x="546600" y="139650"/>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104" name="Google Shape;104;p5"/>
              <p:cNvSpPr/>
              <p:nvPr/>
            </p:nvSpPr>
            <p:spPr>
              <a:xfrm>
                <a:off x="745925" y="139650"/>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105" name="Google Shape;105;p5"/>
              <p:cNvSpPr/>
              <p:nvPr/>
            </p:nvSpPr>
            <p:spPr>
              <a:xfrm>
                <a:off x="945250" y="139650"/>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grpSp>
        <p:grpSp>
          <p:nvGrpSpPr>
            <p:cNvPr id="106" name="Google Shape;106;p5"/>
            <p:cNvGrpSpPr/>
            <p:nvPr/>
          </p:nvGrpSpPr>
          <p:grpSpPr>
            <a:xfrm flipH="1">
              <a:off x="147950" y="4850275"/>
              <a:ext cx="950900" cy="153600"/>
              <a:chOff x="8045150" y="4850275"/>
              <a:chExt cx="950900" cy="153600"/>
            </a:xfrm>
          </p:grpSpPr>
          <p:sp>
            <p:nvSpPr>
              <p:cNvPr id="107" name="Google Shape;107;p5"/>
              <p:cNvSpPr/>
              <p:nvPr/>
            </p:nvSpPr>
            <p:spPr>
              <a:xfrm>
                <a:off x="8045150" y="4850275"/>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108" name="Google Shape;108;p5"/>
              <p:cNvSpPr/>
              <p:nvPr/>
            </p:nvSpPr>
            <p:spPr>
              <a:xfrm>
                <a:off x="8244475" y="4850275"/>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109" name="Google Shape;109;p5"/>
              <p:cNvSpPr/>
              <p:nvPr/>
            </p:nvSpPr>
            <p:spPr>
              <a:xfrm>
                <a:off x="8443800" y="4850275"/>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110" name="Google Shape;110;p5"/>
              <p:cNvSpPr/>
              <p:nvPr/>
            </p:nvSpPr>
            <p:spPr>
              <a:xfrm>
                <a:off x="8643125" y="4850275"/>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111" name="Google Shape;111;p5"/>
              <p:cNvSpPr/>
              <p:nvPr/>
            </p:nvSpPr>
            <p:spPr>
              <a:xfrm>
                <a:off x="8842450" y="4850275"/>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grpSp>
        <p:grpSp>
          <p:nvGrpSpPr>
            <p:cNvPr id="112" name="Google Shape;112;p5"/>
            <p:cNvGrpSpPr/>
            <p:nvPr/>
          </p:nvGrpSpPr>
          <p:grpSpPr>
            <a:xfrm flipH="1">
              <a:off x="147950" y="139650"/>
              <a:ext cx="950900" cy="153600"/>
              <a:chOff x="147950" y="139650"/>
              <a:chExt cx="950900" cy="153600"/>
            </a:xfrm>
          </p:grpSpPr>
          <p:sp>
            <p:nvSpPr>
              <p:cNvPr id="113" name="Google Shape;113;p5"/>
              <p:cNvSpPr/>
              <p:nvPr/>
            </p:nvSpPr>
            <p:spPr>
              <a:xfrm>
                <a:off x="147950" y="139650"/>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114" name="Google Shape;114;p5"/>
              <p:cNvSpPr/>
              <p:nvPr/>
            </p:nvSpPr>
            <p:spPr>
              <a:xfrm>
                <a:off x="347275" y="139650"/>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115" name="Google Shape;115;p5"/>
              <p:cNvSpPr/>
              <p:nvPr/>
            </p:nvSpPr>
            <p:spPr>
              <a:xfrm>
                <a:off x="546600" y="139650"/>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116" name="Google Shape;116;p5"/>
              <p:cNvSpPr/>
              <p:nvPr/>
            </p:nvSpPr>
            <p:spPr>
              <a:xfrm>
                <a:off x="745925" y="139650"/>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117" name="Google Shape;117;p5"/>
              <p:cNvSpPr/>
              <p:nvPr/>
            </p:nvSpPr>
            <p:spPr>
              <a:xfrm>
                <a:off x="945250" y="139650"/>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grpSp>
        <p:grpSp>
          <p:nvGrpSpPr>
            <p:cNvPr id="118" name="Google Shape;118;p5"/>
            <p:cNvGrpSpPr/>
            <p:nvPr/>
          </p:nvGrpSpPr>
          <p:grpSpPr>
            <a:xfrm flipH="1">
              <a:off x="8045150" y="4850275"/>
              <a:ext cx="950900" cy="153600"/>
              <a:chOff x="8045150" y="4850275"/>
              <a:chExt cx="950900" cy="153600"/>
            </a:xfrm>
          </p:grpSpPr>
          <p:sp>
            <p:nvSpPr>
              <p:cNvPr id="119" name="Google Shape;119;p5"/>
              <p:cNvSpPr/>
              <p:nvPr/>
            </p:nvSpPr>
            <p:spPr>
              <a:xfrm>
                <a:off x="8045150" y="4850275"/>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120" name="Google Shape;120;p5"/>
              <p:cNvSpPr/>
              <p:nvPr/>
            </p:nvSpPr>
            <p:spPr>
              <a:xfrm>
                <a:off x="8244475" y="4850275"/>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121" name="Google Shape;121;p5"/>
              <p:cNvSpPr/>
              <p:nvPr/>
            </p:nvSpPr>
            <p:spPr>
              <a:xfrm>
                <a:off x="8443800" y="4850275"/>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122" name="Google Shape;122;p5"/>
              <p:cNvSpPr/>
              <p:nvPr/>
            </p:nvSpPr>
            <p:spPr>
              <a:xfrm>
                <a:off x="8643125" y="4850275"/>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123" name="Google Shape;123;p5"/>
              <p:cNvSpPr/>
              <p:nvPr/>
            </p:nvSpPr>
            <p:spPr>
              <a:xfrm>
                <a:off x="8842450" y="4850275"/>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gr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24" name="Shape 124"/>
        <p:cNvGrpSpPr/>
        <p:nvPr/>
      </p:nvGrpSpPr>
      <p:grpSpPr>
        <a:xfrm>
          <a:off x="0" y="0"/>
          <a:ext cx="0" cy="0"/>
          <a:chOff x="0" y="0"/>
          <a:chExt cx="0" cy="0"/>
        </a:xfrm>
      </p:grpSpPr>
      <p:sp>
        <p:nvSpPr>
          <p:cNvPr id="125" name="Google Shape;125;p6"/>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grpSp>
        <p:nvGrpSpPr>
          <p:cNvPr id="126" name="Google Shape;126;p6"/>
          <p:cNvGrpSpPr/>
          <p:nvPr/>
        </p:nvGrpSpPr>
        <p:grpSpPr>
          <a:xfrm>
            <a:off x="147880" y="139650"/>
            <a:ext cx="8848170" cy="4864225"/>
            <a:chOff x="147880" y="139650"/>
            <a:chExt cx="8848170" cy="4864225"/>
          </a:xfrm>
        </p:grpSpPr>
        <p:grpSp>
          <p:nvGrpSpPr>
            <p:cNvPr id="127" name="Google Shape;127;p6"/>
            <p:cNvGrpSpPr/>
            <p:nvPr/>
          </p:nvGrpSpPr>
          <p:grpSpPr>
            <a:xfrm rot="5400000">
              <a:off x="-250770" y="538300"/>
              <a:ext cx="950900" cy="153600"/>
              <a:chOff x="147950" y="139650"/>
              <a:chExt cx="950900" cy="153600"/>
            </a:xfrm>
          </p:grpSpPr>
          <p:sp>
            <p:nvSpPr>
              <p:cNvPr id="128" name="Google Shape;128;p6"/>
              <p:cNvSpPr/>
              <p:nvPr/>
            </p:nvSpPr>
            <p:spPr>
              <a:xfrm>
                <a:off x="147950" y="139650"/>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129" name="Google Shape;129;p6"/>
              <p:cNvSpPr/>
              <p:nvPr/>
            </p:nvSpPr>
            <p:spPr>
              <a:xfrm>
                <a:off x="347275" y="139650"/>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130" name="Google Shape;130;p6"/>
              <p:cNvSpPr/>
              <p:nvPr/>
            </p:nvSpPr>
            <p:spPr>
              <a:xfrm>
                <a:off x="546600" y="139650"/>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131" name="Google Shape;131;p6"/>
              <p:cNvSpPr/>
              <p:nvPr/>
            </p:nvSpPr>
            <p:spPr>
              <a:xfrm>
                <a:off x="745925" y="139650"/>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132" name="Google Shape;132;p6"/>
              <p:cNvSpPr/>
              <p:nvPr/>
            </p:nvSpPr>
            <p:spPr>
              <a:xfrm>
                <a:off x="945250" y="139650"/>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grpSp>
        <p:grpSp>
          <p:nvGrpSpPr>
            <p:cNvPr id="133" name="Google Shape;133;p6"/>
            <p:cNvGrpSpPr/>
            <p:nvPr/>
          </p:nvGrpSpPr>
          <p:grpSpPr>
            <a:xfrm>
              <a:off x="8842450" y="4052975"/>
              <a:ext cx="153600" cy="950900"/>
              <a:chOff x="147950" y="3855800"/>
              <a:chExt cx="153600" cy="950900"/>
            </a:xfrm>
          </p:grpSpPr>
          <p:sp>
            <p:nvSpPr>
              <p:cNvPr id="134" name="Google Shape;134;p6"/>
              <p:cNvSpPr/>
              <p:nvPr/>
            </p:nvSpPr>
            <p:spPr>
              <a:xfrm rot="-5400000">
                <a:off x="147950" y="4653100"/>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135" name="Google Shape;135;p6"/>
              <p:cNvSpPr/>
              <p:nvPr/>
            </p:nvSpPr>
            <p:spPr>
              <a:xfrm rot="-5400000">
                <a:off x="147950" y="4453775"/>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136" name="Google Shape;136;p6"/>
              <p:cNvSpPr/>
              <p:nvPr/>
            </p:nvSpPr>
            <p:spPr>
              <a:xfrm rot="-5400000">
                <a:off x="147950" y="4254450"/>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137" name="Google Shape;137;p6"/>
              <p:cNvSpPr/>
              <p:nvPr/>
            </p:nvSpPr>
            <p:spPr>
              <a:xfrm rot="-5400000">
                <a:off x="147950" y="4055125"/>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138" name="Google Shape;138;p6"/>
              <p:cNvSpPr/>
              <p:nvPr/>
            </p:nvSpPr>
            <p:spPr>
              <a:xfrm rot="-5400000">
                <a:off x="147950" y="3855800"/>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grpSp>
        <p:grpSp>
          <p:nvGrpSpPr>
            <p:cNvPr id="139" name="Google Shape;139;p6"/>
            <p:cNvGrpSpPr/>
            <p:nvPr/>
          </p:nvGrpSpPr>
          <p:grpSpPr>
            <a:xfrm>
              <a:off x="147950" y="4052975"/>
              <a:ext cx="153600" cy="950900"/>
              <a:chOff x="147950" y="3855800"/>
              <a:chExt cx="153600" cy="950900"/>
            </a:xfrm>
          </p:grpSpPr>
          <p:sp>
            <p:nvSpPr>
              <p:cNvPr id="140" name="Google Shape;140;p6"/>
              <p:cNvSpPr/>
              <p:nvPr/>
            </p:nvSpPr>
            <p:spPr>
              <a:xfrm rot="-5400000">
                <a:off x="147950" y="4653100"/>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141" name="Google Shape;141;p6"/>
              <p:cNvSpPr/>
              <p:nvPr/>
            </p:nvSpPr>
            <p:spPr>
              <a:xfrm rot="-5400000">
                <a:off x="147950" y="4453775"/>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142" name="Google Shape;142;p6"/>
              <p:cNvSpPr/>
              <p:nvPr/>
            </p:nvSpPr>
            <p:spPr>
              <a:xfrm rot="-5400000">
                <a:off x="147950" y="4254450"/>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143" name="Google Shape;143;p6"/>
              <p:cNvSpPr/>
              <p:nvPr/>
            </p:nvSpPr>
            <p:spPr>
              <a:xfrm rot="-5400000">
                <a:off x="147950" y="4055125"/>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144" name="Google Shape;144;p6"/>
              <p:cNvSpPr/>
              <p:nvPr/>
            </p:nvSpPr>
            <p:spPr>
              <a:xfrm rot="-5400000">
                <a:off x="147950" y="3855800"/>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grpSp>
        <p:grpSp>
          <p:nvGrpSpPr>
            <p:cNvPr id="145" name="Google Shape;145;p6"/>
            <p:cNvGrpSpPr/>
            <p:nvPr/>
          </p:nvGrpSpPr>
          <p:grpSpPr>
            <a:xfrm rot="5400000">
              <a:off x="8443800" y="538300"/>
              <a:ext cx="950900" cy="153600"/>
              <a:chOff x="147950" y="139650"/>
              <a:chExt cx="950900" cy="153600"/>
            </a:xfrm>
          </p:grpSpPr>
          <p:sp>
            <p:nvSpPr>
              <p:cNvPr id="146" name="Google Shape;146;p6"/>
              <p:cNvSpPr/>
              <p:nvPr/>
            </p:nvSpPr>
            <p:spPr>
              <a:xfrm>
                <a:off x="147950" y="139650"/>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147" name="Google Shape;147;p6"/>
              <p:cNvSpPr/>
              <p:nvPr/>
            </p:nvSpPr>
            <p:spPr>
              <a:xfrm>
                <a:off x="347275" y="139650"/>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148" name="Google Shape;148;p6"/>
              <p:cNvSpPr/>
              <p:nvPr/>
            </p:nvSpPr>
            <p:spPr>
              <a:xfrm>
                <a:off x="546600" y="139650"/>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149" name="Google Shape;149;p6"/>
              <p:cNvSpPr/>
              <p:nvPr/>
            </p:nvSpPr>
            <p:spPr>
              <a:xfrm>
                <a:off x="745925" y="139650"/>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150" name="Google Shape;150;p6"/>
              <p:cNvSpPr/>
              <p:nvPr/>
            </p:nvSpPr>
            <p:spPr>
              <a:xfrm>
                <a:off x="945250" y="139650"/>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gr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151" name="Shape 151"/>
        <p:cNvGrpSpPr/>
        <p:nvPr/>
      </p:nvGrpSpPr>
      <p:grpSpPr>
        <a:xfrm>
          <a:off x="0" y="0"/>
          <a:ext cx="0" cy="0"/>
          <a:chOff x="0" y="0"/>
          <a:chExt cx="0" cy="0"/>
        </a:xfrm>
      </p:grpSpPr>
      <p:sp>
        <p:nvSpPr>
          <p:cNvPr id="152" name="Google Shape;152;p7"/>
          <p:cNvSpPr txBox="1"/>
          <p:nvPr>
            <p:ph type="title"/>
          </p:nvPr>
        </p:nvSpPr>
        <p:spPr>
          <a:xfrm>
            <a:off x="720000" y="445025"/>
            <a:ext cx="77109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153" name="Google Shape;153;p7"/>
          <p:cNvSpPr txBox="1"/>
          <p:nvPr>
            <p:ph idx="1" type="subTitle"/>
          </p:nvPr>
        </p:nvSpPr>
        <p:spPr>
          <a:xfrm>
            <a:off x="4336825" y="1901650"/>
            <a:ext cx="4093800" cy="20472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600"/>
              <a:buChar char="●"/>
              <a:defRPr/>
            </a:lvl1pPr>
            <a:lvl2pPr lvl="1" rtl="0" algn="ctr">
              <a:lnSpc>
                <a:spcPct val="100000"/>
              </a:lnSpc>
              <a:spcBef>
                <a:spcPts val="0"/>
              </a:spcBef>
              <a:spcAft>
                <a:spcPts val="0"/>
              </a:spcAft>
              <a:buClr>
                <a:srgbClr val="E76A28"/>
              </a:buClr>
              <a:buSzPts val="1600"/>
              <a:buFont typeface="Nunito Light"/>
              <a:buChar char="○"/>
              <a:defRPr/>
            </a:lvl2pPr>
            <a:lvl3pPr lvl="2" rtl="0" algn="ctr">
              <a:lnSpc>
                <a:spcPct val="100000"/>
              </a:lnSpc>
              <a:spcBef>
                <a:spcPts val="0"/>
              </a:spcBef>
              <a:spcAft>
                <a:spcPts val="0"/>
              </a:spcAft>
              <a:buClr>
                <a:srgbClr val="E76A28"/>
              </a:buClr>
              <a:buSzPts val="1500"/>
              <a:buFont typeface="Nunito Light"/>
              <a:buChar char="■"/>
              <a:defRPr/>
            </a:lvl3pPr>
            <a:lvl4pPr lvl="3" rtl="0" algn="ctr">
              <a:lnSpc>
                <a:spcPct val="100000"/>
              </a:lnSpc>
              <a:spcBef>
                <a:spcPts val="0"/>
              </a:spcBef>
              <a:spcAft>
                <a:spcPts val="0"/>
              </a:spcAft>
              <a:buClr>
                <a:srgbClr val="E76A28"/>
              </a:buClr>
              <a:buSzPts val="1500"/>
              <a:buFont typeface="Nunito Light"/>
              <a:buChar char="●"/>
              <a:defRPr/>
            </a:lvl4pPr>
            <a:lvl5pPr lvl="4" rtl="0" algn="ctr">
              <a:lnSpc>
                <a:spcPct val="100000"/>
              </a:lnSpc>
              <a:spcBef>
                <a:spcPts val="0"/>
              </a:spcBef>
              <a:spcAft>
                <a:spcPts val="0"/>
              </a:spcAft>
              <a:buClr>
                <a:srgbClr val="E76A28"/>
              </a:buClr>
              <a:buSzPts val="1400"/>
              <a:buFont typeface="Nunito Light"/>
              <a:buChar char="○"/>
              <a:defRPr/>
            </a:lvl5pPr>
            <a:lvl6pPr lvl="5" rtl="0" algn="ctr">
              <a:lnSpc>
                <a:spcPct val="100000"/>
              </a:lnSpc>
              <a:spcBef>
                <a:spcPts val="0"/>
              </a:spcBef>
              <a:spcAft>
                <a:spcPts val="0"/>
              </a:spcAft>
              <a:buClr>
                <a:srgbClr val="999999"/>
              </a:buClr>
              <a:buSzPts val="1400"/>
              <a:buFont typeface="Nunito Light"/>
              <a:buChar char="■"/>
              <a:defRPr/>
            </a:lvl6pPr>
            <a:lvl7pPr lvl="6" rtl="0" algn="ctr">
              <a:lnSpc>
                <a:spcPct val="100000"/>
              </a:lnSpc>
              <a:spcBef>
                <a:spcPts val="0"/>
              </a:spcBef>
              <a:spcAft>
                <a:spcPts val="0"/>
              </a:spcAft>
              <a:buClr>
                <a:srgbClr val="999999"/>
              </a:buClr>
              <a:buSzPts val="1300"/>
              <a:buFont typeface="Nunito Light"/>
              <a:buChar char="●"/>
              <a:defRPr/>
            </a:lvl7pPr>
            <a:lvl8pPr lvl="7" rtl="0" algn="ctr">
              <a:lnSpc>
                <a:spcPct val="100000"/>
              </a:lnSpc>
              <a:spcBef>
                <a:spcPts val="0"/>
              </a:spcBef>
              <a:spcAft>
                <a:spcPts val="0"/>
              </a:spcAft>
              <a:buClr>
                <a:srgbClr val="999999"/>
              </a:buClr>
              <a:buSzPts val="1300"/>
              <a:buFont typeface="Nunito Light"/>
              <a:buChar char="○"/>
              <a:defRPr/>
            </a:lvl8pPr>
            <a:lvl9pPr lvl="8" rtl="0" algn="ctr">
              <a:lnSpc>
                <a:spcPct val="100000"/>
              </a:lnSpc>
              <a:spcBef>
                <a:spcPts val="0"/>
              </a:spcBef>
              <a:spcAft>
                <a:spcPts val="0"/>
              </a:spcAft>
              <a:buClr>
                <a:srgbClr val="999999"/>
              </a:buClr>
              <a:buSzPts val="1400"/>
              <a:buFont typeface="Nunito Light"/>
              <a:buChar char="■"/>
              <a:defRPr/>
            </a:lvl9pPr>
          </a:lstStyle>
          <a:p/>
        </p:txBody>
      </p:sp>
      <p:sp>
        <p:nvSpPr>
          <p:cNvPr id="154" name="Google Shape;154;p7"/>
          <p:cNvSpPr/>
          <p:nvPr>
            <p:ph idx="2" type="pic"/>
          </p:nvPr>
        </p:nvSpPr>
        <p:spPr>
          <a:xfrm>
            <a:off x="1229825" y="1551975"/>
            <a:ext cx="1957200" cy="2746500"/>
          </a:xfrm>
          <a:prstGeom prst="rect">
            <a:avLst/>
          </a:prstGeom>
          <a:noFill/>
          <a:ln cap="flat" cmpd="sng" w="76200">
            <a:solidFill>
              <a:schemeClr val="dk1"/>
            </a:solidFill>
            <a:prstDash val="solid"/>
            <a:miter lim="8000"/>
            <a:headEnd len="sm" w="sm" type="none"/>
            <a:tailEnd len="sm" w="sm" type="none"/>
          </a:ln>
        </p:spPr>
      </p:sp>
      <p:grpSp>
        <p:nvGrpSpPr>
          <p:cNvPr id="155" name="Google Shape;155;p7"/>
          <p:cNvGrpSpPr/>
          <p:nvPr/>
        </p:nvGrpSpPr>
        <p:grpSpPr>
          <a:xfrm>
            <a:off x="147950" y="139650"/>
            <a:ext cx="8848100" cy="4864225"/>
            <a:chOff x="147950" y="139650"/>
            <a:chExt cx="8848100" cy="4864225"/>
          </a:xfrm>
        </p:grpSpPr>
        <p:grpSp>
          <p:nvGrpSpPr>
            <p:cNvPr id="156" name="Google Shape;156;p7"/>
            <p:cNvGrpSpPr/>
            <p:nvPr/>
          </p:nvGrpSpPr>
          <p:grpSpPr>
            <a:xfrm flipH="1" rot="10800000">
              <a:off x="147950" y="4850275"/>
              <a:ext cx="950900" cy="153600"/>
              <a:chOff x="147950" y="139650"/>
              <a:chExt cx="950900" cy="153600"/>
            </a:xfrm>
          </p:grpSpPr>
          <p:sp>
            <p:nvSpPr>
              <p:cNvPr id="157" name="Google Shape;157;p7"/>
              <p:cNvSpPr/>
              <p:nvPr/>
            </p:nvSpPr>
            <p:spPr>
              <a:xfrm>
                <a:off x="147950" y="139650"/>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158" name="Google Shape;158;p7"/>
              <p:cNvSpPr/>
              <p:nvPr/>
            </p:nvSpPr>
            <p:spPr>
              <a:xfrm>
                <a:off x="347275" y="139650"/>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159" name="Google Shape;159;p7"/>
              <p:cNvSpPr/>
              <p:nvPr/>
            </p:nvSpPr>
            <p:spPr>
              <a:xfrm>
                <a:off x="546600" y="139650"/>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160" name="Google Shape;160;p7"/>
              <p:cNvSpPr/>
              <p:nvPr/>
            </p:nvSpPr>
            <p:spPr>
              <a:xfrm>
                <a:off x="745925" y="139650"/>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161" name="Google Shape;161;p7"/>
              <p:cNvSpPr/>
              <p:nvPr/>
            </p:nvSpPr>
            <p:spPr>
              <a:xfrm>
                <a:off x="945250" y="139650"/>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grpSp>
        <p:grpSp>
          <p:nvGrpSpPr>
            <p:cNvPr id="162" name="Google Shape;162;p7"/>
            <p:cNvGrpSpPr/>
            <p:nvPr/>
          </p:nvGrpSpPr>
          <p:grpSpPr>
            <a:xfrm flipH="1" rot="10800000">
              <a:off x="8045150" y="139650"/>
              <a:ext cx="950900" cy="153600"/>
              <a:chOff x="8045150" y="4850275"/>
              <a:chExt cx="950900" cy="153600"/>
            </a:xfrm>
          </p:grpSpPr>
          <p:sp>
            <p:nvSpPr>
              <p:cNvPr id="163" name="Google Shape;163;p7"/>
              <p:cNvSpPr/>
              <p:nvPr/>
            </p:nvSpPr>
            <p:spPr>
              <a:xfrm>
                <a:off x="8045150" y="4850275"/>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164" name="Google Shape;164;p7"/>
              <p:cNvSpPr/>
              <p:nvPr/>
            </p:nvSpPr>
            <p:spPr>
              <a:xfrm>
                <a:off x="8244475" y="4850275"/>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165" name="Google Shape;165;p7"/>
              <p:cNvSpPr/>
              <p:nvPr/>
            </p:nvSpPr>
            <p:spPr>
              <a:xfrm>
                <a:off x="8443800" y="4850275"/>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166" name="Google Shape;166;p7"/>
              <p:cNvSpPr/>
              <p:nvPr/>
            </p:nvSpPr>
            <p:spPr>
              <a:xfrm>
                <a:off x="8643125" y="4850275"/>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167" name="Google Shape;167;p7"/>
              <p:cNvSpPr/>
              <p:nvPr/>
            </p:nvSpPr>
            <p:spPr>
              <a:xfrm>
                <a:off x="8842450" y="4850275"/>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grpSp>
        <p:grpSp>
          <p:nvGrpSpPr>
            <p:cNvPr id="168" name="Google Shape;168;p7"/>
            <p:cNvGrpSpPr/>
            <p:nvPr/>
          </p:nvGrpSpPr>
          <p:grpSpPr>
            <a:xfrm flipH="1" rot="10800000">
              <a:off x="147950" y="139650"/>
              <a:ext cx="153600" cy="950900"/>
              <a:chOff x="147950" y="3855800"/>
              <a:chExt cx="153600" cy="950900"/>
            </a:xfrm>
          </p:grpSpPr>
          <p:sp>
            <p:nvSpPr>
              <p:cNvPr id="169" name="Google Shape;169;p7"/>
              <p:cNvSpPr/>
              <p:nvPr/>
            </p:nvSpPr>
            <p:spPr>
              <a:xfrm rot="-5400000">
                <a:off x="147950" y="4653100"/>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170" name="Google Shape;170;p7"/>
              <p:cNvSpPr/>
              <p:nvPr/>
            </p:nvSpPr>
            <p:spPr>
              <a:xfrm rot="-5400000">
                <a:off x="147950" y="4453775"/>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171" name="Google Shape;171;p7"/>
              <p:cNvSpPr/>
              <p:nvPr/>
            </p:nvSpPr>
            <p:spPr>
              <a:xfrm rot="-5400000">
                <a:off x="147950" y="4254450"/>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172" name="Google Shape;172;p7"/>
              <p:cNvSpPr/>
              <p:nvPr/>
            </p:nvSpPr>
            <p:spPr>
              <a:xfrm rot="-5400000">
                <a:off x="147950" y="4055125"/>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173" name="Google Shape;173;p7"/>
              <p:cNvSpPr/>
              <p:nvPr/>
            </p:nvSpPr>
            <p:spPr>
              <a:xfrm rot="-5400000">
                <a:off x="147950" y="3855800"/>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grpSp>
        <p:grpSp>
          <p:nvGrpSpPr>
            <p:cNvPr id="174" name="Google Shape;174;p7"/>
            <p:cNvGrpSpPr/>
            <p:nvPr/>
          </p:nvGrpSpPr>
          <p:grpSpPr>
            <a:xfrm flipH="1" rot="5400000">
              <a:off x="8443800" y="4451625"/>
              <a:ext cx="950900" cy="153600"/>
              <a:chOff x="147950" y="139650"/>
              <a:chExt cx="950900" cy="153600"/>
            </a:xfrm>
          </p:grpSpPr>
          <p:sp>
            <p:nvSpPr>
              <p:cNvPr id="175" name="Google Shape;175;p7"/>
              <p:cNvSpPr/>
              <p:nvPr/>
            </p:nvSpPr>
            <p:spPr>
              <a:xfrm>
                <a:off x="147950" y="139650"/>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176" name="Google Shape;176;p7"/>
              <p:cNvSpPr/>
              <p:nvPr/>
            </p:nvSpPr>
            <p:spPr>
              <a:xfrm>
                <a:off x="347275" y="139650"/>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177" name="Google Shape;177;p7"/>
              <p:cNvSpPr/>
              <p:nvPr/>
            </p:nvSpPr>
            <p:spPr>
              <a:xfrm>
                <a:off x="546600" y="139650"/>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178" name="Google Shape;178;p7"/>
              <p:cNvSpPr/>
              <p:nvPr/>
            </p:nvSpPr>
            <p:spPr>
              <a:xfrm>
                <a:off x="745925" y="139650"/>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179" name="Google Shape;179;p7"/>
              <p:cNvSpPr/>
              <p:nvPr/>
            </p:nvSpPr>
            <p:spPr>
              <a:xfrm>
                <a:off x="945250" y="139650"/>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gr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180" name="Shape 180"/>
        <p:cNvGrpSpPr/>
        <p:nvPr/>
      </p:nvGrpSpPr>
      <p:grpSpPr>
        <a:xfrm>
          <a:off x="0" y="0"/>
          <a:ext cx="0" cy="0"/>
          <a:chOff x="0" y="0"/>
          <a:chExt cx="0" cy="0"/>
        </a:xfrm>
      </p:grpSpPr>
      <p:sp>
        <p:nvSpPr>
          <p:cNvPr id="181" name="Google Shape;181;p8"/>
          <p:cNvSpPr txBox="1"/>
          <p:nvPr>
            <p:ph type="title"/>
          </p:nvPr>
        </p:nvSpPr>
        <p:spPr>
          <a:xfrm>
            <a:off x="713225" y="2830850"/>
            <a:ext cx="7717500" cy="1452000"/>
          </a:xfrm>
          <a:prstGeom prst="rect">
            <a:avLst/>
          </a:prstGeom>
        </p:spPr>
        <p:txBody>
          <a:bodyPr anchorCtr="0" anchor="ctr" bIns="91425" lIns="91425" spcFirstLastPara="1" rIns="91425" wrap="square" tIns="91425">
            <a:noAutofit/>
          </a:bodyPr>
          <a:lstStyle>
            <a:lvl1pPr lvl="0" algn="ctr">
              <a:spcBef>
                <a:spcPts val="0"/>
              </a:spcBef>
              <a:spcAft>
                <a:spcPts val="0"/>
              </a:spcAft>
              <a:buSzPts val="4800"/>
              <a:buNone/>
              <a:defRPr sz="72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grpSp>
        <p:nvGrpSpPr>
          <p:cNvPr id="182" name="Google Shape;182;p8"/>
          <p:cNvGrpSpPr/>
          <p:nvPr/>
        </p:nvGrpSpPr>
        <p:grpSpPr>
          <a:xfrm>
            <a:off x="147950" y="139650"/>
            <a:ext cx="8848100" cy="4864225"/>
            <a:chOff x="147950" y="139650"/>
            <a:chExt cx="8848100" cy="4864225"/>
          </a:xfrm>
        </p:grpSpPr>
        <p:grpSp>
          <p:nvGrpSpPr>
            <p:cNvPr id="183" name="Google Shape;183;p8"/>
            <p:cNvGrpSpPr/>
            <p:nvPr/>
          </p:nvGrpSpPr>
          <p:grpSpPr>
            <a:xfrm flipH="1">
              <a:off x="8045150" y="139650"/>
              <a:ext cx="950900" cy="153600"/>
              <a:chOff x="147950" y="139650"/>
              <a:chExt cx="950900" cy="153600"/>
            </a:xfrm>
          </p:grpSpPr>
          <p:sp>
            <p:nvSpPr>
              <p:cNvPr id="184" name="Google Shape;184;p8"/>
              <p:cNvSpPr/>
              <p:nvPr/>
            </p:nvSpPr>
            <p:spPr>
              <a:xfrm>
                <a:off x="147950" y="139650"/>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185" name="Google Shape;185;p8"/>
              <p:cNvSpPr/>
              <p:nvPr/>
            </p:nvSpPr>
            <p:spPr>
              <a:xfrm>
                <a:off x="347275" y="139650"/>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186" name="Google Shape;186;p8"/>
              <p:cNvSpPr/>
              <p:nvPr/>
            </p:nvSpPr>
            <p:spPr>
              <a:xfrm>
                <a:off x="546600" y="139650"/>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187" name="Google Shape;187;p8"/>
              <p:cNvSpPr/>
              <p:nvPr/>
            </p:nvSpPr>
            <p:spPr>
              <a:xfrm>
                <a:off x="745925" y="139650"/>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188" name="Google Shape;188;p8"/>
              <p:cNvSpPr/>
              <p:nvPr/>
            </p:nvSpPr>
            <p:spPr>
              <a:xfrm>
                <a:off x="945250" y="139650"/>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grpSp>
        <p:grpSp>
          <p:nvGrpSpPr>
            <p:cNvPr id="189" name="Google Shape;189;p8"/>
            <p:cNvGrpSpPr/>
            <p:nvPr/>
          </p:nvGrpSpPr>
          <p:grpSpPr>
            <a:xfrm flipH="1">
              <a:off x="147950" y="4850275"/>
              <a:ext cx="950900" cy="153600"/>
              <a:chOff x="8045150" y="4850275"/>
              <a:chExt cx="950900" cy="153600"/>
            </a:xfrm>
          </p:grpSpPr>
          <p:sp>
            <p:nvSpPr>
              <p:cNvPr id="190" name="Google Shape;190;p8"/>
              <p:cNvSpPr/>
              <p:nvPr/>
            </p:nvSpPr>
            <p:spPr>
              <a:xfrm>
                <a:off x="8045150" y="4850275"/>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191" name="Google Shape;191;p8"/>
              <p:cNvSpPr/>
              <p:nvPr/>
            </p:nvSpPr>
            <p:spPr>
              <a:xfrm>
                <a:off x="8244475" y="4850275"/>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192" name="Google Shape;192;p8"/>
              <p:cNvSpPr/>
              <p:nvPr/>
            </p:nvSpPr>
            <p:spPr>
              <a:xfrm>
                <a:off x="8443800" y="4850275"/>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193" name="Google Shape;193;p8"/>
              <p:cNvSpPr/>
              <p:nvPr/>
            </p:nvSpPr>
            <p:spPr>
              <a:xfrm>
                <a:off x="8643125" y="4850275"/>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194" name="Google Shape;194;p8"/>
              <p:cNvSpPr/>
              <p:nvPr/>
            </p:nvSpPr>
            <p:spPr>
              <a:xfrm>
                <a:off x="8842450" y="4850275"/>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grpSp>
        <p:grpSp>
          <p:nvGrpSpPr>
            <p:cNvPr id="195" name="Google Shape;195;p8"/>
            <p:cNvGrpSpPr/>
            <p:nvPr/>
          </p:nvGrpSpPr>
          <p:grpSpPr>
            <a:xfrm flipH="1">
              <a:off x="147950" y="139650"/>
              <a:ext cx="950900" cy="153600"/>
              <a:chOff x="147950" y="139650"/>
              <a:chExt cx="950900" cy="153600"/>
            </a:xfrm>
          </p:grpSpPr>
          <p:sp>
            <p:nvSpPr>
              <p:cNvPr id="196" name="Google Shape;196;p8"/>
              <p:cNvSpPr/>
              <p:nvPr/>
            </p:nvSpPr>
            <p:spPr>
              <a:xfrm>
                <a:off x="147950" y="139650"/>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197" name="Google Shape;197;p8"/>
              <p:cNvSpPr/>
              <p:nvPr/>
            </p:nvSpPr>
            <p:spPr>
              <a:xfrm>
                <a:off x="347275" y="139650"/>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198" name="Google Shape;198;p8"/>
              <p:cNvSpPr/>
              <p:nvPr/>
            </p:nvSpPr>
            <p:spPr>
              <a:xfrm>
                <a:off x="546600" y="139650"/>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199" name="Google Shape;199;p8"/>
              <p:cNvSpPr/>
              <p:nvPr/>
            </p:nvSpPr>
            <p:spPr>
              <a:xfrm>
                <a:off x="745925" y="139650"/>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200" name="Google Shape;200;p8"/>
              <p:cNvSpPr/>
              <p:nvPr/>
            </p:nvSpPr>
            <p:spPr>
              <a:xfrm>
                <a:off x="945250" y="139650"/>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grpSp>
        <p:grpSp>
          <p:nvGrpSpPr>
            <p:cNvPr id="201" name="Google Shape;201;p8"/>
            <p:cNvGrpSpPr/>
            <p:nvPr/>
          </p:nvGrpSpPr>
          <p:grpSpPr>
            <a:xfrm flipH="1">
              <a:off x="8045150" y="4850275"/>
              <a:ext cx="950900" cy="153600"/>
              <a:chOff x="8045150" y="4850275"/>
              <a:chExt cx="950900" cy="153600"/>
            </a:xfrm>
          </p:grpSpPr>
          <p:sp>
            <p:nvSpPr>
              <p:cNvPr id="202" name="Google Shape;202;p8"/>
              <p:cNvSpPr/>
              <p:nvPr/>
            </p:nvSpPr>
            <p:spPr>
              <a:xfrm>
                <a:off x="8045150" y="4850275"/>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203" name="Google Shape;203;p8"/>
              <p:cNvSpPr/>
              <p:nvPr/>
            </p:nvSpPr>
            <p:spPr>
              <a:xfrm>
                <a:off x="8244475" y="4850275"/>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204" name="Google Shape;204;p8"/>
              <p:cNvSpPr/>
              <p:nvPr/>
            </p:nvSpPr>
            <p:spPr>
              <a:xfrm>
                <a:off x="8443800" y="4850275"/>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205" name="Google Shape;205;p8"/>
              <p:cNvSpPr/>
              <p:nvPr/>
            </p:nvSpPr>
            <p:spPr>
              <a:xfrm>
                <a:off x="8643125" y="4850275"/>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206" name="Google Shape;206;p8"/>
              <p:cNvSpPr/>
              <p:nvPr/>
            </p:nvSpPr>
            <p:spPr>
              <a:xfrm>
                <a:off x="8842450" y="4850275"/>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gr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207" name="Shape 207"/>
        <p:cNvGrpSpPr/>
        <p:nvPr/>
      </p:nvGrpSpPr>
      <p:grpSpPr>
        <a:xfrm>
          <a:off x="0" y="0"/>
          <a:ext cx="0" cy="0"/>
          <a:chOff x="0" y="0"/>
          <a:chExt cx="0" cy="0"/>
        </a:xfrm>
      </p:grpSpPr>
      <p:sp>
        <p:nvSpPr>
          <p:cNvPr id="208" name="Google Shape;208;p9"/>
          <p:cNvSpPr txBox="1"/>
          <p:nvPr>
            <p:ph type="title"/>
          </p:nvPr>
        </p:nvSpPr>
        <p:spPr>
          <a:xfrm>
            <a:off x="1782150" y="573027"/>
            <a:ext cx="5579700" cy="13647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3500"/>
              <a:buNone/>
              <a:defRPr sz="9600"/>
            </a:lvl1pPr>
            <a:lvl2pPr lvl="1" rtl="0" algn="ctr">
              <a:spcBef>
                <a:spcPts val="0"/>
              </a:spcBef>
              <a:spcAft>
                <a:spcPts val="0"/>
              </a:spcAft>
              <a:buSzPts val="3500"/>
              <a:buNone/>
              <a:defRPr/>
            </a:lvl2pPr>
            <a:lvl3pPr lvl="2" rtl="0" algn="ctr">
              <a:spcBef>
                <a:spcPts val="0"/>
              </a:spcBef>
              <a:spcAft>
                <a:spcPts val="0"/>
              </a:spcAft>
              <a:buSzPts val="3500"/>
              <a:buNone/>
              <a:defRPr/>
            </a:lvl3pPr>
            <a:lvl4pPr lvl="3" rtl="0" algn="ctr">
              <a:spcBef>
                <a:spcPts val="0"/>
              </a:spcBef>
              <a:spcAft>
                <a:spcPts val="0"/>
              </a:spcAft>
              <a:buSzPts val="3500"/>
              <a:buNone/>
              <a:defRPr/>
            </a:lvl4pPr>
            <a:lvl5pPr lvl="4" rtl="0" algn="ctr">
              <a:spcBef>
                <a:spcPts val="0"/>
              </a:spcBef>
              <a:spcAft>
                <a:spcPts val="0"/>
              </a:spcAft>
              <a:buSzPts val="3500"/>
              <a:buNone/>
              <a:defRPr/>
            </a:lvl5pPr>
            <a:lvl6pPr lvl="5" rtl="0" algn="ctr">
              <a:spcBef>
                <a:spcPts val="0"/>
              </a:spcBef>
              <a:spcAft>
                <a:spcPts val="0"/>
              </a:spcAft>
              <a:buSzPts val="3500"/>
              <a:buNone/>
              <a:defRPr/>
            </a:lvl6pPr>
            <a:lvl7pPr lvl="6" rtl="0" algn="ctr">
              <a:spcBef>
                <a:spcPts val="0"/>
              </a:spcBef>
              <a:spcAft>
                <a:spcPts val="0"/>
              </a:spcAft>
              <a:buSzPts val="3500"/>
              <a:buNone/>
              <a:defRPr/>
            </a:lvl7pPr>
            <a:lvl8pPr lvl="7" rtl="0" algn="ctr">
              <a:spcBef>
                <a:spcPts val="0"/>
              </a:spcBef>
              <a:spcAft>
                <a:spcPts val="0"/>
              </a:spcAft>
              <a:buSzPts val="3500"/>
              <a:buNone/>
              <a:defRPr/>
            </a:lvl8pPr>
            <a:lvl9pPr lvl="8" rtl="0" algn="ctr">
              <a:spcBef>
                <a:spcPts val="0"/>
              </a:spcBef>
              <a:spcAft>
                <a:spcPts val="0"/>
              </a:spcAft>
              <a:buSzPts val="3500"/>
              <a:buNone/>
              <a:defRPr/>
            </a:lvl9pPr>
          </a:lstStyle>
          <a:p/>
        </p:txBody>
      </p:sp>
      <p:sp>
        <p:nvSpPr>
          <p:cNvPr id="209" name="Google Shape;209;p9"/>
          <p:cNvSpPr txBox="1"/>
          <p:nvPr>
            <p:ph idx="1" type="subTitle"/>
          </p:nvPr>
        </p:nvSpPr>
        <p:spPr>
          <a:xfrm>
            <a:off x="1782150" y="1937732"/>
            <a:ext cx="5579700" cy="635400"/>
          </a:xfrm>
          <a:prstGeom prst="rect">
            <a:avLst/>
          </a:prstGeom>
          <a:noFill/>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6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grpSp>
        <p:nvGrpSpPr>
          <p:cNvPr id="210" name="Google Shape;210;p9"/>
          <p:cNvGrpSpPr/>
          <p:nvPr/>
        </p:nvGrpSpPr>
        <p:grpSpPr>
          <a:xfrm>
            <a:off x="147950" y="139650"/>
            <a:ext cx="8848100" cy="4864225"/>
            <a:chOff x="147950" y="139650"/>
            <a:chExt cx="8848100" cy="4864225"/>
          </a:xfrm>
        </p:grpSpPr>
        <p:grpSp>
          <p:nvGrpSpPr>
            <p:cNvPr id="211" name="Google Shape;211;p9"/>
            <p:cNvGrpSpPr/>
            <p:nvPr/>
          </p:nvGrpSpPr>
          <p:grpSpPr>
            <a:xfrm flipH="1" rot="10800000">
              <a:off x="147950" y="4850275"/>
              <a:ext cx="950900" cy="153600"/>
              <a:chOff x="147950" y="139650"/>
              <a:chExt cx="950900" cy="153600"/>
            </a:xfrm>
          </p:grpSpPr>
          <p:sp>
            <p:nvSpPr>
              <p:cNvPr id="212" name="Google Shape;212;p9"/>
              <p:cNvSpPr/>
              <p:nvPr/>
            </p:nvSpPr>
            <p:spPr>
              <a:xfrm>
                <a:off x="147950" y="139650"/>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213" name="Google Shape;213;p9"/>
              <p:cNvSpPr/>
              <p:nvPr/>
            </p:nvSpPr>
            <p:spPr>
              <a:xfrm>
                <a:off x="347275" y="139650"/>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214" name="Google Shape;214;p9"/>
              <p:cNvSpPr/>
              <p:nvPr/>
            </p:nvSpPr>
            <p:spPr>
              <a:xfrm>
                <a:off x="546600" y="139650"/>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215" name="Google Shape;215;p9"/>
              <p:cNvSpPr/>
              <p:nvPr/>
            </p:nvSpPr>
            <p:spPr>
              <a:xfrm>
                <a:off x="745925" y="139650"/>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216" name="Google Shape;216;p9"/>
              <p:cNvSpPr/>
              <p:nvPr/>
            </p:nvSpPr>
            <p:spPr>
              <a:xfrm>
                <a:off x="945250" y="139650"/>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grpSp>
        <p:grpSp>
          <p:nvGrpSpPr>
            <p:cNvPr id="217" name="Google Shape;217;p9"/>
            <p:cNvGrpSpPr/>
            <p:nvPr/>
          </p:nvGrpSpPr>
          <p:grpSpPr>
            <a:xfrm flipH="1" rot="10800000">
              <a:off x="8045150" y="139650"/>
              <a:ext cx="950900" cy="153600"/>
              <a:chOff x="8045150" y="4850275"/>
              <a:chExt cx="950900" cy="153600"/>
            </a:xfrm>
          </p:grpSpPr>
          <p:sp>
            <p:nvSpPr>
              <p:cNvPr id="218" name="Google Shape;218;p9"/>
              <p:cNvSpPr/>
              <p:nvPr/>
            </p:nvSpPr>
            <p:spPr>
              <a:xfrm>
                <a:off x="8045150" y="4850275"/>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219" name="Google Shape;219;p9"/>
              <p:cNvSpPr/>
              <p:nvPr/>
            </p:nvSpPr>
            <p:spPr>
              <a:xfrm>
                <a:off x="8244475" y="4850275"/>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220" name="Google Shape;220;p9"/>
              <p:cNvSpPr/>
              <p:nvPr/>
            </p:nvSpPr>
            <p:spPr>
              <a:xfrm>
                <a:off x="8443800" y="4850275"/>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221" name="Google Shape;221;p9"/>
              <p:cNvSpPr/>
              <p:nvPr/>
            </p:nvSpPr>
            <p:spPr>
              <a:xfrm>
                <a:off x="8643125" y="4850275"/>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222" name="Google Shape;222;p9"/>
              <p:cNvSpPr/>
              <p:nvPr/>
            </p:nvSpPr>
            <p:spPr>
              <a:xfrm>
                <a:off x="8842450" y="4850275"/>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grpSp>
        <p:grpSp>
          <p:nvGrpSpPr>
            <p:cNvPr id="223" name="Google Shape;223;p9"/>
            <p:cNvGrpSpPr/>
            <p:nvPr/>
          </p:nvGrpSpPr>
          <p:grpSpPr>
            <a:xfrm flipH="1" rot="10800000">
              <a:off x="147950" y="139650"/>
              <a:ext cx="153600" cy="950900"/>
              <a:chOff x="147950" y="3855800"/>
              <a:chExt cx="153600" cy="950900"/>
            </a:xfrm>
          </p:grpSpPr>
          <p:sp>
            <p:nvSpPr>
              <p:cNvPr id="224" name="Google Shape;224;p9"/>
              <p:cNvSpPr/>
              <p:nvPr/>
            </p:nvSpPr>
            <p:spPr>
              <a:xfrm rot="-5400000">
                <a:off x="147950" y="4653100"/>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225" name="Google Shape;225;p9"/>
              <p:cNvSpPr/>
              <p:nvPr/>
            </p:nvSpPr>
            <p:spPr>
              <a:xfrm rot="-5400000">
                <a:off x="147950" y="4453775"/>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226" name="Google Shape;226;p9"/>
              <p:cNvSpPr/>
              <p:nvPr/>
            </p:nvSpPr>
            <p:spPr>
              <a:xfrm rot="-5400000">
                <a:off x="147950" y="4254450"/>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227" name="Google Shape;227;p9"/>
              <p:cNvSpPr/>
              <p:nvPr/>
            </p:nvSpPr>
            <p:spPr>
              <a:xfrm rot="-5400000">
                <a:off x="147950" y="4055125"/>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228" name="Google Shape;228;p9"/>
              <p:cNvSpPr/>
              <p:nvPr/>
            </p:nvSpPr>
            <p:spPr>
              <a:xfrm rot="-5400000">
                <a:off x="147950" y="3855800"/>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grpSp>
        <p:grpSp>
          <p:nvGrpSpPr>
            <p:cNvPr id="229" name="Google Shape;229;p9"/>
            <p:cNvGrpSpPr/>
            <p:nvPr/>
          </p:nvGrpSpPr>
          <p:grpSpPr>
            <a:xfrm flipH="1" rot="5400000">
              <a:off x="8443800" y="4451625"/>
              <a:ext cx="950900" cy="153600"/>
              <a:chOff x="147950" y="139650"/>
              <a:chExt cx="950900" cy="153600"/>
            </a:xfrm>
          </p:grpSpPr>
          <p:sp>
            <p:nvSpPr>
              <p:cNvPr id="230" name="Google Shape;230;p9"/>
              <p:cNvSpPr/>
              <p:nvPr/>
            </p:nvSpPr>
            <p:spPr>
              <a:xfrm>
                <a:off x="147950" y="139650"/>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231" name="Google Shape;231;p9"/>
              <p:cNvSpPr/>
              <p:nvPr/>
            </p:nvSpPr>
            <p:spPr>
              <a:xfrm>
                <a:off x="347275" y="139650"/>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232" name="Google Shape;232;p9"/>
              <p:cNvSpPr/>
              <p:nvPr/>
            </p:nvSpPr>
            <p:spPr>
              <a:xfrm>
                <a:off x="546600" y="139650"/>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233" name="Google Shape;233;p9"/>
              <p:cNvSpPr/>
              <p:nvPr/>
            </p:nvSpPr>
            <p:spPr>
              <a:xfrm>
                <a:off x="745925" y="139650"/>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234" name="Google Shape;234;p9"/>
              <p:cNvSpPr/>
              <p:nvPr/>
            </p:nvSpPr>
            <p:spPr>
              <a:xfrm>
                <a:off x="945250" y="139650"/>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grp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235" name="Shape 235"/>
        <p:cNvGrpSpPr/>
        <p:nvPr/>
      </p:nvGrpSpPr>
      <p:grpSpPr>
        <a:xfrm>
          <a:off x="0" y="0"/>
          <a:ext cx="0" cy="0"/>
          <a:chOff x="0" y="0"/>
          <a:chExt cx="0" cy="0"/>
        </a:xfrm>
      </p:grpSpPr>
      <p:sp>
        <p:nvSpPr>
          <p:cNvPr id="236" name="Google Shape;236;p10"/>
          <p:cNvSpPr/>
          <p:nvPr>
            <p:ph idx="2" type="pic"/>
          </p:nvPr>
        </p:nvSpPr>
        <p:spPr>
          <a:xfrm>
            <a:off x="-3301" y="0"/>
            <a:ext cx="9150600" cy="5143500"/>
          </a:xfrm>
          <a:prstGeom prst="rect">
            <a:avLst/>
          </a:prstGeom>
          <a:noFill/>
          <a:ln>
            <a:noFill/>
          </a:ln>
        </p:spPr>
      </p:sp>
      <p:sp>
        <p:nvSpPr>
          <p:cNvPr id="237" name="Google Shape;237;p10"/>
          <p:cNvSpPr txBox="1"/>
          <p:nvPr>
            <p:ph type="title"/>
          </p:nvPr>
        </p:nvSpPr>
        <p:spPr>
          <a:xfrm>
            <a:off x="720000" y="597425"/>
            <a:ext cx="7704000" cy="687300"/>
          </a:xfrm>
          <a:prstGeom prst="rect">
            <a:avLst/>
          </a:prstGeom>
          <a:solidFill>
            <a:schemeClr val="dk1"/>
          </a:solidFill>
        </p:spPr>
        <p:txBody>
          <a:bodyPr anchorCtr="0" anchor="t" bIns="91425" lIns="91425" spcFirstLastPara="1" rIns="91425" wrap="square" tIns="91425">
            <a:noAutofit/>
          </a:bodyPr>
          <a:lstStyle>
            <a:lvl1pPr lvl="0" rtl="0" algn="ctr">
              <a:spcBef>
                <a:spcPts val="0"/>
              </a:spcBef>
              <a:spcAft>
                <a:spcPts val="0"/>
              </a:spcAft>
              <a:buSzPts val="3500"/>
              <a:buNone/>
              <a:defRPr>
                <a:solidFill>
                  <a:schemeClr val="lt1"/>
                </a:solidFill>
              </a:defRPr>
            </a:lvl1pPr>
            <a:lvl2pPr lvl="1" rtl="0" algn="ctr">
              <a:spcBef>
                <a:spcPts val="0"/>
              </a:spcBef>
              <a:spcAft>
                <a:spcPts val="0"/>
              </a:spcAft>
              <a:buSzPts val="3500"/>
              <a:buNone/>
              <a:defRPr/>
            </a:lvl2pPr>
            <a:lvl3pPr lvl="2" rtl="0" algn="ctr">
              <a:spcBef>
                <a:spcPts val="0"/>
              </a:spcBef>
              <a:spcAft>
                <a:spcPts val="0"/>
              </a:spcAft>
              <a:buSzPts val="3500"/>
              <a:buNone/>
              <a:defRPr/>
            </a:lvl3pPr>
            <a:lvl4pPr lvl="3" rtl="0" algn="ctr">
              <a:spcBef>
                <a:spcPts val="0"/>
              </a:spcBef>
              <a:spcAft>
                <a:spcPts val="0"/>
              </a:spcAft>
              <a:buSzPts val="3500"/>
              <a:buNone/>
              <a:defRPr/>
            </a:lvl4pPr>
            <a:lvl5pPr lvl="4" rtl="0" algn="ctr">
              <a:spcBef>
                <a:spcPts val="0"/>
              </a:spcBef>
              <a:spcAft>
                <a:spcPts val="0"/>
              </a:spcAft>
              <a:buSzPts val="3500"/>
              <a:buNone/>
              <a:defRPr/>
            </a:lvl5pPr>
            <a:lvl6pPr lvl="5" rtl="0" algn="ctr">
              <a:spcBef>
                <a:spcPts val="0"/>
              </a:spcBef>
              <a:spcAft>
                <a:spcPts val="0"/>
              </a:spcAft>
              <a:buSzPts val="3500"/>
              <a:buNone/>
              <a:defRPr/>
            </a:lvl6pPr>
            <a:lvl7pPr lvl="6" rtl="0" algn="ctr">
              <a:spcBef>
                <a:spcPts val="0"/>
              </a:spcBef>
              <a:spcAft>
                <a:spcPts val="0"/>
              </a:spcAft>
              <a:buSzPts val="3500"/>
              <a:buNone/>
              <a:defRPr/>
            </a:lvl7pPr>
            <a:lvl8pPr lvl="7" rtl="0" algn="ctr">
              <a:spcBef>
                <a:spcPts val="0"/>
              </a:spcBef>
              <a:spcAft>
                <a:spcPts val="0"/>
              </a:spcAft>
              <a:buSzPts val="3500"/>
              <a:buNone/>
              <a:defRPr/>
            </a:lvl8pPr>
            <a:lvl9pPr lvl="8" rtl="0" algn="ctr">
              <a:spcBef>
                <a:spcPts val="0"/>
              </a:spcBef>
              <a:spcAft>
                <a:spcPts val="0"/>
              </a:spcAft>
              <a:buSzPts val="3500"/>
              <a:buNone/>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238" name="Shape 238"/>
        <p:cNvGrpSpPr/>
        <p:nvPr/>
      </p:nvGrpSpPr>
      <p:grpSpPr>
        <a:xfrm>
          <a:off x="0" y="0"/>
          <a:ext cx="0" cy="0"/>
          <a:chOff x="0" y="0"/>
          <a:chExt cx="0" cy="0"/>
        </a:xfrm>
      </p:grpSpPr>
      <p:sp>
        <p:nvSpPr>
          <p:cNvPr id="239" name="Google Shape;239;p11"/>
          <p:cNvSpPr txBox="1"/>
          <p:nvPr>
            <p:ph hasCustomPrompt="1" type="title"/>
          </p:nvPr>
        </p:nvSpPr>
        <p:spPr>
          <a:xfrm>
            <a:off x="1284000" y="2410488"/>
            <a:ext cx="6576000" cy="1327200"/>
          </a:xfrm>
          <a:prstGeom prst="rect">
            <a:avLst/>
          </a:prstGeom>
        </p:spPr>
        <p:txBody>
          <a:bodyPr anchorCtr="0" anchor="b" bIns="91425" lIns="91425" spcFirstLastPara="1" rIns="91425" wrap="square" tIns="91425">
            <a:noAutofit/>
          </a:bodyPr>
          <a:lstStyle>
            <a:lvl1pPr lvl="0" algn="ctr">
              <a:spcBef>
                <a:spcPts val="0"/>
              </a:spcBef>
              <a:spcAft>
                <a:spcPts val="0"/>
              </a:spcAft>
              <a:buSzPts val="9600"/>
              <a:buNone/>
              <a:defRPr sz="7200"/>
            </a:lvl1pPr>
            <a:lvl2pPr lvl="1" algn="ctr">
              <a:spcBef>
                <a:spcPts val="0"/>
              </a:spcBef>
              <a:spcAft>
                <a:spcPts val="0"/>
              </a:spcAft>
              <a:buSzPts val="9600"/>
              <a:buNone/>
              <a:defRPr sz="9600"/>
            </a:lvl2pPr>
            <a:lvl3pPr lvl="2" algn="ctr">
              <a:spcBef>
                <a:spcPts val="0"/>
              </a:spcBef>
              <a:spcAft>
                <a:spcPts val="0"/>
              </a:spcAft>
              <a:buSzPts val="9600"/>
              <a:buNone/>
              <a:defRPr sz="9600"/>
            </a:lvl3pPr>
            <a:lvl4pPr lvl="3" algn="ctr">
              <a:spcBef>
                <a:spcPts val="0"/>
              </a:spcBef>
              <a:spcAft>
                <a:spcPts val="0"/>
              </a:spcAft>
              <a:buSzPts val="9600"/>
              <a:buNone/>
              <a:defRPr sz="9600"/>
            </a:lvl4pPr>
            <a:lvl5pPr lvl="4" algn="ctr">
              <a:spcBef>
                <a:spcPts val="0"/>
              </a:spcBef>
              <a:spcAft>
                <a:spcPts val="0"/>
              </a:spcAft>
              <a:buSzPts val="9600"/>
              <a:buNone/>
              <a:defRPr sz="9600"/>
            </a:lvl5pPr>
            <a:lvl6pPr lvl="5" algn="ctr">
              <a:spcBef>
                <a:spcPts val="0"/>
              </a:spcBef>
              <a:spcAft>
                <a:spcPts val="0"/>
              </a:spcAft>
              <a:buSzPts val="9600"/>
              <a:buNone/>
              <a:defRPr sz="9600"/>
            </a:lvl6pPr>
            <a:lvl7pPr lvl="6" algn="ctr">
              <a:spcBef>
                <a:spcPts val="0"/>
              </a:spcBef>
              <a:spcAft>
                <a:spcPts val="0"/>
              </a:spcAft>
              <a:buSzPts val="9600"/>
              <a:buNone/>
              <a:defRPr sz="9600"/>
            </a:lvl7pPr>
            <a:lvl8pPr lvl="7" algn="ctr">
              <a:spcBef>
                <a:spcPts val="0"/>
              </a:spcBef>
              <a:spcAft>
                <a:spcPts val="0"/>
              </a:spcAft>
              <a:buSzPts val="9600"/>
              <a:buNone/>
              <a:defRPr sz="9600"/>
            </a:lvl8pPr>
            <a:lvl9pPr lvl="8" algn="ctr">
              <a:spcBef>
                <a:spcPts val="0"/>
              </a:spcBef>
              <a:spcAft>
                <a:spcPts val="0"/>
              </a:spcAft>
              <a:buSzPts val="9600"/>
              <a:buNone/>
              <a:defRPr sz="9600"/>
            </a:lvl9pPr>
          </a:lstStyle>
          <a:p>
            <a:r>
              <a:t>xx%</a:t>
            </a:r>
          </a:p>
        </p:txBody>
      </p:sp>
      <p:sp>
        <p:nvSpPr>
          <p:cNvPr id="240" name="Google Shape;240;p11"/>
          <p:cNvSpPr txBox="1"/>
          <p:nvPr>
            <p:ph idx="1" type="subTitle"/>
          </p:nvPr>
        </p:nvSpPr>
        <p:spPr>
          <a:xfrm>
            <a:off x="1284000" y="3984363"/>
            <a:ext cx="6576000" cy="4971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600"/>
              <a:buNone/>
              <a:defRPr sz="1600"/>
            </a:lvl1pPr>
            <a:lvl2pPr lvl="1" rtl="0" algn="ctr">
              <a:lnSpc>
                <a:spcPct val="100000"/>
              </a:lnSpc>
              <a:spcBef>
                <a:spcPts val="0"/>
              </a:spcBef>
              <a:spcAft>
                <a:spcPts val="0"/>
              </a:spcAft>
              <a:buSzPts val="1600"/>
              <a:buNone/>
              <a:defRPr sz="1600"/>
            </a:lvl2pPr>
            <a:lvl3pPr lvl="2" rtl="0" algn="ctr">
              <a:lnSpc>
                <a:spcPct val="100000"/>
              </a:lnSpc>
              <a:spcBef>
                <a:spcPts val="0"/>
              </a:spcBef>
              <a:spcAft>
                <a:spcPts val="0"/>
              </a:spcAft>
              <a:buSzPts val="1600"/>
              <a:buNone/>
              <a:defRPr sz="1600"/>
            </a:lvl3pPr>
            <a:lvl4pPr lvl="3" rtl="0" algn="ctr">
              <a:lnSpc>
                <a:spcPct val="100000"/>
              </a:lnSpc>
              <a:spcBef>
                <a:spcPts val="0"/>
              </a:spcBef>
              <a:spcAft>
                <a:spcPts val="0"/>
              </a:spcAft>
              <a:buSzPts val="1600"/>
              <a:buNone/>
              <a:defRPr sz="1600"/>
            </a:lvl4pPr>
            <a:lvl5pPr lvl="4" rtl="0" algn="ctr">
              <a:lnSpc>
                <a:spcPct val="100000"/>
              </a:lnSpc>
              <a:spcBef>
                <a:spcPts val="0"/>
              </a:spcBef>
              <a:spcAft>
                <a:spcPts val="0"/>
              </a:spcAft>
              <a:buSzPts val="1600"/>
              <a:buNone/>
              <a:defRPr sz="1600"/>
            </a:lvl5pPr>
            <a:lvl6pPr lvl="5" rtl="0" algn="ctr">
              <a:lnSpc>
                <a:spcPct val="100000"/>
              </a:lnSpc>
              <a:spcBef>
                <a:spcPts val="0"/>
              </a:spcBef>
              <a:spcAft>
                <a:spcPts val="0"/>
              </a:spcAft>
              <a:buSzPts val="1600"/>
              <a:buNone/>
              <a:defRPr sz="1600"/>
            </a:lvl6pPr>
            <a:lvl7pPr lvl="6" rtl="0" algn="ctr">
              <a:lnSpc>
                <a:spcPct val="100000"/>
              </a:lnSpc>
              <a:spcBef>
                <a:spcPts val="0"/>
              </a:spcBef>
              <a:spcAft>
                <a:spcPts val="0"/>
              </a:spcAft>
              <a:buSzPts val="1600"/>
              <a:buNone/>
              <a:defRPr sz="1600"/>
            </a:lvl7pPr>
            <a:lvl8pPr lvl="7" rtl="0" algn="ctr">
              <a:lnSpc>
                <a:spcPct val="100000"/>
              </a:lnSpc>
              <a:spcBef>
                <a:spcPts val="0"/>
              </a:spcBef>
              <a:spcAft>
                <a:spcPts val="0"/>
              </a:spcAft>
              <a:buSzPts val="1600"/>
              <a:buNone/>
              <a:defRPr sz="1600"/>
            </a:lvl8pPr>
            <a:lvl9pPr lvl="8" rtl="0" algn="ctr">
              <a:lnSpc>
                <a:spcPct val="100000"/>
              </a:lnSpc>
              <a:spcBef>
                <a:spcPts val="0"/>
              </a:spcBef>
              <a:spcAft>
                <a:spcPts val="0"/>
              </a:spcAft>
              <a:buSzPts val="1600"/>
              <a:buNone/>
              <a:defRPr sz="1600"/>
            </a:lvl9pPr>
          </a:lstStyle>
          <a:p/>
        </p:txBody>
      </p:sp>
      <p:grpSp>
        <p:nvGrpSpPr>
          <p:cNvPr id="241" name="Google Shape;241;p11"/>
          <p:cNvGrpSpPr/>
          <p:nvPr/>
        </p:nvGrpSpPr>
        <p:grpSpPr>
          <a:xfrm>
            <a:off x="147950" y="139650"/>
            <a:ext cx="8848100" cy="4864225"/>
            <a:chOff x="147950" y="139650"/>
            <a:chExt cx="8848100" cy="4864225"/>
          </a:xfrm>
        </p:grpSpPr>
        <p:grpSp>
          <p:nvGrpSpPr>
            <p:cNvPr id="242" name="Google Shape;242;p11"/>
            <p:cNvGrpSpPr/>
            <p:nvPr/>
          </p:nvGrpSpPr>
          <p:grpSpPr>
            <a:xfrm flipH="1" rot="10800000">
              <a:off x="147950" y="4850275"/>
              <a:ext cx="950900" cy="153600"/>
              <a:chOff x="147950" y="139650"/>
              <a:chExt cx="950900" cy="153600"/>
            </a:xfrm>
          </p:grpSpPr>
          <p:sp>
            <p:nvSpPr>
              <p:cNvPr id="243" name="Google Shape;243;p11"/>
              <p:cNvSpPr/>
              <p:nvPr/>
            </p:nvSpPr>
            <p:spPr>
              <a:xfrm>
                <a:off x="147950" y="139650"/>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244" name="Google Shape;244;p11"/>
              <p:cNvSpPr/>
              <p:nvPr/>
            </p:nvSpPr>
            <p:spPr>
              <a:xfrm>
                <a:off x="347275" y="139650"/>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245" name="Google Shape;245;p11"/>
              <p:cNvSpPr/>
              <p:nvPr/>
            </p:nvSpPr>
            <p:spPr>
              <a:xfrm>
                <a:off x="546600" y="139650"/>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246" name="Google Shape;246;p11"/>
              <p:cNvSpPr/>
              <p:nvPr/>
            </p:nvSpPr>
            <p:spPr>
              <a:xfrm>
                <a:off x="745925" y="139650"/>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247" name="Google Shape;247;p11"/>
              <p:cNvSpPr/>
              <p:nvPr/>
            </p:nvSpPr>
            <p:spPr>
              <a:xfrm>
                <a:off x="945250" y="139650"/>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grpSp>
        <p:grpSp>
          <p:nvGrpSpPr>
            <p:cNvPr id="248" name="Google Shape;248;p11"/>
            <p:cNvGrpSpPr/>
            <p:nvPr/>
          </p:nvGrpSpPr>
          <p:grpSpPr>
            <a:xfrm flipH="1" rot="10800000">
              <a:off x="8045150" y="139650"/>
              <a:ext cx="950900" cy="153600"/>
              <a:chOff x="8045150" y="4850275"/>
              <a:chExt cx="950900" cy="153600"/>
            </a:xfrm>
          </p:grpSpPr>
          <p:sp>
            <p:nvSpPr>
              <p:cNvPr id="249" name="Google Shape;249;p11"/>
              <p:cNvSpPr/>
              <p:nvPr/>
            </p:nvSpPr>
            <p:spPr>
              <a:xfrm>
                <a:off x="8045150" y="4850275"/>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250" name="Google Shape;250;p11"/>
              <p:cNvSpPr/>
              <p:nvPr/>
            </p:nvSpPr>
            <p:spPr>
              <a:xfrm>
                <a:off x="8244475" y="4850275"/>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251" name="Google Shape;251;p11"/>
              <p:cNvSpPr/>
              <p:nvPr/>
            </p:nvSpPr>
            <p:spPr>
              <a:xfrm>
                <a:off x="8443800" y="4850275"/>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252" name="Google Shape;252;p11"/>
              <p:cNvSpPr/>
              <p:nvPr/>
            </p:nvSpPr>
            <p:spPr>
              <a:xfrm>
                <a:off x="8643125" y="4850275"/>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253" name="Google Shape;253;p11"/>
              <p:cNvSpPr/>
              <p:nvPr/>
            </p:nvSpPr>
            <p:spPr>
              <a:xfrm>
                <a:off x="8842450" y="4850275"/>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grpSp>
        <p:grpSp>
          <p:nvGrpSpPr>
            <p:cNvPr id="254" name="Google Shape;254;p11"/>
            <p:cNvGrpSpPr/>
            <p:nvPr/>
          </p:nvGrpSpPr>
          <p:grpSpPr>
            <a:xfrm flipH="1" rot="10800000">
              <a:off x="147950" y="139650"/>
              <a:ext cx="153600" cy="950900"/>
              <a:chOff x="147950" y="3855800"/>
              <a:chExt cx="153600" cy="950900"/>
            </a:xfrm>
          </p:grpSpPr>
          <p:sp>
            <p:nvSpPr>
              <p:cNvPr id="255" name="Google Shape;255;p11"/>
              <p:cNvSpPr/>
              <p:nvPr/>
            </p:nvSpPr>
            <p:spPr>
              <a:xfrm rot="-5400000">
                <a:off x="147950" y="4653100"/>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256" name="Google Shape;256;p11"/>
              <p:cNvSpPr/>
              <p:nvPr/>
            </p:nvSpPr>
            <p:spPr>
              <a:xfrm rot="-5400000">
                <a:off x="147950" y="4453775"/>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257" name="Google Shape;257;p11"/>
              <p:cNvSpPr/>
              <p:nvPr/>
            </p:nvSpPr>
            <p:spPr>
              <a:xfrm rot="-5400000">
                <a:off x="147950" y="4254450"/>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258" name="Google Shape;258;p11"/>
              <p:cNvSpPr/>
              <p:nvPr/>
            </p:nvSpPr>
            <p:spPr>
              <a:xfrm rot="-5400000">
                <a:off x="147950" y="4055125"/>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259" name="Google Shape;259;p11"/>
              <p:cNvSpPr/>
              <p:nvPr/>
            </p:nvSpPr>
            <p:spPr>
              <a:xfrm rot="-5400000">
                <a:off x="147950" y="3855800"/>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grpSp>
        <p:grpSp>
          <p:nvGrpSpPr>
            <p:cNvPr id="260" name="Google Shape;260;p11"/>
            <p:cNvGrpSpPr/>
            <p:nvPr/>
          </p:nvGrpSpPr>
          <p:grpSpPr>
            <a:xfrm flipH="1" rot="5400000">
              <a:off x="8443800" y="4451625"/>
              <a:ext cx="950900" cy="153600"/>
              <a:chOff x="147950" y="139650"/>
              <a:chExt cx="950900" cy="153600"/>
            </a:xfrm>
          </p:grpSpPr>
          <p:sp>
            <p:nvSpPr>
              <p:cNvPr id="261" name="Google Shape;261;p11"/>
              <p:cNvSpPr/>
              <p:nvPr/>
            </p:nvSpPr>
            <p:spPr>
              <a:xfrm>
                <a:off x="147950" y="139650"/>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262" name="Google Shape;262;p11"/>
              <p:cNvSpPr/>
              <p:nvPr/>
            </p:nvSpPr>
            <p:spPr>
              <a:xfrm>
                <a:off x="347275" y="139650"/>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263" name="Google Shape;263;p11"/>
              <p:cNvSpPr/>
              <p:nvPr/>
            </p:nvSpPr>
            <p:spPr>
              <a:xfrm>
                <a:off x="546600" y="139650"/>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264" name="Google Shape;264;p11"/>
              <p:cNvSpPr/>
              <p:nvPr/>
            </p:nvSpPr>
            <p:spPr>
              <a:xfrm>
                <a:off x="745925" y="139650"/>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265" name="Google Shape;265;p11"/>
              <p:cNvSpPr/>
              <p:nvPr/>
            </p:nvSpPr>
            <p:spPr>
              <a:xfrm>
                <a:off x="945250" y="139650"/>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gr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noFill/>
      </p:bgPr>
    </p:bg>
    <p:spTree>
      <p:nvGrpSpPr>
        <p:cNvPr id="266" name="Shape 266"/>
        <p:cNvGrpSpPr/>
        <p:nvPr/>
      </p:nvGrpSpPr>
      <p:grpSpPr>
        <a:xfrm>
          <a:off x="0" y="0"/>
          <a:ext cx="0" cy="0"/>
          <a:chOff x="0" y="0"/>
          <a:chExt cx="0" cy="0"/>
        </a:xfrm>
      </p:grpSpPr>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BLANK_1_1_1_1_1_1">
    <p:spTree>
      <p:nvGrpSpPr>
        <p:cNvPr id="267" name="Shape 267"/>
        <p:cNvGrpSpPr/>
        <p:nvPr/>
      </p:nvGrpSpPr>
      <p:grpSpPr>
        <a:xfrm>
          <a:off x="0" y="0"/>
          <a:ext cx="0" cy="0"/>
          <a:chOff x="0" y="0"/>
          <a:chExt cx="0" cy="0"/>
        </a:xfrm>
      </p:grpSpPr>
      <p:sp>
        <p:nvSpPr>
          <p:cNvPr id="268" name="Google Shape;268;p13"/>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269" name="Google Shape;269;p13"/>
          <p:cNvSpPr txBox="1"/>
          <p:nvPr>
            <p:ph idx="1" type="subTitle"/>
          </p:nvPr>
        </p:nvSpPr>
        <p:spPr>
          <a:xfrm>
            <a:off x="716611" y="2214947"/>
            <a:ext cx="2558400" cy="572700"/>
          </a:xfrm>
          <a:prstGeom prst="rect">
            <a:avLst/>
          </a:prstGeom>
          <a:noFill/>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270" name="Google Shape;270;p13"/>
          <p:cNvSpPr txBox="1"/>
          <p:nvPr>
            <p:ph idx="2" type="subTitle"/>
          </p:nvPr>
        </p:nvSpPr>
        <p:spPr>
          <a:xfrm>
            <a:off x="716611" y="3907425"/>
            <a:ext cx="2558400" cy="576000"/>
          </a:xfrm>
          <a:prstGeom prst="rect">
            <a:avLst/>
          </a:prstGeom>
          <a:noFill/>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271" name="Google Shape;271;p13"/>
          <p:cNvSpPr txBox="1"/>
          <p:nvPr>
            <p:ph idx="3" type="subTitle"/>
          </p:nvPr>
        </p:nvSpPr>
        <p:spPr>
          <a:xfrm>
            <a:off x="5868989" y="2214947"/>
            <a:ext cx="2558400" cy="572700"/>
          </a:xfrm>
          <a:prstGeom prst="rect">
            <a:avLst/>
          </a:prstGeom>
          <a:noFill/>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272" name="Google Shape;272;p13"/>
          <p:cNvSpPr txBox="1"/>
          <p:nvPr>
            <p:ph idx="4" type="subTitle"/>
          </p:nvPr>
        </p:nvSpPr>
        <p:spPr>
          <a:xfrm>
            <a:off x="5868989" y="3917577"/>
            <a:ext cx="2558400" cy="572700"/>
          </a:xfrm>
          <a:prstGeom prst="rect">
            <a:avLst/>
          </a:prstGeom>
          <a:noFill/>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273" name="Google Shape;273;p13"/>
          <p:cNvSpPr txBox="1"/>
          <p:nvPr>
            <p:ph hasCustomPrompt="1" idx="5" type="title"/>
          </p:nvPr>
        </p:nvSpPr>
        <p:spPr>
          <a:xfrm>
            <a:off x="716611" y="1292000"/>
            <a:ext cx="2558400" cy="528600"/>
          </a:xfrm>
          <a:prstGeom prst="rect">
            <a:avLst/>
          </a:prstGeom>
          <a:solidFill>
            <a:schemeClr val="dk2"/>
          </a:solidFill>
        </p:spPr>
        <p:txBody>
          <a:bodyPr anchorCtr="0" anchor="ctr" bIns="91425" lIns="91425" spcFirstLastPara="1" rIns="91425" wrap="square" tIns="91425">
            <a:noAutofit/>
          </a:bodyPr>
          <a:lstStyle>
            <a:lvl1pPr lvl="0" rtl="0" algn="ctr">
              <a:spcBef>
                <a:spcPts val="0"/>
              </a:spcBef>
              <a:spcAft>
                <a:spcPts val="0"/>
              </a:spcAft>
              <a:buSzPts val="3000"/>
              <a:buNone/>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274" name="Google Shape;274;p13"/>
          <p:cNvSpPr txBox="1"/>
          <p:nvPr>
            <p:ph hasCustomPrompt="1" idx="6" type="title"/>
          </p:nvPr>
        </p:nvSpPr>
        <p:spPr>
          <a:xfrm>
            <a:off x="716611" y="2994475"/>
            <a:ext cx="2558400" cy="528600"/>
          </a:xfrm>
          <a:prstGeom prst="rect">
            <a:avLst/>
          </a:prstGeom>
          <a:solidFill>
            <a:schemeClr val="lt2"/>
          </a:solidFill>
        </p:spPr>
        <p:txBody>
          <a:bodyPr anchorCtr="0" anchor="ctr" bIns="91425" lIns="91425" spcFirstLastPara="1" rIns="91425" wrap="square" tIns="91425">
            <a:noAutofit/>
          </a:bodyPr>
          <a:lstStyle>
            <a:lvl1pPr lvl="0" rtl="0" algn="ctr">
              <a:spcBef>
                <a:spcPts val="0"/>
              </a:spcBef>
              <a:spcAft>
                <a:spcPts val="0"/>
              </a:spcAft>
              <a:buSzPts val="3000"/>
              <a:buNone/>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275" name="Google Shape;275;p13"/>
          <p:cNvSpPr txBox="1"/>
          <p:nvPr>
            <p:ph hasCustomPrompt="1" idx="7" type="title"/>
          </p:nvPr>
        </p:nvSpPr>
        <p:spPr>
          <a:xfrm>
            <a:off x="5868989" y="1292000"/>
            <a:ext cx="2558400" cy="528600"/>
          </a:xfrm>
          <a:prstGeom prst="rect">
            <a:avLst/>
          </a:prstGeom>
          <a:solidFill>
            <a:schemeClr val="accent3"/>
          </a:solidFill>
        </p:spPr>
        <p:txBody>
          <a:bodyPr anchorCtr="0" anchor="ctr" bIns="91425" lIns="91425" spcFirstLastPara="1" rIns="91425" wrap="square" tIns="91425">
            <a:noAutofit/>
          </a:bodyPr>
          <a:lstStyle>
            <a:lvl1pPr lvl="0" rtl="0" algn="ctr">
              <a:spcBef>
                <a:spcPts val="0"/>
              </a:spcBef>
              <a:spcAft>
                <a:spcPts val="0"/>
              </a:spcAft>
              <a:buSzPts val="3000"/>
              <a:buNone/>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276" name="Google Shape;276;p13"/>
          <p:cNvSpPr txBox="1"/>
          <p:nvPr>
            <p:ph hasCustomPrompt="1" idx="8" type="title"/>
          </p:nvPr>
        </p:nvSpPr>
        <p:spPr>
          <a:xfrm>
            <a:off x="5868989" y="2994475"/>
            <a:ext cx="2558400" cy="528600"/>
          </a:xfrm>
          <a:prstGeom prst="rect">
            <a:avLst/>
          </a:prstGeom>
          <a:solidFill>
            <a:schemeClr val="accent5"/>
          </a:solidFill>
        </p:spPr>
        <p:txBody>
          <a:bodyPr anchorCtr="0" anchor="ctr" bIns="91425" lIns="91425" spcFirstLastPara="1" rIns="91425" wrap="square" tIns="91425">
            <a:noAutofit/>
          </a:bodyPr>
          <a:lstStyle>
            <a:lvl1pPr lvl="0" rtl="0" algn="ctr">
              <a:spcBef>
                <a:spcPts val="0"/>
              </a:spcBef>
              <a:spcAft>
                <a:spcPts val="0"/>
              </a:spcAft>
              <a:buSzPts val="3000"/>
              <a:buNone/>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277" name="Google Shape;277;p13"/>
          <p:cNvSpPr txBox="1"/>
          <p:nvPr>
            <p:ph idx="9" type="subTitle"/>
          </p:nvPr>
        </p:nvSpPr>
        <p:spPr>
          <a:xfrm>
            <a:off x="716611" y="1896648"/>
            <a:ext cx="2558400" cy="3945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2400"/>
              <a:buFont typeface="Bebas Neue"/>
              <a:buNone/>
              <a:defRPr b="1" sz="2000">
                <a:solidFill>
                  <a:schemeClr val="dk1"/>
                </a:solidFill>
                <a:latin typeface="Barlow"/>
                <a:ea typeface="Barlow"/>
                <a:cs typeface="Barlow"/>
                <a:sym typeface="Barlow"/>
              </a:defRPr>
            </a:lvl1pPr>
            <a:lvl2pPr lvl="1"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278" name="Google Shape;278;p13"/>
          <p:cNvSpPr txBox="1"/>
          <p:nvPr>
            <p:ph idx="13" type="subTitle"/>
          </p:nvPr>
        </p:nvSpPr>
        <p:spPr>
          <a:xfrm>
            <a:off x="5868989" y="1896648"/>
            <a:ext cx="2558400" cy="3945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2400"/>
              <a:buFont typeface="Bebas Neue"/>
              <a:buNone/>
              <a:defRPr b="1" sz="2000">
                <a:solidFill>
                  <a:schemeClr val="dk1"/>
                </a:solidFill>
                <a:latin typeface="Barlow"/>
                <a:ea typeface="Barlow"/>
                <a:cs typeface="Barlow"/>
                <a:sym typeface="Barlow"/>
              </a:defRPr>
            </a:lvl1pPr>
            <a:lvl2pPr lvl="1"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279" name="Google Shape;279;p13"/>
          <p:cNvSpPr txBox="1"/>
          <p:nvPr>
            <p:ph idx="14" type="subTitle"/>
          </p:nvPr>
        </p:nvSpPr>
        <p:spPr>
          <a:xfrm>
            <a:off x="716611" y="3599279"/>
            <a:ext cx="2558400" cy="3945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2400"/>
              <a:buFont typeface="Bebas Neue"/>
              <a:buNone/>
              <a:defRPr b="1" sz="2000">
                <a:solidFill>
                  <a:schemeClr val="dk1"/>
                </a:solidFill>
                <a:latin typeface="Barlow"/>
                <a:ea typeface="Barlow"/>
                <a:cs typeface="Barlow"/>
                <a:sym typeface="Barlow"/>
              </a:defRPr>
            </a:lvl1pPr>
            <a:lvl2pPr lvl="1"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280" name="Google Shape;280;p13"/>
          <p:cNvSpPr txBox="1"/>
          <p:nvPr>
            <p:ph idx="15" type="subTitle"/>
          </p:nvPr>
        </p:nvSpPr>
        <p:spPr>
          <a:xfrm>
            <a:off x="5868989" y="3599279"/>
            <a:ext cx="2558400" cy="3945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2400"/>
              <a:buFont typeface="Bebas Neue"/>
              <a:buNone/>
              <a:defRPr b="1" sz="2000">
                <a:solidFill>
                  <a:schemeClr val="dk1"/>
                </a:solidFill>
                <a:latin typeface="Barlow"/>
                <a:ea typeface="Barlow"/>
                <a:cs typeface="Barlow"/>
                <a:sym typeface="Barlow"/>
              </a:defRPr>
            </a:lvl1pPr>
            <a:lvl2pPr lvl="1"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grpSp>
        <p:nvGrpSpPr>
          <p:cNvPr id="281" name="Google Shape;281;p13"/>
          <p:cNvGrpSpPr/>
          <p:nvPr/>
        </p:nvGrpSpPr>
        <p:grpSpPr>
          <a:xfrm>
            <a:off x="147950" y="139650"/>
            <a:ext cx="8848100" cy="4864225"/>
            <a:chOff x="147950" y="139650"/>
            <a:chExt cx="8848100" cy="4864225"/>
          </a:xfrm>
        </p:grpSpPr>
        <p:grpSp>
          <p:nvGrpSpPr>
            <p:cNvPr id="282" name="Google Shape;282;p13"/>
            <p:cNvGrpSpPr/>
            <p:nvPr/>
          </p:nvGrpSpPr>
          <p:grpSpPr>
            <a:xfrm flipH="1">
              <a:off x="8045150" y="139650"/>
              <a:ext cx="950900" cy="153600"/>
              <a:chOff x="147950" y="139650"/>
              <a:chExt cx="950900" cy="153600"/>
            </a:xfrm>
          </p:grpSpPr>
          <p:sp>
            <p:nvSpPr>
              <p:cNvPr id="283" name="Google Shape;283;p13"/>
              <p:cNvSpPr/>
              <p:nvPr/>
            </p:nvSpPr>
            <p:spPr>
              <a:xfrm>
                <a:off x="147950" y="139650"/>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284" name="Google Shape;284;p13"/>
              <p:cNvSpPr/>
              <p:nvPr/>
            </p:nvSpPr>
            <p:spPr>
              <a:xfrm>
                <a:off x="347275" y="139650"/>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285" name="Google Shape;285;p13"/>
              <p:cNvSpPr/>
              <p:nvPr/>
            </p:nvSpPr>
            <p:spPr>
              <a:xfrm>
                <a:off x="546600" y="139650"/>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286" name="Google Shape;286;p13"/>
              <p:cNvSpPr/>
              <p:nvPr/>
            </p:nvSpPr>
            <p:spPr>
              <a:xfrm>
                <a:off x="745925" y="139650"/>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287" name="Google Shape;287;p13"/>
              <p:cNvSpPr/>
              <p:nvPr/>
            </p:nvSpPr>
            <p:spPr>
              <a:xfrm>
                <a:off x="945250" y="139650"/>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grpSp>
        <p:grpSp>
          <p:nvGrpSpPr>
            <p:cNvPr id="288" name="Google Shape;288;p13"/>
            <p:cNvGrpSpPr/>
            <p:nvPr/>
          </p:nvGrpSpPr>
          <p:grpSpPr>
            <a:xfrm flipH="1">
              <a:off x="147950" y="4850275"/>
              <a:ext cx="950900" cy="153600"/>
              <a:chOff x="8045150" y="4850275"/>
              <a:chExt cx="950900" cy="153600"/>
            </a:xfrm>
          </p:grpSpPr>
          <p:sp>
            <p:nvSpPr>
              <p:cNvPr id="289" name="Google Shape;289;p13"/>
              <p:cNvSpPr/>
              <p:nvPr/>
            </p:nvSpPr>
            <p:spPr>
              <a:xfrm>
                <a:off x="8045150" y="4850275"/>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290" name="Google Shape;290;p13"/>
              <p:cNvSpPr/>
              <p:nvPr/>
            </p:nvSpPr>
            <p:spPr>
              <a:xfrm>
                <a:off x="8244475" y="4850275"/>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291" name="Google Shape;291;p13"/>
              <p:cNvSpPr/>
              <p:nvPr/>
            </p:nvSpPr>
            <p:spPr>
              <a:xfrm>
                <a:off x="8443800" y="4850275"/>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292" name="Google Shape;292;p13"/>
              <p:cNvSpPr/>
              <p:nvPr/>
            </p:nvSpPr>
            <p:spPr>
              <a:xfrm>
                <a:off x="8643125" y="4850275"/>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293" name="Google Shape;293;p13"/>
              <p:cNvSpPr/>
              <p:nvPr/>
            </p:nvSpPr>
            <p:spPr>
              <a:xfrm>
                <a:off x="8842450" y="4850275"/>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grpSp>
        <p:grpSp>
          <p:nvGrpSpPr>
            <p:cNvPr id="294" name="Google Shape;294;p13"/>
            <p:cNvGrpSpPr/>
            <p:nvPr/>
          </p:nvGrpSpPr>
          <p:grpSpPr>
            <a:xfrm flipH="1">
              <a:off x="147950" y="139650"/>
              <a:ext cx="950900" cy="153600"/>
              <a:chOff x="147950" y="139650"/>
              <a:chExt cx="950900" cy="153600"/>
            </a:xfrm>
          </p:grpSpPr>
          <p:sp>
            <p:nvSpPr>
              <p:cNvPr id="295" name="Google Shape;295;p13"/>
              <p:cNvSpPr/>
              <p:nvPr/>
            </p:nvSpPr>
            <p:spPr>
              <a:xfrm>
                <a:off x="147950" y="139650"/>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296" name="Google Shape;296;p13"/>
              <p:cNvSpPr/>
              <p:nvPr/>
            </p:nvSpPr>
            <p:spPr>
              <a:xfrm>
                <a:off x="347275" y="139650"/>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297" name="Google Shape;297;p13"/>
              <p:cNvSpPr/>
              <p:nvPr/>
            </p:nvSpPr>
            <p:spPr>
              <a:xfrm>
                <a:off x="546600" y="139650"/>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298" name="Google Shape;298;p13"/>
              <p:cNvSpPr/>
              <p:nvPr/>
            </p:nvSpPr>
            <p:spPr>
              <a:xfrm>
                <a:off x="745925" y="139650"/>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299" name="Google Shape;299;p13"/>
              <p:cNvSpPr/>
              <p:nvPr/>
            </p:nvSpPr>
            <p:spPr>
              <a:xfrm>
                <a:off x="945250" y="139650"/>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grpSp>
        <p:grpSp>
          <p:nvGrpSpPr>
            <p:cNvPr id="300" name="Google Shape;300;p13"/>
            <p:cNvGrpSpPr/>
            <p:nvPr/>
          </p:nvGrpSpPr>
          <p:grpSpPr>
            <a:xfrm flipH="1">
              <a:off x="8045150" y="4850275"/>
              <a:ext cx="950900" cy="153600"/>
              <a:chOff x="8045150" y="4850275"/>
              <a:chExt cx="950900" cy="153600"/>
            </a:xfrm>
          </p:grpSpPr>
          <p:sp>
            <p:nvSpPr>
              <p:cNvPr id="301" name="Google Shape;301;p13"/>
              <p:cNvSpPr/>
              <p:nvPr/>
            </p:nvSpPr>
            <p:spPr>
              <a:xfrm>
                <a:off x="8045150" y="4850275"/>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302" name="Google Shape;302;p13"/>
              <p:cNvSpPr/>
              <p:nvPr/>
            </p:nvSpPr>
            <p:spPr>
              <a:xfrm>
                <a:off x="8244475" y="4850275"/>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303" name="Google Shape;303;p13"/>
              <p:cNvSpPr/>
              <p:nvPr/>
            </p:nvSpPr>
            <p:spPr>
              <a:xfrm>
                <a:off x="8443800" y="4850275"/>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304" name="Google Shape;304;p13"/>
              <p:cNvSpPr/>
              <p:nvPr/>
            </p:nvSpPr>
            <p:spPr>
              <a:xfrm>
                <a:off x="8643125" y="4850275"/>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305" name="Google Shape;305;p13"/>
              <p:cNvSpPr/>
              <p:nvPr/>
            </p:nvSpPr>
            <p:spPr>
              <a:xfrm>
                <a:off x="8842450" y="4850275"/>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grpSp>
      </p:gr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
  <p:cSld name="CUSTOM_10">
    <p:spTree>
      <p:nvGrpSpPr>
        <p:cNvPr id="306" name="Shape 306"/>
        <p:cNvGrpSpPr/>
        <p:nvPr/>
      </p:nvGrpSpPr>
      <p:grpSpPr>
        <a:xfrm>
          <a:off x="0" y="0"/>
          <a:ext cx="0" cy="0"/>
          <a:chOff x="0" y="0"/>
          <a:chExt cx="0" cy="0"/>
        </a:xfrm>
      </p:grpSpPr>
      <p:sp>
        <p:nvSpPr>
          <p:cNvPr id="307" name="Google Shape;307;p14"/>
          <p:cNvSpPr txBox="1"/>
          <p:nvPr>
            <p:ph type="title"/>
          </p:nvPr>
        </p:nvSpPr>
        <p:spPr>
          <a:xfrm>
            <a:off x="720000" y="445025"/>
            <a:ext cx="77109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grpSp>
        <p:nvGrpSpPr>
          <p:cNvPr id="308" name="Google Shape;308;p14"/>
          <p:cNvGrpSpPr/>
          <p:nvPr/>
        </p:nvGrpSpPr>
        <p:grpSpPr>
          <a:xfrm>
            <a:off x="147950" y="139650"/>
            <a:ext cx="8848100" cy="4864225"/>
            <a:chOff x="147950" y="139650"/>
            <a:chExt cx="8848100" cy="4864225"/>
          </a:xfrm>
        </p:grpSpPr>
        <p:grpSp>
          <p:nvGrpSpPr>
            <p:cNvPr id="309" name="Google Shape;309;p14"/>
            <p:cNvGrpSpPr/>
            <p:nvPr/>
          </p:nvGrpSpPr>
          <p:grpSpPr>
            <a:xfrm flipH="1">
              <a:off x="8045150" y="139650"/>
              <a:ext cx="950900" cy="153600"/>
              <a:chOff x="147950" y="139650"/>
              <a:chExt cx="950900" cy="153600"/>
            </a:xfrm>
          </p:grpSpPr>
          <p:sp>
            <p:nvSpPr>
              <p:cNvPr id="310" name="Google Shape;310;p14"/>
              <p:cNvSpPr/>
              <p:nvPr/>
            </p:nvSpPr>
            <p:spPr>
              <a:xfrm>
                <a:off x="147950" y="139650"/>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311" name="Google Shape;311;p14"/>
              <p:cNvSpPr/>
              <p:nvPr/>
            </p:nvSpPr>
            <p:spPr>
              <a:xfrm>
                <a:off x="347275" y="139650"/>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312" name="Google Shape;312;p14"/>
              <p:cNvSpPr/>
              <p:nvPr/>
            </p:nvSpPr>
            <p:spPr>
              <a:xfrm>
                <a:off x="546600" y="139650"/>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313" name="Google Shape;313;p14"/>
              <p:cNvSpPr/>
              <p:nvPr/>
            </p:nvSpPr>
            <p:spPr>
              <a:xfrm>
                <a:off x="745925" y="139650"/>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314" name="Google Shape;314;p14"/>
              <p:cNvSpPr/>
              <p:nvPr/>
            </p:nvSpPr>
            <p:spPr>
              <a:xfrm>
                <a:off x="945250" y="139650"/>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grpSp>
        <p:grpSp>
          <p:nvGrpSpPr>
            <p:cNvPr id="315" name="Google Shape;315;p14"/>
            <p:cNvGrpSpPr/>
            <p:nvPr/>
          </p:nvGrpSpPr>
          <p:grpSpPr>
            <a:xfrm flipH="1">
              <a:off x="147950" y="4850275"/>
              <a:ext cx="950900" cy="153600"/>
              <a:chOff x="8045150" y="4850275"/>
              <a:chExt cx="950900" cy="153600"/>
            </a:xfrm>
          </p:grpSpPr>
          <p:sp>
            <p:nvSpPr>
              <p:cNvPr id="316" name="Google Shape;316;p14"/>
              <p:cNvSpPr/>
              <p:nvPr/>
            </p:nvSpPr>
            <p:spPr>
              <a:xfrm>
                <a:off x="8045150" y="4850275"/>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317" name="Google Shape;317;p14"/>
              <p:cNvSpPr/>
              <p:nvPr/>
            </p:nvSpPr>
            <p:spPr>
              <a:xfrm>
                <a:off x="8244475" y="4850275"/>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318" name="Google Shape;318;p14"/>
              <p:cNvSpPr/>
              <p:nvPr/>
            </p:nvSpPr>
            <p:spPr>
              <a:xfrm>
                <a:off x="8443800" y="4850275"/>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319" name="Google Shape;319;p14"/>
              <p:cNvSpPr/>
              <p:nvPr/>
            </p:nvSpPr>
            <p:spPr>
              <a:xfrm>
                <a:off x="8643125" y="4850275"/>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320" name="Google Shape;320;p14"/>
              <p:cNvSpPr/>
              <p:nvPr/>
            </p:nvSpPr>
            <p:spPr>
              <a:xfrm>
                <a:off x="8842450" y="4850275"/>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grpSp>
        <p:grpSp>
          <p:nvGrpSpPr>
            <p:cNvPr id="321" name="Google Shape;321;p14"/>
            <p:cNvGrpSpPr/>
            <p:nvPr/>
          </p:nvGrpSpPr>
          <p:grpSpPr>
            <a:xfrm flipH="1">
              <a:off x="147950" y="139650"/>
              <a:ext cx="950900" cy="153600"/>
              <a:chOff x="147950" y="139650"/>
              <a:chExt cx="950900" cy="153600"/>
            </a:xfrm>
          </p:grpSpPr>
          <p:sp>
            <p:nvSpPr>
              <p:cNvPr id="322" name="Google Shape;322;p14"/>
              <p:cNvSpPr/>
              <p:nvPr/>
            </p:nvSpPr>
            <p:spPr>
              <a:xfrm>
                <a:off x="147950" y="139650"/>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323" name="Google Shape;323;p14"/>
              <p:cNvSpPr/>
              <p:nvPr/>
            </p:nvSpPr>
            <p:spPr>
              <a:xfrm>
                <a:off x="347275" y="139650"/>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324" name="Google Shape;324;p14"/>
              <p:cNvSpPr/>
              <p:nvPr/>
            </p:nvSpPr>
            <p:spPr>
              <a:xfrm>
                <a:off x="546600" y="139650"/>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325" name="Google Shape;325;p14"/>
              <p:cNvSpPr/>
              <p:nvPr/>
            </p:nvSpPr>
            <p:spPr>
              <a:xfrm>
                <a:off x="745925" y="139650"/>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326" name="Google Shape;326;p14"/>
              <p:cNvSpPr/>
              <p:nvPr/>
            </p:nvSpPr>
            <p:spPr>
              <a:xfrm>
                <a:off x="945250" y="139650"/>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grpSp>
        <p:grpSp>
          <p:nvGrpSpPr>
            <p:cNvPr id="327" name="Google Shape;327;p14"/>
            <p:cNvGrpSpPr/>
            <p:nvPr/>
          </p:nvGrpSpPr>
          <p:grpSpPr>
            <a:xfrm flipH="1">
              <a:off x="8045150" y="4850275"/>
              <a:ext cx="950900" cy="153600"/>
              <a:chOff x="8045150" y="4850275"/>
              <a:chExt cx="950900" cy="153600"/>
            </a:xfrm>
          </p:grpSpPr>
          <p:sp>
            <p:nvSpPr>
              <p:cNvPr id="328" name="Google Shape;328;p14"/>
              <p:cNvSpPr/>
              <p:nvPr/>
            </p:nvSpPr>
            <p:spPr>
              <a:xfrm>
                <a:off x="8045150" y="4850275"/>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329" name="Google Shape;329;p14"/>
              <p:cNvSpPr/>
              <p:nvPr/>
            </p:nvSpPr>
            <p:spPr>
              <a:xfrm>
                <a:off x="8244475" y="4850275"/>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330" name="Google Shape;330;p14"/>
              <p:cNvSpPr/>
              <p:nvPr/>
            </p:nvSpPr>
            <p:spPr>
              <a:xfrm>
                <a:off x="8443800" y="4850275"/>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331" name="Google Shape;331;p14"/>
              <p:cNvSpPr/>
              <p:nvPr/>
            </p:nvSpPr>
            <p:spPr>
              <a:xfrm>
                <a:off x="8643125" y="4850275"/>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332" name="Google Shape;332;p14"/>
              <p:cNvSpPr/>
              <p:nvPr/>
            </p:nvSpPr>
            <p:spPr>
              <a:xfrm>
                <a:off x="8842450" y="4850275"/>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gr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2">
  <p:cSld name="CUSTOM_10_1">
    <p:spTree>
      <p:nvGrpSpPr>
        <p:cNvPr id="333" name="Shape 333"/>
        <p:cNvGrpSpPr/>
        <p:nvPr/>
      </p:nvGrpSpPr>
      <p:grpSpPr>
        <a:xfrm>
          <a:off x="0" y="0"/>
          <a:ext cx="0" cy="0"/>
          <a:chOff x="0" y="0"/>
          <a:chExt cx="0" cy="0"/>
        </a:xfrm>
      </p:grpSpPr>
      <p:sp>
        <p:nvSpPr>
          <p:cNvPr id="334" name="Google Shape;334;p15"/>
          <p:cNvSpPr txBox="1"/>
          <p:nvPr>
            <p:ph type="title"/>
          </p:nvPr>
        </p:nvSpPr>
        <p:spPr>
          <a:xfrm>
            <a:off x="720000" y="445025"/>
            <a:ext cx="77109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grpSp>
        <p:nvGrpSpPr>
          <p:cNvPr id="335" name="Google Shape;335;p15"/>
          <p:cNvGrpSpPr/>
          <p:nvPr/>
        </p:nvGrpSpPr>
        <p:grpSpPr>
          <a:xfrm>
            <a:off x="147950" y="139650"/>
            <a:ext cx="8848100" cy="4864225"/>
            <a:chOff x="147950" y="139650"/>
            <a:chExt cx="8848100" cy="4864225"/>
          </a:xfrm>
        </p:grpSpPr>
        <p:grpSp>
          <p:nvGrpSpPr>
            <p:cNvPr id="336" name="Google Shape;336;p15"/>
            <p:cNvGrpSpPr/>
            <p:nvPr/>
          </p:nvGrpSpPr>
          <p:grpSpPr>
            <a:xfrm flipH="1" rot="10800000">
              <a:off x="147950" y="4850275"/>
              <a:ext cx="950900" cy="153600"/>
              <a:chOff x="147950" y="139650"/>
              <a:chExt cx="950900" cy="153600"/>
            </a:xfrm>
          </p:grpSpPr>
          <p:sp>
            <p:nvSpPr>
              <p:cNvPr id="337" name="Google Shape;337;p15"/>
              <p:cNvSpPr/>
              <p:nvPr/>
            </p:nvSpPr>
            <p:spPr>
              <a:xfrm>
                <a:off x="147950" y="139650"/>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338" name="Google Shape;338;p15"/>
              <p:cNvSpPr/>
              <p:nvPr/>
            </p:nvSpPr>
            <p:spPr>
              <a:xfrm>
                <a:off x="347275" y="139650"/>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339" name="Google Shape;339;p15"/>
              <p:cNvSpPr/>
              <p:nvPr/>
            </p:nvSpPr>
            <p:spPr>
              <a:xfrm>
                <a:off x="546600" y="139650"/>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340" name="Google Shape;340;p15"/>
              <p:cNvSpPr/>
              <p:nvPr/>
            </p:nvSpPr>
            <p:spPr>
              <a:xfrm>
                <a:off x="745925" y="139650"/>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341" name="Google Shape;341;p15"/>
              <p:cNvSpPr/>
              <p:nvPr/>
            </p:nvSpPr>
            <p:spPr>
              <a:xfrm>
                <a:off x="945250" y="139650"/>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grpSp>
        <p:grpSp>
          <p:nvGrpSpPr>
            <p:cNvPr id="342" name="Google Shape;342;p15"/>
            <p:cNvGrpSpPr/>
            <p:nvPr/>
          </p:nvGrpSpPr>
          <p:grpSpPr>
            <a:xfrm flipH="1" rot="10800000">
              <a:off x="8045150" y="139650"/>
              <a:ext cx="950900" cy="153600"/>
              <a:chOff x="8045150" y="4850275"/>
              <a:chExt cx="950900" cy="153600"/>
            </a:xfrm>
          </p:grpSpPr>
          <p:sp>
            <p:nvSpPr>
              <p:cNvPr id="343" name="Google Shape;343;p15"/>
              <p:cNvSpPr/>
              <p:nvPr/>
            </p:nvSpPr>
            <p:spPr>
              <a:xfrm>
                <a:off x="8045150" y="4850275"/>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344" name="Google Shape;344;p15"/>
              <p:cNvSpPr/>
              <p:nvPr/>
            </p:nvSpPr>
            <p:spPr>
              <a:xfrm>
                <a:off x="8244475" y="4850275"/>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345" name="Google Shape;345;p15"/>
              <p:cNvSpPr/>
              <p:nvPr/>
            </p:nvSpPr>
            <p:spPr>
              <a:xfrm>
                <a:off x="8443800" y="4850275"/>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346" name="Google Shape;346;p15"/>
              <p:cNvSpPr/>
              <p:nvPr/>
            </p:nvSpPr>
            <p:spPr>
              <a:xfrm>
                <a:off x="8643125" y="4850275"/>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347" name="Google Shape;347;p15"/>
              <p:cNvSpPr/>
              <p:nvPr/>
            </p:nvSpPr>
            <p:spPr>
              <a:xfrm>
                <a:off x="8842450" y="4850275"/>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grpSp>
        <p:grpSp>
          <p:nvGrpSpPr>
            <p:cNvPr id="348" name="Google Shape;348;p15"/>
            <p:cNvGrpSpPr/>
            <p:nvPr/>
          </p:nvGrpSpPr>
          <p:grpSpPr>
            <a:xfrm flipH="1" rot="10800000">
              <a:off x="147950" y="139650"/>
              <a:ext cx="153600" cy="950900"/>
              <a:chOff x="147950" y="3855800"/>
              <a:chExt cx="153600" cy="950900"/>
            </a:xfrm>
          </p:grpSpPr>
          <p:sp>
            <p:nvSpPr>
              <p:cNvPr id="349" name="Google Shape;349;p15"/>
              <p:cNvSpPr/>
              <p:nvPr/>
            </p:nvSpPr>
            <p:spPr>
              <a:xfrm rot="-5400000">
                <a:off x="147950" y="4653100"/>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350" name="Google Shape;350;p15"/>
              <p:cNvSpPr/>
              <p:nvPr/>
            </p:nvSpPr>
            <p:spPr>
              <a:xfrm rot="-5400000">
                <a:off x="147950" y="4453775"/>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351" name="Google Shape;351;p15"/>
              <p:cNvSpPr/>
              <p:nvPr/>
            </p:nvSpPr>
            <p:spPr>
              <a:xfrm rot="-5400000">
                <a:off x="147950" y="4254450"/>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352" name="Google Shape;352;p15"/>
              <p:cNvSpPr/>
              <p:nvPr/>
            </p:nvSpPr>
            <p:spPr>
              <a:xfrm rot="-5400000">
                <a:off x="147950" y="4055125"/>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353" name="Google Shape;353;p15"/>
              <p:cNvSpPr/>
              <p:nvPr/>
            </p:nvSpPr>
            <p:spPr>
              <a:xfrm rot="-5400000">
                <a:off x="147950" y="3855800"/>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grpSp>
        <p:grpSp>
          <p:nvGrpSpPr>
            <p:cNvPr id="354" name="Google Shape;354;p15"/>
            <p:cNvGrpSpPr/>
            <p:nvPr/>
          </p:nvGrpSpPr>
          <p:grpSpPr>
            <a:xfrm flipH="1" rot="5400000">
              <a:off x="8443800" y="4451625"/>
              <a:ext cx="950900" cy="153600"/>
              <a:chOff x="147950" y="139650"/>
              <a:chExt cx="950900" cy="153600"/>
            </a:xfrm>
          </p:grpSpPr>
          <p:sp>
            <p:nvSpPr>
              <p:cNvPr id="355" name="Google Shape;355;p15"/>
              <p:cNvSpPr/>
              <p:nvPr/>
            </p:nvSpPr>
            <p:spPr>
              <a:xfrm>
                <a:off x="147950" y="139650"/>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356" name="Google Shape;356;p15"/>
              <p:cNvSpPr/>
              <p:nvPr/>
            </p:nvSpPr>
            <p:spPr>
              <a:xfrm>
                <a:off x="347275" y="139650"/>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357" name="Google Shape;357;p15"/>
              <p:cNvSpPr/>
              <p:nvPr/>
            </p:nvSpPr>
            <p:spPr>
              <a:xfrm>
                <a:off x="546600" y="139650"/>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358" name="Google Shape;358;p15"/>
              <p:cNvSpPr/>
              <p:nvPr/>
            </p:nvSpPr>
            <p:spPr>
              <a:xfrm>
                <a:off x="745925" y="139650"/>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359" name="Google Shape;359;p15"/>
              <p:cNvSpPr/>
              <p:nvPr/>
            </p:nvSpPr>
            <p:spPr>
              <a:xfrm>
                <a:off x="945250" y="139650"/>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grpSp>
      </p:gr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BLANK_1_1">
    <p:spTree>
      <p:nvGrpSpPr>
        <p:cNvPr id="360" name="Shape 360"/>
        <p:cNvGrpSpPr/>
        <p:nvPr/>
      </p:nvGrpSpPr>
      <p:grpSpPr>
        <a:xfrm>
          <a:off x="0" y="0"/>
          <a:ext cx="0" cy="0"/>
          <a:chOff x="0" y="0"/>
          <a:chExt cx="0" cy="0"/>
        </a:xfrm>
      </p:grpSpPr>
      <p:sp>
        <p:nvSpPr>
          <p:cNvPr id="361" name="Google Shape;361;p16"/>
          <p:cNvSpPr txBox="1"/>
          <p:nvPr>
            <p:ph type="title"/>
          </p:nvPr>
        </p:nvSpPr>
        <p:spPr>
          <a:xfrm>
            <a:off x="5568450" y="3344788"/>
            <a:ext cx="2768700" cy="531900"/>
          </a:xfrm>
          <a:prstGeom prst="rect">
            <a:avLst/>
          </a:prstGeom>
        </p:spPr>
        <p:txBody>
          <a:bodyPr anchorCtr="0" anchor="t" bIns="91425" lIns="91425" spcFirstLastPara="1" rIns="91425" wrap="square" tIns="91425">
            <a:noAutofit/>
          </a:bodyPr>
          <a:lstStyle>
            <a:lvl1pPr lvl="0" rtl="0" algn="r">
              <a:spcBef>
                <a:spcPts val="0"/>
              </a:spcBef>
              <a:spcAft>
                <a:spcPts val="0"/>
              </a:spcAft>
              <a:buSzPts val="3000"/>
              <a:buNone/>
              <a:defRPr sz="2000"/>
            </a:lvl1pPr>
            <a:lvl2pPr lvl="1" rtl="0" algn="ctr">
              <a:spcBef>
                <a:spcPts val="0"/>
              </a:spcBef>
              <a:spcAft>
                <a:spcPts val="0"/>
              </a:spcAft>
              <a:buSzPts val="3000"/>
              <a:buNone/>
              <a:defRPr sz="3000"/>
            </a:lvl2pPr>
            <a:lvl3pPr lvl="2" rtl="0" algn="ctr">
              <a:spcBef>
                <a:spcPts val="0"/>
              </a:spcBef>
              <a:spcAft>
                <a:spcPts val="0"/>
              </a:spcAft>
              <a:buSzPts val="3000"/>
              <a:buNone/>
              <a:defRPr sz="3000"/>
            </a:lvl3pPr>
            <a:lvl4pPr lvl="3" rtl="0" algn="ctr">
              <a:spcBef>
                <a:spcPts val="0"/>
              </a:spcBef>
              <a:spcAft>
                <a:spcPts val="0"/>
              </a:spcAft>
              <a:buSzPts val="3000"/>
              <a:buNone/>
              <a:defRPr sz="3000"/>
            </a:lvl4pPr>
            <a:lvl5pPr lvl="4" rtl="0" algn="ctr">
              <a:spcBef>
                <a:spcPts val="0"/>
              </a:spcBef>
              <a:spcAft>
                <a:spcPts val="0"/>
              </a:spcAft>
              <a:buSzPts val="3000"/>
              <a:buNone/>
              <a:defRPr sz="3000"/>
            </a:lvl5pPr>
            <a:lvl6pPr lvl="5" rtl="0" algn="ctr">
              <a:spcBef>
                <a:spcPts val="0"/>
              </a:spcBef>
              <a:spcAft>
                <a:spcPts val="0"/>
              </a:spcAft>
              <a:buSzPts val="3000"/>
              <a:buNone/>
              <a:defRPr sz="3000"/>
            </a:lvl6pPr>
            <a:lvl7pPr lvl="6" rtl="0" algn="ctr">
              <a:spcBef>
                <a:spcPts val="0"/>
              </a:spcBef>
              <a:spcAft>
                <a:spcPts val="0"/>
              </a:spcAft>
              <a:buSzPts val="3000"/>
              <a:buNone/>
              <a:defRPr sz="3000"/>
            </a:lvl7pPr>
            <a:lvl8pPr lvl="7" rtl="0" algn="ctr">
              <a:spcBef>
                <a:spcPts val="0"/>
              </a:spcBef>
              <a:spcAft>
                <a:spcPts val="0"/>
              </a:spcAft>
              <a:buSzPts val="3000"/>
              <a:buNone/>
              <a:defRPr sz="3000"/>
            </a:lvl8pPr>
            <a:lvl9pPr lvl="8" rtl="0" algn="ctr">
              <a:spcBef>
                <a:spcPts val="0"/>
              </a:spcBef>
              <a:spcAft>
                <a:spcPts val="0"/>
              </a:spcAft>
              <a:buSzPts val="3000"/>
              <a:buNone/>
              <a:defRPr sz="3000"/>
            </a:lvl9pPr>
          </a:lstStyle>
          <a:p/>
        </p:txBody>
      </p:sp>
      <p:sp>
        <p:nvSpPr>
          <p:cNvPr id="362" name="Google Shape;362;p16"/>
          <p:cNvSpPr txBox="1"/>
          <p:nvPr>
            <p:ph idx="1" type="subTitle"/>
          </p:nvPr>
        </p:nvSpPr>
        <p:spPr>
          <a:xfrm>
            <a:off x="1646025" y="810645"/>
            <a:ext cx="6691200" cy="2323500"/>
          </a:xfrm>
          <a:prstGeom prst="rect">
            <a:avLst/>
          </a:prstGeom>
        </p:spPr>
        <p:txBody>
          <a:bodyPr anchorCtr="0" anchor="b" bIns="91425" lIns="91425" spcFirstLastPara="1" rIns="91425" wrap="square" tIns="91425">
            <a:noAutofit/>
          </a:bodyPr>
          <a:lstStyle>
            <a:lvl1pPr lvl="0" rtl="0" algn="r">
              <a:lnSpc>
                <a:spcPct val="100000"/>
              </a:lnSpc>
              <a:spcBef>
                <a:spcPts val="0"/>
              </a:spcBef>
              <a:spcAft>
                <a:spcPts val="0"/>
              </a:spcAft>
              <a:buSzPts val="3000"/>
              <a:buNone/>
              <a:defRPr sz="3500"/>
            </a:lvl1pPr>
            <a:lvl2pPr lvl="1" rtl="0" algn="ctr">
              <a:lnSpc>
                <a:spcPct val="100000"/>
              </a:lnSpc>
              <a:spcBef>
                <a:spcPts val="0"/>
              </a:spcBef>
              <a:spcAft>
                <a:spcPts val="0"/>
              </a:spcAft>
              <a:buSzPts val="3000"/>
              <a:buNone/>
              <a:defRPr sz="3000"/>
            </a:lvl2pPr>
            <a:lvl3pPr lvl="2" rtl="0" algn="ctr">
              <a:lnSpc>
                <a:spcPct val="100000"/>
              </a:lnSpc>
              <a:spcBef>
                <a:spcPts val="0"/>
              </a:spcBef>
              <a:spcAft>
                <a:spcPts val="0"/>
              </a:spcAft>
              <a:buSzPts val="3000"/>
              <a:buNone/>
              <a:defRPr sz="3000"/>
            </a:lvl3pPr>
            <a:lvl4pPr lvl="3" rtl="0" algn="ctr">
              <a:lnSpc>
                <a:spcPct val="100000"/>
              </a:lnSpc>
              <a:spcBef>
                <a:spcPts val="0"/>
              </a:spcBef>
              <a:spcAft>
                <a:spcPts val="0"/>
              </a:spcAft>
              <a:buSzPts val="3000"/>
              <a:buNone/>
              <a:defRPr sz="3000"/>
            </a:lvl4pPr>
            <a:lvl5pPr lvl="4" rtl="0" algn="ctr">
              <a:lnSpc>
                <a:spcPct val="100000"/>
              </a:lnSpc>
              <a:spcBef>
                <a:spcPts val="0"/>
              </a:spcBef>
              <a:spcAft>
                <a:spcPts val="0"/>
              </a:spcAft>
              <a:buSzPts val="3000"/>
              <a:buNone/>
              <a:defRPr sz="3000"/>
            </a:lvl5pPr>
            <a:lvl6pPr lvl="5" rtl="0" algn="ctr">
              <a:lnSpc>
                <a:spcPct val="100000"/>
              </a:lnSpc>
              <a:spcBef>
                <a:spcPts val="0"/>
              </a:spcBef>
              <a:spcAft>
                <a:spcPts val="0"/>
              </a:spcAft>
              <a:buSzPts val="3000"/>
              <a:buNone/>
              <a:defRPr sz="3000"/>
            </a:lvl6pPr>
            <a:lvl7pPr lvl="6" rtl="0" algn="ctr">
              <a:lnSpc>
                <a:spcPct val="100000"/>
              </a:lnSpc>
              <a:spcBef>
                <a:spcPts val="0"/>
              </a:spcBef>
              <a:spcAft>
                <a:spcPts val="0"/>
              </a:spcAft>
              <a:buSzPts val="3000"/>
              <a:buNone/>
              <a:defRPr sz="3000"/>
            </a:lvl7pPr>
            <a:lvl8pPr lvl="7" rtl="0" algn="ctr">
              <a:lnSpc>
                <a:spcPct val="100000"/>
              </a:lnSpc>
              <a:spcBef>
                <a:spcPts val="0"/>
              </a:spcBef>
              <a:spcAft>
                <a:spcPts val="0"/>
              </a:spcAft>
              <a:buSzPts val="3000"/>
              <a:buNone/>
              <a:defRPr sz="3000"/>
            </a:lvl8pPr>
            <a:lvl9pPr lvl="8" rtl="0" algn="ctr">
              <a:lnSpc>
                <a:spcPct val="100000"/>
              </a:lnSpc>
              <a:spcBef>
                <a:spcPts val="0"/>
              </a:spcBef>
              <a:spcAft>
                <a:spcPts val="0"/>
              </a:spcAft>
              <a:buSzPts val="3000"/>
              <a:buNone/>
              <a:defRPr sz="3000"/>
            </a:lvl9pPr>
          </a:lstStyle>
          <a:p/>
        </p:txBody>
      </p:sp>
      <p:grpSp>
        <p:nvGrpSpPr>
          <p:cNvPr id="363" name="Google Shape;363;p16"/>
          <p:cNvGrpSpPr/>
          <p:nvPr/>
        </p:nvGrpSpPr>
        <p:grpSpPr>
          <a:xfrm>
            <a:off x="147950" y="139650"/>
            <a:ext cx="8848100" cy="4864225"/>
            <a:chOff x="147950" y="139650"/>
            <a:chExt cx="8848100" cy="4864225"/>
          </a:xfrm>
        </p:grpSpPr>
        <p:grpSp>
          <p:nvGrpSpPr>
            <p:cNvPr id="364" name="Google Shape;364;p16"/>
            <p:cNvGrpSpPr/>
            <p:nvPr/>
          </p:nvGrpSpPr>
          <p:grpSpPr>
            <a:xfrm flipH="1" rot="10800000">
              <a:off x="147950" y="4850275"/>
              <a:ext cx="950900" cy="153600"/>
              <a:chOff x="147950" y="139650"/>
              <a:chExt cx="950900" cy="153600"/>
            </a:xfrm>
          </p:grpSpPr>
          <p:sp>
            <p:nvSpPr>
              <p:cNvPr id="365" name="Google Shape;365;p16"/>
              <p:cNvSpPr/>
              <p:nvPr/>
            </p:nvSpPr>
            <p:spPr>
              <a:xfrm>
                <a:off x="147950" y="139650"/>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366" name="Google Shape;366;p16"/>
              <p:cNvSpPr/>
              <p:nvPr/>
            </p:nvSpPr>
            <p:spPr>
              <a:xfrm>
                <a:off x="347275" y="139650"/>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367" name="Google Shape;367;p16"/>
              <p:cNvSpPr/>
              <p:nvPr/>
            </p:nvSpPr>
            <p:spPr>
              <a:xfrm>
                <a:off x="546600" y="139650"/>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368" name="Google Shape;368;p16"/>
              <p:cNvSpPr/>
              <p:nvPr/>
            </p:nvSpPr>
            <p:spPr>
              <a:xfrm>
                <a:off x="745925" y="139650"/>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369" name="Google Shape;369;p16"/>
              <p:cNvSpPr/>
              <p:nvPr/>
            </p:nvSpPr>
            <p:spPr>
              <a:xfrm>
                <a:off x="945250" y="139650"/>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grpSp>
        <p:grpSp>
          <p:nvGrpSpPr>
            <p:cNvPr id="370" name="Google Shape;370;p16"/>
            <p:cNvGrpSpPr/>
            <p:nvPr/>
          </p:nvGrpSpPr>
          <p:grpSpPr>
            <a:xfrm flipH="1" rot="10800000">
              <a:off x="8045150" y="139650"/>
              <a:ext cx="950900" cy="153600"/>
              <a:chOff x="8045150" y="4850275"/>
              <a:chExt cx="950900" cy="153600"/>
            </a:xfrm>
          </p:grpSpPr>
          <p:sp>
            <p:nvSpPr>
              <p:cNvPr id="371" name="Google Shape;371;p16"/>
              <p:cNvSpPr/>
              <p:nvPr/>
            </p:nvSpPr>
            <p:spPr>
              <a:xfrm>
                <a:off x="8045150" y="4850275"/>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372" name="Google Shape;372;p16"/>
              <p:cNvSpPr/>
              <p:nvPr/>
            </p:nvSpPr>
            <p:spPr>
              <a:xfrm>
                <a:off x="8244475" y="4850275"/>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373" name="Google Shape;373;p16"/>
              <p:cNvSpPr/>
              <p:nvPr/>
            </p:nvSpPr>
            <p:spPr>
              <a:xfrm>
                <a:off x="8443800" y="4850275"/>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374" name="Google Shape;374;p16"/>
              <p:cNvSpPr/>
              <p:nvPr/>
            </p:nvSpPr>
            <p:spPr>
              <a:xfrm>
                <a:off x="8643125" y="4850275"/>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375" name="Google Shape;375;p16"/>
              <p:cNvSpPr/>
              <p:nvPr/>
            </p:nvSpPr>
            <p:spPr>
              <a:xfrm>
                <a:off x="8842450" y="4850275"/>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grpSp>
        <p:grpSp>
          <p:nvGrpSpPr>
            <p:cNvPr id="376" name="Google Shape;376;p16"/>
            <p:cNvGrpSpPr/>
            <p:nvPr/>
          </p:nvGrpSpPr>
          <p:grpSpPr>
            <a:xfrm flipH="1" rot="10800000">
              <a:off x="147950" y="139650"/>
              <a:ext cx="153600" cy="950900"/>
              <a:chOff x="147950" y="3855800"/>
              <a:chExt cx="153600" cy="950900"/>
            </a:xfrm>
          </p:grpSpPr>
          <p:sp>
            <p:nvSpPr>
              <p:cNvPr id="377" name="Google Shape;377;p16"/>
              <p:cNvSpPr/>
              <p:nvPr/>
            </p:nvSpPr>
            <p:spPr>
              <a:xfrm rot="-5400000">
                <a:off x="147950" y="4653100"/>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378" name="Google Shape;378;p16"/>
              <p:cNvSpPr/>
              <p:nvPr/>
            </p:nvSpPr>
            <p:spPr>
              <a:xfrm rot="-5400000">
                <a:off x="147950" y="4453775"/>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379" name="Google Shape;379;p16"/>
              <p:cNvSpPr/>
              <p:nvPr/>
            </p:nvSpPr>
            <p:spPr>
              <a:xfrm rot="-5400000">
                <a:off x="147950" y="4254450"/>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380" name="Google Shape;380;p16"/>
              <p:cNvSpPr/>
              <p:nvPr/>
            </p:nvSpPr>
            <p:spPr>
              <a:xfrm rot="-5400000">
                <a:off x="147950" y="4055125"/>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381" name="Google Shape;381;p16"/>
              <p:cNvSpPr/>
              <p:nvPr/>
            </p:nvSpPr>
            <p:spPr>
              <a:xfrm rot="-5400000">
                <a:off x="147950" y="3855800"/>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grpSp>
        <p:grpSp>
          <p:nvGrpSpPr>
            <p:cNvPr id="382" name="Google Shape;382;p16"/>
            <p:cNvGrpSpPr/>
            <p:nvPr/>
          </p:nvGrpSpPr>
          <p:grpSpPr>
            <a:xfrm flipH="1" rot="5400000">
              <a:off x="8443800" y="4451625"/>
              <a:ext cx="950900" cy="153600"/>
              <a:chOff x="147950" y="139650"/>
              <a:chExt cx="950900" cy="153600"/>
            </a:xfrm>
          </p:grpSpPr>
          <p:sp>
            <p:nvSpPr>
              <p:cNvPr id="383" name="Google Shape;383;p16"/>
              <p:cNvSpPr/>
              <p:nvPr/>
            </p:nvSpPr>
            <p:spPr>
              <a:xfrm>
                <a:off x="147950" y="139650"/>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384" name="Google Shape;384;p16"/>
              <p:cNvSpPr/>
              <p:nvPr/>
            </p:nvSpPr>
            <p:spPr>
              <a:xfrm>
                <a:off x="347275" y="139650"/>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385" name="Google Shape;385;p16"/>
              <p:cNvSpPr/>
              <p:nvPr/>
            </p:nvSpPr>
            <p:spPr>
              <a:xfrm>
                <a:off x="546600" y="139650"/>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386" name="Google Shape;386;p16"/>
              <p:cNvSpPr/>
              <p:nvPr/>
            </p:nvSpPr>
            <p:spPr>
              <a:xfrm>
                <a:off x="745925" y="139650"/>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387" name="Google Shape;387;p16"/>
              <p:cNvSpPr/>
              <p:nvPr/>
            </p:nvSpPr>
            <p:spPr>
              <a:xfrm>
                <a:off x="945250" y="139650"/>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grpSp>
      </p:gr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p:cSld name="CUSTOM">
    <p:spTree>
      <p:nvGrpSpPr>
        <p:cNvPr id="388" name="Shape 388"/>
        <p:cNvGrpSpPr/>
        <p:nvPr/>
      </p:nvGrpSpPr>
      <p:grpSpPr>
        <a:xfrm>
          <a:off x="0" y="0"/>
          <a:ext cx="0" cy="0"/>
          <a:chOff x="0" y="0"/>
          <a:chExt cx="0" cy="0"/>
        </a:xfrm>
      </p:grpSpPr>
      <p:sp>
        <p:nvSpPr>
          <p:cNvPr id="389" name="Google Shape;389;p17"/>
          <p:cNvSpPr txBox="1"/>
          <p:nvPr>
            <p:ph type="title"/>
          </p:nvPr>
        </p:nvSpPr>
        <p:spPr>
          <a:xfrm>
            <a:off x="720000" y="445025"/>
            <a:ext cx="7710900" cy="12003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390" name="Google Shape;390;p17"/>
          <p:cNvSpPr txBox="1"/>
          <p:nvPr>
            <p:ph idx="1" type="subTitle"/>
          </p:nvPr>
        </p:nvSpPr>
        <p:spPr>
          <a:xfrm>
            <a:off x="720000" y="2571750"/>
            <a:ext cx="3403200" cy="1116300"/>
          </a:xfrm>
          <a:prstGeom prst="rect">
            <a:avLst/>
          </a:prstGeom>
        </p:spPr>
        <p:txBody>
          <a:bodyPr anchorCtr="0" anchor="t" bIns="91425" lIns="91425" spcFirstLastPara="1" rIns="91425" wrap="square" tIns="91425">
            <a:noAutofit/>
          </a:bodyPr>
          <a:lstStyle>
            <a:lvl1pPr lvl="0" rtl="0" algn="r">
              <a:lnSpc>
                <a:spcPct val="100000"/>
              </a:lnSpc>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391" name="Google Shape;391;p17"/>
          <p:cNvSpPr/>
          <p:nvPr>
            <p:ph idx="2" type="pic"/>
          </p:nvPr>
        </p:nvSpPr>
        <p:spPr>
          <a:xfrm>
            <a:off x="5663750" y="2038200"/>
            <a:ext cx="1712700" cy="2403000"/>
          </a:xfrm>
          <a:prstGeom prst="rect">
            <a:avLst/>
          </a:prstGeom>
          <a:noFill/>
          <a:ln cap="flat" cmpd="sng" w="76200">
            <a:solidFill>
              <a:schemeClr val="dk1"/>
            </a:solidFill>
            <a:prstDash val="solid"/>
            <a:miter lim="8000"/>
            <a:headEnd len="sm" w="sm" type="none"/>
            <a:tailEnd len="sm" w="sm" type="none"/>
          </a:ln>
        </p:spPr>
      </p:sp>
      <p:grpSp>
        <p:nvGrpSpPr>
          <p:cNvPr id="392" name="Google Shape;392;p17"/>
          <p:cNvGrpSpPr/>
          <p:nvPr/>
        </p:nvGrpSpPr>
        <p:grpSpPr>
          <a:xfrm>
            <a:off x="147950" y="139650"/>
            <a:ext cx="8848100" cy="4864225"/>
            <a:chOff x="147950" y="139650"/>
            <a:chExt cx="8848100" cy="4864225"/>
          </a:xfrm>
        </p:grpSpPr>
        <p:grpSp>
          <p:nvGrpSpPr>
            <p:cNvPr id="393" name="Google Shape;393;p17"/>
            <p:cNvGrpSpPr/>
            <p:nvPr/>
          </p:nvGrpSpPr>
          <p:grpSpPr>
            <a:xfrm flipH="1">
              <a:off x="8045150" y="139650"/>
              <a:ext cx="950900" cy="153600"/>
              <a:chOff x="147950" y="139650"/>
              <a:chExt cx="950900" cy="153600"/>
            </a:xfrm>
          </p:grpSpPr>
          <p:sp>
            <p:nvSpPr>
              <p:cNvPr id="394" name="Google Shape;394;p17"/>
              <p:cNvSpPr/>
              <p:nvPr/>
            </p:nvSpPr>
            <p:spPr>
              <a:xfrm>
                <a:off x="147950" y="139650"/>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395" name="Google Shape;395;p17"/>
              <p:cNvSpPr/>
              <p:nvPr/>
            </p:nvSpPr>
            <p:spPr>
              <a:xfrm>
                <a:off x="347275" y="139650"/>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396" name="Google Shape;396;p17"/>
              <p:cNvSpPr/>
              <p:nvPr/>
            </p:nvSpPr>
            <p:spPr>
              <a:xfrm>
                <a:off x="546600" y="139650"/>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397" name="Google Shape;397;p17"/>
              <p:cNvSpPr/>
              <p:nvPr/>
            </p:nvSpPr>
            <p:spPr>
              <a:xfrm>
                <a:off x="745925" y="139650"/>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398" name="Google Shape;398;p17"/>
              <p:cNvSpPr/>
              <p:nvPr/>
            </p:nvSpPr>
            <p:spPr>
              <a:xfrm>
                <a:off x="945250" y="139650"/>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grpSp>
        <p:grpSp>
          <p:nvGrpSpPr>
            <p:cNvPr id="399" name="Google Shape;399;p17"/>
            <p:cNvGrpSpPr/>
            <p:nvPr/>
          </p:nvGrpSpPr>
          <p:grpSpPr>
            <a:xfrm flipH="1">
              <a:off x="147950" y="4850275"/>
              <a:ext cx="950900" cy="153600"/>
              <a:chOff x="8045150" y="4850275"/>
              <a:chExt cx="950900" cy="153600"/>
            </a:xfrm>
          </p:grpSpPr>
          <p:sp>
            <p:nvSpPr>
              <p:cNvPr id="400" name="Google Shape;400;p17"/>
              <p:cNvSpPr/>
              <p:nvPr/>
            </p:nvSpPr>
            <p:spPr>
              <a:xfrm>
                <a:off x="8045150" y="4850275"/>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401" name="Google Shape;401;p17"/>
              <p:cNvSpPr/>
              <p:nvPr/>
            </p:nvSpPr>
            <p:spPr>
              <a:xfrm>
                <a:off x="8244475" y="4850275"/>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402" name="Google Shape;402;p17"/>
              <p:cNvSpPr/>
              <p:nvPr/>
            </p:nvSpPr>
            <p:spPr>
              <a:xfrm>
                <a:off x="8443800" y="4850275"/>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403" name="Google Shape;403;p17"/>
              <p:cNvSpPr/>
              <p:nvPr/>
            </p:nvSpPr>
            <p:spPr>
              <a:xfrm>
                <a:off x="8643125" y="4850275"/>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404" name="Google Shape;404;p17"/>
              <p:cNvSpPr/>
              <p:nvPr/>
            </p:nvSpPr>
            <p:spPr>
              <a:xfrm>
                <a:off x="8842450" y="4850275"/>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grpSp>
        <p:grpSp>
          <p:nvGrpSpPr>
            <p:cNvPr id="405" name="Google Shape;405;p17"/>
            <p:cNvGrpSpPr/>
            <p:nvPr/>
          </p:nvGrpSpPr>
          <p:grpSpPr>
            <a:xfrm flipH="1">
              <a:off x="147950" y="139650"/>
              <a:ext cx="950900" cy="153600"/>
              <a:chOff x="147950" y="139650"/>
              <a:chExt cx="950900" cy="153600"/>
            </a:xfrm>
          </p:grpSpPr>
          <p:sp>
            <p:nvSpPr>
              <p:cNvPr id="406" name="Google Shape;406;p17"/>
              <p:cNvSpPr/>
              <p:nvPr/>
            </p:nvSpPr>
            <p:spPr>
              <a:xfrm>
                <a:off x="147950" y="139650"/>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407" name="Google Shape;407;p17"/>
              <p:cNvSpPr/>
              <p:nvPr/>
            </p:nvSpPr>
            <p:spPr>
              <a:xfrm>
                <a:off x="347275" y="139650"/>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408" name="Google Shape;408;p17"/>
              <p:cNvSpPr/>
              <p:nvPr/>
            </p:nvSpPr>
            <p:spPr>
              <a:xfrm>
                <a:off x="546600" y="139650"/>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409" name="Google Shape;409;p17"/>
              <p:cNvSpPr/>
              <p:nvPr/>
            </p:nvSpPr>
            <p:spPr>
              <a:xfrm>
                <a:off x="745925" y="139650"/>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410" name="Google Shape;410;p17"/>
              <p:cNvSpPr/>
              <p:nvPr/>
            </p:nvSpPr>
            <p:spPr>
              <a:xfrm>
                <a:off x="945250" y="139650"/>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grpSp>
        <p:grpSp>
          <p:nvGrpSpPr>
            <p:cNvPr id="411" name="Google Shape;411;p17"/>
            <p:cNvGrpSpPr/>
            <p:nvPr/>
          </p:nvGrpSpPr>
          <p:grpSpPr>
            <a:xfrm flipH="1">
              <a:off x="8045150" y="4850275"/>
              <a:ext cx="950900" cy="153600"/>
              <a:chOff x="8045150" y="4850275"/>
              <a:chExt cx="950900" cy="153600"/>
            </a:xfrm>
          </p:grpSpPr>
          <p:sp>
            <p:nvSpPr>
              <p:cNvPr id="412" name="Google Shape;412;p17"/>
              <p:cNvSpPr/>
              <p:nvPr/>
            </p:nvSpPr>
            <p:spPr>
              <a:xfrm>
                <a:off x="8045150" y="4850275"/>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413" name="Google Shape;413;p17"/>
              <p:cNvSpPr/>
              <p:nvPr/>
            </p:nvSpPr>
            <p:spPr>
              <a:xfrm>
                <a:off x="8244475" y="4850275"/>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414" name="Google Shape;414;p17"/>
              <p:cNvSpPr/>
              <p:nvPr/>
            </p:nvSpPr>
            <p:spPr>
              <a:xfrm>
                <a:off x="8443800" y="4850275"/>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415" name="Google Shape;415;p17"/>
              <p:cNvSpPr/>
              <p:nvPr/>
            </p:nvSpPr>
            <p:spPr>
              <a:xfrm>
                <a:off x="8643125" y="4850275"/>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416" name="Google Shape;416;p17"/>
              <p:cNvSpPr/>
              <p:nvPr/>
            </p:nvSpPr>
            <p:spPr>
              <a:xfrm>
                <a:off x="8842450" y="4850275"/>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grpSp>
      </p:gr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1">
  <p:cSld name="CUSTOM_4">
    <p:spTree>
      <p:nvGrpSpPr>
        <p:cNvPr id="417" name="Shape 417"/>
        <p:cNvGrpSpPr/>
        <p:nvPr/>
      </p:nvGrpSpPr>
      <p:grpSpPr>
        <a:xfrm>
          <a:off x="0" y="0"/>
          <a:ext cx="0" cy="0"/>
          <a:chOff x="0" y="0"/>
          <a:chExt cx="0" cy="0"/>
        </a:xfrm>
      </p:grpSpPr>
      <p:sp>
        <p:nvSpPr>
          <p:cNvPr id="418" name="Google Shape;418;p18"/>
          <p:cNvSpPr txBox="1"/>
          <p:nvPr>
            <p:ph type="title"/>
          </p:nvPr>
        </p:nvSpPr>
        <p:spPr>
          <a:xfrm>
            <a:off x="720000" y="445025"/>
            <a:ext cx="77109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419" name="Google Shape;419;p18"/>
          <p:cNvSpPr txBox="1"/>
          <p:nvPr>
            <p:ph idx="1" type="subTitle"/>
          </p:nvPr>
        </p:nvSpPr>
        <p:spPr>
          <a:xfrm>
            <a:off x="5737800" y="3274063"/>
            <a:ext cx="2354400" cy="12414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grpSp>
        <p:nvGrpSpPr>
          <p:cNvPr id="420" name="Google Shape;420;p18"/>
          <p:cNvGrpSpPr/>
          <p:nvPr/>
        </p:nvGrpSpPr>
        <p:grpSpPr>
          <a:xfrm>
            <a:off x="147950" y="139650"/>
            <a:ext cx="8848100" cy="4864225"/>
            <a:chOff x="147950" y="139650"/>
            <a:chExt cx="8848100" cy="4864225"/>
          </a:xfrm>
        </p:grpSpPr>
        <p:grpSp>
          <p:nvGrpSpPr>
            <p:cNvPr id="421" name="Google Shape;421;p18"/>
            <p:cNvGrpSpPr/>
            <p:nvPr/>
          </p:nvGrpSpPr>
          <p:grpSpPr>
            <a:xfrm flipH="1" rot="10800000">
              <a:off x="147950" y="4850275"/>
              <a:ext cx="950900" cy="153600"/>
              <a:chOff x="147950" y="139650"/>
              <a:chExt cx="950900" cy="153600"/>
            </a:xfrm>
          </p:grpSpPr>
          <p:sp>
            <p:nvSpPr>
              <p:cNvPr id="422" name="Google Shape;422;p18"/>
              <p:cNvSpPr/>
              <p:nvPr/>
            </p:nvSpPr>
            <p:spPr>
              <a:xfrm>
                <a:off x="147950" y="139650"/>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423" name="Google Shape;423;p18"/>
              <p:cNvSpPr/>
              <p:nvPr/>
            </p:nvSpPr>
            <p:spPr>
              <a:xfrm>
                <a:off x="347275" y="139650"/>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424" name="Google Shape;424;p18"/>
              <p:cNvSpPr/>
              <p:nvPr/>
            </p:nvSpPr>
            <p:spPr>
              <a:xfrm>
                <a:off x="546600" y="139650"/>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425" name="Google Shape;425;p18"/>
              <p:cNvSpPr/>
              <p:nvPr/>
            </p:nvSpPr>
            <p:spPr>
              <a:xfrm>
                <a:off x="745925" y="139650"/>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426" name="Google Shape;426;p18"/>
              <p:cNvSpPr/>
              <p:nvPr/>
            </p:nvSpPr>
            <p:spPr>
              <a:xfrm>
                <a:off x="945250" y="139650"/>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grpSp>
        <p:grpSp>
          <p:nvGrpSpPr>
            <p:cNvPr id="427" name="Google Shape;427;p18"/>
            <p:cNvGrpSpPr/>
            <p:nvPr/>
          </p:nvGrpSpPr>
          <p:grpSpPr>
            <a:xfrm flipH="1" rot="10800000">
              <a:off x="8045150" y="139650"/>
              <a:ext cx="950900" cy="153600"/>
              <a:chOff x="8045150" y="4850275"/>
              <a:chExt cx="950900" cy="153600"/>
            </a:xfrm>
          </p:grpSpPr>
          <p:sp>
            <p:nvSpPr>
              <p:cNvPr id="428" name="Google Shape;428;p18"/>
              <p:cNvSpPr/>
              <p:nvPr/>
            </p:nvSpPr>
            <p:spPr>
              <a:xfrm>
                <a:off x="8045150" y="4850275"/>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429" name="Google Shape;429;p18"/>
              <p:cNvSpPr/>
              <p:nvPr/>
            </p:nvSpPr>
            <p:spPr>
              <a:xfrm>
                <a:off x="8244475" y="4850275"/>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430" name="Google Shape;430;p18"/>
              <p:cNvSpPr/>
              <p:nvPr/>
            </p:nvSpPr>
            <p:spPr>
              <a:xfrm>
                <a:off x="8443800" y="4850275"/>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431" name="Google Shape;431;p18"/>
              <p:cNvSpPr/>
              <p:nvPr/>
            </p:nvSpPr>
            <p:spPr>
              <a:xfrm>
                <a:off x="8643125" y="4850275"/>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432" name="Google Shape;432;p18"/>
              <p:cNvSpPr/>
              <p:nvPr/>
            </p:nvSpPr>
            <p:spPr>
              <a:xfrm>
                <a:off x="8842450" y="4850275"/>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grpSp>
        <p:grpSp>
          <p:nvGrpSpPr>
            <p:cNvPr id="433" name="Google Shape;433;p18"/>
            <p:cNvGrpSpPr/>
            <p:nvPr/>
          </p:nvGrpSpPr>
          <p:grpSpPr>
            <a:xfrm flipH="1" rot="10800000">
              <a:off x="147950" y="139650"/>
              <a:ext cx="153600" cy="950900"/>
              <a:chOff x="147950" y="3855800"/>
              <a:chExt cx="153600" cy="950900"/>
            </a:xfrm>
          </p:grpSpPr>
          <p:sp>
            <p:nvSpPr>
              <p:cNvPr id="434" name="Google Shape;434;p18"/>
              <p:cNvSpPr/>
              <p:nvPr/>
            </p:nvSpPr>
            <p:spPr>
              <a:xfrm rot="-5400000">
                <a:off x="147950" y="4653100"/>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435" name="Google Shape;435;p18"/>
              <p:cNvSpPr/>
              <p:nvPr/>
            </p:nvSpPr>
            <p:spPr>
              <a:xfrm rot="-5400000">
                <a:off x="147950" y="4453775"/>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436" name="Google Shape;436;p18"/>
              <p:cNvSpPr/>
              <p:nvPr/>
            </p:nvSpPr>
            <p:spPr>
              <a:xfrm rot="-5400000">
                <a:off x="147950" y="4254450"/>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437" name="Google Shape;437;p18"/>
              <p:cNvSpPr/>
              <p:nvPr/>
            </p:nvSpPr>
            <p:spPr>
              <a:xfrm rot="-5400000">
                <a:off x="147950" y="4055125"/>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438" name="Google Shape;438;p18"/>
              <p:cNvSpPr/>
              <p:nvPr/>
            </p:nvSpPr>
            <p:spPr>
              <a:xfrm rot="-5400000">
                <a:off x="147950" y="3855800"/>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grpSp>
        <p:grpSp>
          <p:nvGrpSpPr>
            <p:cNvPr id="439" name="Google Shape;439;p18"/>
            <p:cNvGrpSpPr/>
            <p:nvPr/>
          </p:nvGrpSpPr>
          <p:grpSpPr>
            <a:xfrm flipH="1" rot="5400000">
              <a:off x="8443800" y="4451625"/>
              <a:ext cx="950900" cy="153600"/>
              <a:chOff x="147950" y="139650"/>
              <a:chExt cx="950900" cy="153600"/>
            </a:xfrm>
          </p:grpSpPr>
          <p:sp>
            <p:nvSpPr>
              <p:cNvPr id="440" name="Google Shape;440;p18"/>
              <p:cNvSpPr/>
              <p:nvPr/>
            </p:nvSpPr>
            <p:spPr>
              <a:xfrm>
                <a:off x="147950" y="139650"/>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441" name="Google Shape;441;p18"/>
              <p:cNvSpPr/>
              <p:nvPr/>
            </p:nvSpPr>
            <p:spPr>
              <a:xfrm>
                <a:off x="347275" y="139650"/>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442" name="Google Shape;442;p18"/>
              <p:cNvSpPr/>
              <p:nvPr/>
            </p:nvSpPr>
            <p:spPr>
              <a:xfrm>
                <a:off x="546600" y="139650"/>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443" name="Google Shape;443;p18"/>
              <p:cNvSpPr/>
              <p:nvPr/>
            </p:nvSpPr>
            <p:spPr>
              <a:xfrm>
                <a:off x="745925" y="139650"/>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444" name="Google Shape;444;p18"/>
              <p:cNvSpPr/>
              <p:nvPr/>
            </p:nvSpPr>
            <p:spPr>
              <a:xfrm>
                <a:off x="945250" y="139650"/>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grpSp>
      </p:gr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2">
  <p:cSld name="CUSTOM_4_1">
    <p:spTree>
      <p:nvGrpSpPr>
        <p:cNvPr id="445" name="Shape 445"/>
        <p:cNvGrpSpPr/>
        <p:nvPr/>
      </p:nvGrpSpPr>
      <p:grpSpPr>
        <a:xfrm>
          <a:off x="0" y="0"/>
          <a:ext cx="0" cy="0"/>
          <a:chOff x="0" y="0"/>
          <a:chExt cx="0" cy="0"/>
        </a:xfrm>
      </p:grpSpPr>
      <p:sp>
        <p:nvSpPr>
          <p:cNvPr id="446" name="Google Shape;446;p19"/>
          <p:cNvSpPr txBox="1"/>
          <p:nvPr>
            <p:ph type="title"/>
          </p:nvPr>
        </p:nvSpPr>
        <p:spPr>
          <a:xfrm>
            <a:off x="713225" y="445025"/>
            <a:ext cx="77175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447" name="Google Shape;447;p19"/>
          <p:cNvSpPr txBox="1"/>
          <p:nvPr>
            <p:ph idx="1" type="subTitle"/>
          </p:nvPr>
        </p:nvSpPr>
        <p:spPr>
          <a:xfrm>
            <a:off x="821750" y="3274075"/>
            <a:ext cx="2216700" cy="1241400"/>
          </a:xfrm>
          <a:prstGeom prst="rect">
            <a:avLst/>
          </a:prstGeom>
        </p:spPr>
        <p:txBody>
          <a:bodyPr anchorCtr="0" anchor="t" bIns="91425" lIns="91425" spcFirstLastPara="1" rIns="91425" wrap="square" tIns="91425">
            <a:noAutofit/>
          </a:bodyPr>
          <a:lstStyle>
            <a:lvl1pPr lvl="0" rtl="0" algn="r">
              <a:lnSpc>
                <a:spcPct val="100000"/>
              </a:lnSpc>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grpSp>
        <p:nvGrpSpPr>
          <p:cNvPr id="448" name="Google Shape;448;p19"/>
          <p:cNvGrpSpPr/>
          <p:nvPr/>
        </p:nvGrpSpPr>
        <p:grpSpPr>
          <a:xfrm>
            <a:off x="147880" y="139650"/>
            <a:ext cx="8848170" cy="4864225"/>
            <a:chOff x="147880" y="139650"/>
            <a:chExt cx="8848170" cy="4864225"/>
          </a:xfrm>
        </p:grpSpPr>
        <p:grpSp>
          <p:nvGrpSpPr>
            <p:cNvPr id="449" name="Google Shape;449;p19"/>
            <p:cNvGrpSpPr/>
            <p:nvPr/>
          </p:nvGrpSpPr>
          <p:grpSpPr>
            <a:xfrm rot="5400000">
              <a:off x="-250770" y="538300"/>
              <a:ext cx="950900" cy="153600"/>
              <a:chOff x="147950" y="139650"/>
              <a:chExt cx="950900" cy="153600"/>
            </a:xfrm>
          </p:grpSpPr>
          <p:sp>
            <p:nvSpPr>
              <p:cNvPr id="450" name="Google Shape;450;p19"/>
              <p:cNvSpPr/>
              <p:nvPr/>
            </p:nvSpPr>
            <p:spPr>
              <a:xfrm>
                <a:off x="147950" y="139650"/>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451" name="Google Shape;451;p19"/>
              <p:cNvSpPr/>
              <p:nvPr/>
            </p:nvSpPr>
            <p:spPr>
              <a:xfrm>
                <a:off x="347275" y="139650"/>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452" name="Google Shape;452;p19"/>
              <p:cNvSpPr/>
              <p:nvPr/>
            </p:nvSpPr>
            <p:spPr>
              <a:xfrm>
                <a:off x="546600" y="139650"/>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453" name="Google Shape;453;p19"/>
              <p:cNvSpPr/>
              <p:nvPr/>
            </p:nvSpPr>
            <p:spPr>
              <a:xfrm>
                <a:off x="745925" y="139650"/>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454" name="Google Shape;454;p19"/>
              <p:cNvSpPr/>
              <p:nvPr/>
            </p:nvSpPr>
            <p:spPr>
              <a:xfrm>
                <a:off x="945250" y="139650"/>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grpSp>
        <p:grpSp>
          <p:nvGrpSpPr>
            <p:cNvPr id="455" name="Google Shape;455;p19"/>
            <p:cNvGrpSpPr/>
            <p:nvPr/>
          </p:nvGrpSpPr>
          <p:grpSpPr>
            <a:xfrm>
              <a:off x="8842450" y="4052975"/>
              <a:ext cx="153600" cy="950900"/>
              <a:chOff x="147950" y="3855800"/>
              <a:chExt cx="153600" cy="950900"/>
            </a:xfrm>
          </p:grpSpPr>
          <p:sp>
            <p:nvSpPr>
              <p:cNvPr id="456" name="Google Shape;456;p19"/>
              <p:cNvSpPr/>
              <p:nvPr/>
            </p:nvSpPr>
            <p:spPr>
              <a:xfrm rot="-5400000">
                <a:off x="147950" y="4653100"/>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457" name="Google Shape;457;p19"/>
              <p:cNvSpPr/>
              <p:nvPr/>
            </p:nvSpPr>
            <p:spPr>
              <a:xfrm rot="-5400000">
                <a:off x="147950" y="4453775"/>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458" name="Google Shape;458;p19"/>
              <p:cNvSpPr/>
              <p:nvPr/>
            </p:nvSpPr>
            <p:spPr>
              <a:xfrm rot="-5400000">
                <a:off x="147950" y="4254450"/>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459" name="Google Shape;459;p19"/>
              <p:cNvSpPr/>
              <p:nvPr/>
            </p:nvSpPr>
            <p:spPr>
              <a:xfrm rot="-5400000">
                <a:off x="147950" y="4055125"/>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460" name="Google Shape;460;p19"/>
              <p:cNvSpPr/>
              <p:nvPr/>
            </p:nvSpPr>
            <p:spPr>
              <a:xfrm rot="-5400000">
                <a:off x="147950" y="3855800"/>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grpSp>
        <p:grpSp>
          <p:nvGrpSpPr>
            <p:cNvPr id="461" name="Google Shape;461;p19"/>
            <p:cNvGrpSpPr/>
            <p:nvPr/>
          </p:nvGrpSpPr>
          <p:grpSpPr>
            <a:xfrm>
              <a:off x="147950" y="4052975"/>
              <a:ext cx="153600" cy="950900"/>
              <a:chOff x="147950" y="3855800"/>
              <a:chExt cx="153600" cy="950900"/>
            </a:xfrm>
          </p:grpSpPr>
          <p:sp>
            <p:nvSpPr>
              <p:cNvPr id="462" name="Google Shape;462;p19"/>
              <p:cNvSpPr/>
              <p:nvPr/>
            </p:nvSpPr>
            <p:spPr>
              <a:xfrm rot="-5400000">
                <a:off x="147950" y="4653100"/>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463" name="Google Shape;463;p19"/>
              <p:cNvSpPr/>
              <p:nvPr/>
            </p:nvSpPr>
            <p:spPr>
              <a:xfrm rot="-5400000">
                <a:off x="147950" y="4453775"/>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464" name="Google Shape;464;p19"/>
              <p:cNvSpPr/>
              <p:nvPr/>
            </p:nvSpPr>
            <p:spPr>
              <a:xfrm rot="-5400000">
                <a:off x="147950" y="4254450"/>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465" name="Google Shape;465;p19"/>
              <p:cNvSpPr/>
              <p:nvPr/>
            </p:nvSpPr>
            <p:spPr>
              <a:xfrm rot="-5400000">
                <a:off x="147950" y="4055125"/>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466" name="Google Shape;466;p19"/>
              <p:cNvSpPr/>
              <p:nvPr/>
            </p:nvSpPr>
            <p:spPr>
              <a:xfrm rot="-5400000">
                <a:off x="147950" y="3855800"/>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grpSp>
        <p:grpSp>
          <p:nvGrpSpPr>
            <p:cNvPr id="467" name="Google Shape;467;p19"/>
            <p:cNvGrpSpPr/>
            <p:nvPr/>
          </p:nvGrpSpPr>
          <p:grpSpPr>
            <a:xfrm rot="5400000">
              <a:off x="8443800" y="538300"/>
              <a:ext cx="950900" cy="153600"/>
              <a:chOff x="147950" y="139650"/>
              <a:chExt cx="950900" cy="153600"/>
            </a:xfrm>
          </p:grpSpPr>
          <p:sp>
            <p:nvSpPr>
              <p:cNvPr id="468" name="Google Shape;468;p19"/>
              <p:cNvSpPr/>
              <p:nvPr/>
            </p:nvSpPr>
            <p:spPr>
              <a:xfrm>
                <a:off x="147950" y="139650"/>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469" name="Google Shape;469;p19"/>
              <p:cNvSpPr/>
              <p:nvPr/>
            </p:nvSpPr>
            <p:spPr>
              <a:xfrm>
                <a:off x="347275" y="139650"/>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470" name="Google Shape;470;p19"/>
              <p:cNvSpPr/>
              <p:nvPr/>
            </p:nvSpPr>
            <p:spPr>
              <a:xfrm>
                <a:off x="546600" y="139650"/>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471" name="Google Shape;471;p19"/>
              <p:cNvSpPr/>
              <p:nvPr/>
            </p:nvSpPr>
            <p:spPr>
              <a:xfrm>
                <a:off x="745925" y="139650"/>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472" name="Google Shape;472;p19"/>
              <p:cNvSpPr/>
              <p:nvPr/>
            </p:nvSpPr>
            <p:spPr>
              <a:xfrm>
                <a:off x="945250" y="139650"/>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grpSp>
      </p:gr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3">
  <p:cSld name="CUSTOM_4_2">
    <p:spTree>
      <p:nvGrpSpPr>
        <p:cNvPr id="473" name="Shape 473"/>
        <p:cNvGrpSpPr/>
        <p:nvPr/>
      </p:nvGrpSpPr>
      <p:grpSpPr>
        <a:xfrm>
          <a:off x="0" y="0"/>
          <a:ext cx="0" cy="0"/>
          <a:chOff x="0" y="0"/>
          <a:chExt cx="0" cy="0"/>
        </a:xfrm>
      </p:grpSpPr>
      <p:sp>
        <p:nvSpPr>
          <p:cNvPr id="474" name="Google Shape;474;p20"/>
          <p:cNvSpPr txBox="1"/>
          <p:nvPr>
            <p:ph type="title"/>
          </p:nvPr>
        </p:nvSpPr>
        <p:spPr>
          <a:xfrm>
            <a:off x="720000" y="445025"/>
            <a:ext cx="77109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475" name="Google Shape;475;p20"/>
          <p:cNvSpPr txBox="1"/>
          <p:nvPr>
            <p:ph idx="1" type="subTitle"/>
          </p:nvPr>
        </p:nvSpPr>
        <p:spPr>
          <a:xfrm>
            <a:off x="4192375" y="2832125"/>
            <a:ext cx="2306400" cy="11811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grpSp>
        <p:nvGrpSpPr>
          <p:cNvPr id="476" name="Google Shape;476;p20"/>
          <p:cNvGrpSpPr/>
          <p:nvPr/>
        </p:nvGrpSpPr>
        <p:grpSpPr>
          <a:xfrm>
            <a:off x="147950" y="139650"/>
            <a:ext cx="8848100" cy="4864225"/>
            <a:chOff x="147950" y="139650"/>
            <a:chExt cx="8848100" cy="4864225"/>
          </a:xfrm>
        </p:grpSpPr>
        <p:grpSp>
          <p:nvGrpSpPr>
            <p:cNvPr id="477" name="Google Shape;477;p20"/>
            <p:cNvGrpSpPr/>
            <p:nvPr/>
          </p:nvGrpSpPr>
          <p:grpSpPr>
            <a:xfrm flipH="1">
              <a:off x="8045150" y="139650"/>
              <a:ext cx="950900" cy="153600"/>
              <a:chOff x="147950" y="139650"/>
              <a:chExt cx="950900" cy="153600"/>
            </a:xfrm>
          </p:grpSpPr>
          <p:sp>
            <p:nvSpPr>
              <p:cNvPr id="478" name="Google Shape;478;p20"/>
              <p:cNvSpPr/>
              <p:nvPr/>
            </p:nvSpPr>
            <p:spPr>
              <a:xfrm>
                <a:off x="147950" y="139650"/>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479" name="Google Shape;479;p20"/>
              <p:cNvSpPr/>
              <p:nvPr/>
            </p:nvSpPr>
            <p:spPr>
              <a:xfrm>
                <a:off x="347275" y="139650"/>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480" name="Google Shape;480;p20"/>
              <p:cNvSpPr/>
              <p:nvPr/>
            </p:nvSpPr>
            <p:spPr>
              <a:xfrm>
                <a:off x="546600" y="139650"/>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481" name="Google Shape;481;p20"/>
              <p:cNvSpPr/>
              <p:nvPr/>
            </p:nvSpPr>
            <p:spPr>
              <a:xfrm>
                <a:off x="745925" y="139650"/>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482" name="Google Shape;482;p20"/>
              <p:cNvSpPr/>
              <p:nvPr/>
            </p:nvSpPr>
            <p:spPr>
              <a:xfrm>
                <a:off x="945250" y="139650"/>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grpSp>
        <p:grpSp>
          <p:nvGrpSpPr>
            <p:cNvPr id="483" name="Google Shape;483;p20"/>
            <p:cNvGrpSpPr/>
            <p:nvPr/>
          </p:nvGrpSpPr>
          <p:grpSpPr>
            <a:xfrm flipH="1">
              <a:off x="147950" y="4850275"/>
              <a:ext cx="950900" cy="153600"/>
              <a:chOff x="8045150" y="4850275"/>
              <a:chExt cx="950900" cy="153600"/>
            </a:xfrm>
          </p:grpSpPr>
          <p:sp>
            <p:nvSpPr>
              <p:cNvPr id="484" name="Google Shape;484;p20"/>
              <p:cNvSpPr/>
              <p:nvPr/>
            </p:nvSpPr>
            <p:spPr>
              <a:xfrm>
                <a:off x="8045150" y="4850275"/>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485" name="Google Shape;485;p20"/>
              <p:cNvSpPr/>
              <p:nvPr/>
            </p:nvSpPr>
            <p:spPr>
              <a:xfrm>
                <a:off x="8244475" y="4850275"/>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486" name="Google Shape;486;p20"/>
              <p:cNvSpPr/>
              <p:nvPr/>
            </p:nvSpPr>
            <p:spPr>
              <a:xfrm>
                <a:off x="8443800" y="4850275"/>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487" name="Google Shape;487;p20"/>
              <p:cNvSpPr/>
              <p:nvPr/>
            </p:nvSpPr>
            <p:spPr>
              <a:xfrm>
                <a:off x="8643125" y="4850275"/>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488" name="Google Shape;488;p20"/>
              <p:cNvSpPr/>
              <p:nvPr/>
            </p:nvSpPr>
            <p:spPr>
              <a:xfrm>
                <a:off x="8842450" y="4850275"/>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grpSp>
        <p:grpSp>
          <p:nvGrpSpPr>
            <p:cNvPr id="489" name="Google Shape;489;p20"/>
            <p:cNvGrpSpPr/>
            <p:nvPr/>
          </p:nvGrpSpPr>
          <p:grpSpPr>
            <a:xfrm flipH="1">
              <a:off x="147950" y="139650"/>
              <a:ext cx="950900" cy="153600"/>
              <a:chOff x="147950" y="139650"/>
              <a:chExt cx="950900" cy="153600"/>
            </a:xfrm>
          </p:grpSpPr>
          <p:sp>
            <p:nvSpPr>
              <p:cNvPr id="490" name="Google Shape;490;p20"/>
              <p:cNvSpPr/>
              <p:nvPr/>
            </p:nvSpPr>
            <p:spPr>
              <a:xfrm>
                <a:off x="147950" y="139650"/>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491" name="Google Shape;491;p20"/>
              <p:cNvSpPr/>
              <p:nvPr/>
            </p:nvSpPr>
            <p:spPr>
              <a:xfrm>
                <a:off x="347275" y="139650"/>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492" name="Google Shape;492;p20"/>
              <p:cNvSpPr/>
              <p:nvPr/>
            </p:nvSpPr>
            <p:spPr>
              <a:xfrm>
                <a:off x="546600" y="139650"/>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493" name="Google Shape;493;p20"/>
              <p:cNvSpPr/>
              <p:nvPr/>
            </p:nvSpPr>
            <p:spPr>
              <a:xfrm>
                <a:off x="745925" y="139650"/>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494" name="Google Shape;494;p20"/>
              <p:cNvSpPr/>
              <p:nvPr/>
            </p:nvSpPr>
            <p:spPr>
              <a:xfrm>
                <a:off x="945250" y="139650"/>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grpSp>
        <p:grpSp>
          <p:nvGrpSpPr>
            <p:cNvPr id="495" name="Google Shape;495;p20"/>
            <p:cNvGrpSpPr/>
            <p:nvPr/>
          </p:nvGrpSpPr>
          <p:grpSpPr>
            <a:xfrm flipH="1">
              <a:off x="8045150" y="4850275"/>
              <a:ext cx="950900" cy="153600"/>
              <a:chOff x="8045150" y="4850275"/>
              <a:chExt cx="950900" cy="153600"/>
            </a:xfrm>
          </p:grpSpPr>
          <p:sp>
            <p:nvSpPr>
              <p:cNvPr id="496" name="Google Shape;496;p20"/>
              <p:cNvSpPr/>
              <p:nvPr/>
            </p:nvSpPr>
            <p:spPr>
              <a:xfrm>
                <a:off x="8045150" y="4850275"/>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497" name="Google Shape;497;p20"/>
              <p:cNvSpPr/>
              <p:nvPr/>
            </p:nvSpPr>
            <p:spPr>
              <a:xfrm>
                <a:off x="8244475" y="4850275"/>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498" name="Google Shape;498;p20"/>
              <p:cNvSpPr/>
              <p:nvPr/>
            </p:nvSpPr>
            <p:spPr>
              <a:xfrm>
                <a:off x="8443800" y="4850275"/>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499" name="Google Shape;499;p20"/>
              <p:cNvSpPr/>
              <p:nvPr/>
            </p:nvSpPr>
            <p:spPr>
              <a:xfrm>
                <a:off x="8643125" y="4850275"/>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500" name="Google Shape;500;p20"/>
              <p:cNvSpPr/>
              <p:nvPr/>
            </p:nvSpPr>
            <p:spPr>
              <a:xfrm>
                <a:off x="8842450" y="4850275"/>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grpSp>
      </p:gr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1">
  <p:cSld name="TITLE_AND_TWO_COLUMNS_1">
    <p:spTree>
      <p:nvGrpSpPr>
        <p:cNvPr id="501" name="Shape 501"/>
        <p:cNvGrpSpPr/>
        <p:nvPr/>
      </p:nvGrpSpPr>
      <p:grpSpPr>
        <a:xfrm>
          <a:off x="0" y="0"/>
          <a:ext cx="0" cy="0"/>
          <a:chOff x="0" y="0"/>
          <a:chExt cx="0" cy="0"/>
        </a:xfrm>
      </p:grpSpPr>
      <p:sp>
        <p:nvSpPr>
          <p:cNvPr id="502" name="Google Shape;502;p21"/>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503" name="Google Shape;503;p21"/>
          <p:cNvSpPr txBox="1"/>
          <p:nvPr>
            <p:ph idx="1" type="subTitle"/>
          </p:nvPr>
        </p:nvSpPr>
        <p:spPr>
          <a:xfrm>
            <a:off x="4979302" y="3101124"/>
            <a:ext cx="2907600" cy="1010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b="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504" name="Google Shape;504;p21"/>
          <p:cNvSpPr txBox="1"/>
          <p:nvPr>
            <p:ph idx="2" type="subTitle"/>
          </p:nvPr>
        </p:nvSpPr>
        <p:spPr>
          <a:xfrm>
            <a:off x="1257098" y="3101124"/>
            <a:ext cx="2907600" cy="1010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b="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505" name="Google Shape;505;p21"/>
          <p:cNvSpPr txBox="1"/>
          <p:nvPr>
            <p:ph idx="3" type="subTitle"/>
          </p:nvPr>
        </p:nvSpPr>
        <p:spPr>
          <a:xfrm>
            <a:off x="1257098" y="2757625"/>
            <a:ext cx="2907600" cy="4197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2400"/>
              <a:buFont typeface="Bebas Neue"/>
              <a:buNone/>
              <a:defRPr b="1" sz="2000">
                <a:solidFill>
                  <a:schemeClr val="dk1"/>
                </a:solidFill>
                <a:latin typeface="Barlow"/>
                <a:ea typeface="Barlow"/>
                <a:cs typeface="Barlow"/>
                <a:sym typeface="Barlow"/>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506" name="Google Shape;506;p21"/>
          <p:cNvSpPr txBox="1"/>
          <p:nvPr>
            <p:ph idx="4" type="subTitle"/>
          </p:nvPr>
        </p:nvSpPr>
        <p:spPr>
          <a:xfrm>
            <a:off x="4979302" y="2757625"/>
            <a:ext cx="2907600" cy="4197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2400"/>
              <a:buFont typeface="Bebas Neue"/>
              <a:buNone/>
              <a:defRPr b="1" sz="2000">
                <a:solidFill>
                  <a:schemeClr val="dk1"/>
                </a:solidFill>
                <a:latin typeface="Barlow"/>
                <a:ea typeface="Barlow"/>
                <a:cs typeface="Barlow"/>
                <a:sym typeface="Barlow"/>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grpSp>
        <p:nvGrpSpPr>
          <p:cNvPr id="507" name="Google Shape;507;p21"/>
          <p:cNvGrpSpPr/>
          <p:nvPr/>
        </p:nvGrpSpPr>
        <p:grpSpPr>
          <a:xfrm>
            <a:off x="147880" y="139650"/>
            <a:ext cx="8848170" cy="4864225"/>
            <a:chOff x="147880" y="139650"/>
            <a:chExt cx="8848170" cy="4864225"/>
          </a:xfrm>
        </p:grpSpPr>
        <p:grpSp>
          <p:nvGrpSpPr>
            <p:cNvPr id="508" name="Google Shape;508;p21"/>
            <p:cNvGrpSpPr/>
            <p:nvPr/>
          </p:nvGrpSpPr>
          <p:grpSpPr>
            <a:xfrm rot="5400000">
              <a:off x="-250770" y="538300"/>
              <a:ext cx="950900" cy="153600"/>
              <a:chOff x="147950" y="139650"/>
              <a:chExt cx="950900" cy="153600"/>
            </a:xfrm>
          </p:grpSpPr>
          <p:sp>
            <p:nvSpPr>
              <p:cNvPr id="509" name="Google Shape;509;p21"/>
              <p:cNvSpPr/>
              <p:nvPr/>
            </p:nvSpPr>
            <p:spPr>
              <a:xfrm>
                <a:off x="147950" y="139650"/>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510" name="Google Shape;510;p21"/>
              <p:cNvSpPr/>
              <p:nvPr/>
            </p:nvSpPr>
            <p:spPr>
              <a:xfrm>
                <a:off x="347275" y="139650"/>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511" name="Google Shape;511;p21"/>
              <p:cNvSpPr/>
              <p:nvPr/>
            </p:nvSpPr>
            <p:spPr>
              <a:xfrm>
                <a:off x="546600" y="139650"/>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512" name="Google Shape;512;p21"/>
              <p:cNvSpPr/>
              <p:nvPr/>
            </p:nvSpPr>
            <p:spPr>
              <a:xfrm>
                <a:off x="745925" y="139650"/>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513" name="Google Shape;513;p21"/>
              <p:cNvSpPr/>
              <p:nvPr/>
            </p:nvSpPr>
            <p:spPr>
              <a:xfrm>
                <a:off x="945250" y="139650"/>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grpSp>
        <p:grpSp>
          <p:nvGrpSpPr>
            <p:cNvPr id="514" name="Google Shape;514;p21"/>
            <p:cNvGrpSpPr/>
            <p:nvPr/>
          </p:nvGrpSpPr>
          <p:grpSpPr>
            <a:xfrm>
              <a:off x="8842450" y="4052975"/>
              <a:ext cx="153600" cy="950900"/>
              <a:chOff x="147950" y="3855800"/>
              <a:chExt cx="153600" cy="950900"/>
            </a:xfrm>
          </p:grpSpPr>
          <p:sp>
            <p:nvSpPr>
              <p:cNvPr id="515" name="Google Shape;515;p21"/>
              <p:cNvSpPr/>
              <p:nvPr/>
            </p:nvSpPr>
            <p:spPr>
              <a:xfrm rot="-5400000">
                <a:off x="147950" y="4653100"/>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516" name="Google Shape;516;p21"/>
              <p:cNvSpPr/>
              <p:nvPr/>
            </p:nvSpPr>
            <p:spPr>
              <a:xfrm rot="-5400000">
                <a:off x="147950" y="4453775"/>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517" name="Google Shape;517;p21"/>
              <p:cNvSpPr/>
              <p:nvPr/>
            </p:nvSpPr>
            <p:spPr>
              <a:xfrm rot="-5400000">
                <a:off x="147950" y="4254450"/>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518" name="Google Shape;518;p21"/>
              <p:cNvSpPr/>
              <p:nvPr/>
            </p:nvSpPr>
            <p:spPr>
              <a:xfrm rot="-5400000">
                <a:off x="147950" y="4055125"/>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519" name="Google Shape;519;p21"/>
              <p:cNvSpPr/>
              <p:nvPr/>
            </p:nvSpPr>
            <p:spPr>
              <a:xfrm rot="-5400000">
                <a:off x="147950" y="3855800"/>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grpSp>
        <p:grpSp>
          <p:nvGrpSpPr>
            <p:cNvPr id="520" name="Google Shape;520;p21"/>
            <p:cNvGrpSpPr/>
            <p:nvPr/>
          </p:nvGrpSpPr>
          <p:grpSpPr>
            <a:xfrm>
              <a:off x="147950" y="4052975"/>
              <a:ext cx="153600" cy="950900"/>
              <a:chOff x="147950" y="3855800"/>
              <a:chExt cx="153600" cy="950900"/>
            </a:xfrm>
          </p:grpSpPr>
          <p:sp>
            <p:nvSpPr>
              <p:cNvPr id="521" name="Google Shape;521;p21"/>
              <p:cNvSpPr/>
              <p:nvPr/>
            </p:nvSpPr>
            <p:spPr>
              <a:xfrm rot="-5400000">
                <a:off x="147950" y="4653100"/>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522" name="Google Shape;522;p21"/>
              <p:cNvSpPr/>
              <p:nvPr/>
            </p:nvSpPr>
            <p:spPr>
              <a:xfrm rot="-5400000">
                <a:off x="147950" y="4453775"/>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523" name="Google Shape;523;p21"/>
              <p:cNvSpPr/>
              <p:nvPr/>
            </p:nvSpPr>
            <p:spPr>
              <a:xfrm rot="-5400000">
                <a:off x="147950" y="4254450"/>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524" name="Google Shape;524;p21"/>
              <p:cNvSpPr/>
              <p:nvPr/>
            </p:nvSpPr>
            <p:spPr>
              <a:xfrm rot="-5400000">
                <a:off x="147950" y="4055125"/>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525" name="Google Shape;525;p21"/>
              <p:cNvSpPr/>
              <p:nvPr/>
            </p:nvSpPr>
            <p:spPr>
              <a:xfrm rot="-5400000">
                <a:off x="147950" y="3855800"/>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grpSp>
        <p:grpSp>
          <p:nvGrpSpPr>
            <p:cNvPr id="526" name="Google Shape;526;p21"/>
            <p:cNvGrpSpPr/>
            <p:nvPr/>
          </p:nvGrpSpPr>
          <p:grpSpPr>
            <a:xfrm rot="5400000">
              <a:off x="8443800" y="538300"/>
              <a:ext cx="950900" cy="153600"/>
              <a:chOff x="147950" y="139650"/>
              <a:chExt cx="950900" cy="153600"/>
            </a:xfrm>
          </p:grpSpPr>
          <p:sp>
            <p:nvSpPr>
              <p:cNvPr id="527" name="Google Shape;527;p21"/>
              <p:cNvSpPr/>
              <p:nvPr/>
            </p:nvSpPr>
            <p:spPr>
              <a:xfrm>
                <a:off x="147950" y="139650"/>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528" name="Google Shape;528;p21"/>
              <p:cNvSpPr/>
              <p:nvPr/>
            </p:nvSpPr>
            <p:spPr>
              <a:xfrm>
                <a:off x="347275" y="139650"/>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529" name="Google Shape;529;p21"/>
              <p:cNvSpPr/>
              <p:nvPr/>
            </p:nvSpPr>
            <p:spPr>
              <a:xfrm>
                <a:off x="546600" y="139650"/>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530" name="Google Shape;530;p21"/>
              <p:cNvSpPr/>
              <p:nvPr/>
            </p:nvSpPr>
            <p:spPr>
              <a:xfrm>
                <a:off x="745925" y="139650"/>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531" name="Google Shape;531;p21"/>
              <p:cNvSpPr/>
              <p:nvPr/>
            </p:nvSpPr>
            <p:spPr>
              <a:xfrm>
                <a:off x="945250" y="139650"/>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grpSp>
      </p:gr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2">
  <p:cSld name="TITLE_AND_TWO_COLUMNS_1_1">
    <p:spTree>
      <p:nvGrpSpPr>
        <p:cNvPr id="532" name="Shape 532"/>
        <p:cNvGrpSpPr/>
        <p:nvPr/>
      </p:nvGrpSpPr>
      <p:grpSpPr>
        <a:xfrm>
          <a:off x="0" y="0"/>
          <a:ext cx="0" cy="0"/>
          <a:chOff x="0" y="0"/>
          <a:chExt cx="0" cy="0"/>
        </a:xfrm>
      </p:grpSpPr>
      <p:sp>
        <p:nvSpPr>
          <p:cNvPr id="533" name="Google Shape;533;p22"/>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534" name="Google Shape;534;p22"/>
          <p:cNvSpPr txBox="1"/>
          <p:nvPr>
            <p:ph idx="1" type="subTitle"/>
          </p:nvPr>
        </p:nvSpPr>
        <p:spPr>
          <a:xfrm>
            <a:off x="5720190" y="1760550"/>
            <a:ext cx="2707200" cy="25350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b="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535" name="Google Shape;535;p22"/>
          <p:cNvSpPr txBox="1"/>
          <p:nvPr>
            <p:ph idx="2" type="subTitle"/>
          </p:nvPr>
        </p:nvSpPr>
        <p:spPr>
          <a:xfrm>
            <a:off x="716610" y="1760550"/>
            <a:ext cx="2707200" cy="25350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b="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grpSp>
        <p:nvGrpSpPr>
          <p:cNvPr id="536" name="Google Shape;536;p22"/>
          <p:cNvGrpSpPr/>
          <p:nvPr/>
        </p:nvGrpSpPr>
        <p:grpSpPr>
          <a:xfrm>
            <a:off x="147950" y="139650"/>
            <a:ext cx="8848100" cy="4864225"/>
            <a:chOff x="147950" y="139650"/>
            <a:chExt cx="8848100" cy="4864225"/>
          </a:xfrm>
        </p:grpSpPr>
        <p:grpSp>
          <p:nvGrpSpPr>
            <p:cNvPr id="537" name="Google Shape;537;p22"/>
            <p:cNvGrpSpPr/>
            <p:nvPr/>
          </p:nvGrpSpPr>
          <p:grpSpPr>
            <a:xfrm flipH="1">
              <a:off x="8045150" y="139650"/>
              <a:ext cx="950900" cy="153600"/>
              <a:chOff x="147950" y="139650"/>
              <a:chExt cx="950900" cy="153600"/>
            </a:xfrm>
          </p:grpSpPr>
          <p:sp>
            <p:nvSpPr>
              <p:cNvPr id="538" name="Google Shape;538;p22"/>
              <p:cNvSpPr/>
              <p:nvPr/>
            </p:nvSpPr>
            <p:spPr>
              <a:xfrm>
                <a:off x="147950" y="139650"/>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539" name="Google Shape;539;p22"/>
              <p:cNvSpPr/>
              <p:nvPr/>
            </p:nvSpPr>
            <p:spPr>
              <a:xfrm>
                <a:off x="347275" y="139650"/>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540" name="Google Shape;540;p22"/>
              <p:cNvSpPr/>
              <p:nvPr/>
            </p:nvSpPr>
            <p:spPr>
              <a:xfrm>
                <a:off x="546600" y="139650"/>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541" name="Google Shape;541;p22"/>
              <p:cNvSpPr/>
              <p:nvPr/>
            </p:nvSpPr>
            <p:spPr>
              <a:xfrm>
                <a:off x="745925" y="139650"/>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542" name="Google Shape;542;p22"/>
              <p:cNvSpPr/>
              <p:nvPr/>
            </p:nvSpPr>
            <p:spPr>
              <a:xfrm>
                <a:off x="945250" y="139650"/>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grpSp>
        <p:grpSp>
          <p:nvGrpSpPr>
            <p:cNvPr id="543" name="Google Shape;543;p22"/>
            <p:cNvGrpSpPr/>
            <p:nvPr/>
          </p:nvGrpSpPr>
          <p:grpSpPr>
            <a:xfrm flipH="1">
              <a:off x="147950" y="4850275"/>
              <a:ext cx="950900" cy="153600"/>
              <a:chOff x="8045150" y="4850275"/>
              <a:chExt cx="950900" cy="153600"/>
            </a:xfrm>
          </p:grpSpPr>
          <p:sp>
            <p:nvSpPr>
              <p:cNvPr id="544" name="Google Shape;544;p22"/>
              <p:cNvSpPr/>
              <p:nvPr/>
            </p:nvSpPr>
            <p:spPr>
              <a:xfrm>
                <a:off x="8045150" y="4850275"/>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545" name="Google Shape;545;p22"/>
              <p:cNvSpPr/>
              <p:nvPr/>
            </p:nvSpPr>
            <p:spPr>
              <a:xfrm>
                <a:off x="8244475" y="4850275"/>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546" name="Google Shape;546;p22"/>
              <p:cNvSpPr/>
              <p:nvPr/>
            </p:nvSpPr>
            <p:spPr>
              <a:xfrm>
                <a:off x="8443800" y="4850275"/>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547" name="Google Shape;547;p22"/>
              <p:cNvSpPr/>
              <p:nvPr/>
            </p:nvSpPr>
            <p:spPr>
              <a:xfrm>
                <a:off x="8643125" y="4850275"/>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548" name="Google Shape;548;p22"/>
              <p:cNvSpPr/>
              <p:nvPr/>
            </p:nvSpPr>
            <p:spPr>
              <a:xfrm>
                <a:off x="8842450" y="4850275"/>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grpSp>
        <p:grpSp>
          <p:nvGrpSpPr>
            <p:cNvPr id="549" name="Google Shape;549;p22"/>
            <p:cNvGrpSpPr/>
            <p:nvPr/>
          </p:nvGrpSpPr>
          <p:grpSpPr>
            <a:xfrm flipH="1">
              <a:off x="147950" y="139650"/>
              <a:ext cx="950900" cy="153600"/>
              <a:chOff x="147950" y="139650"/>
              <a:chExt cx="950900" cy="153600"/>
            </a:xfrm>
          </p:grpSpPr>
          <p:sp>
            <p:nvSpPr>
              <p:cNvPr id="550" name="Google Shape;550;p22"/>
              <p:cNvSpPr/>
              <p:nvPr/>
            </p:nvSpPr>
            <p:spPr>
              <a:xfrm>
                <a:off x="147950" y="139650"/>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551" name="Google Shape;551;p22"/>
              <p:cNvSpPr/>
              <p:nvPr/>
            </p:nvSpPr>
            <p:spPr>
              <a:xfrm>
                <a:off x="347275" y="139650"/>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552" name="Google Shape;552;p22"/>
              <p:cNvSpPr/>
              <p:nvPr/>
            </p:nvSpPr>
            <p:spPr>
              <a:xfrm>
                <a:off x="546600" y="139650"/>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553" name="Google Shape;553;p22"/>
              <p:cNvSpPr/>
              <p:nvPr/>
            </p:nvSpPr>
            <p:spPr>
              <a:xfrm>
                <a:off x="745925" y="139650"/>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554" name="Google Shape;554;p22"/>
              <p:cNvSpPr/>
              <p:nvPr/>
            </p:nvSpPr>
            <p:spPr>
              <a:xfrm>
                <a:off x="945250" y="139650"/>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grpSp>
        <p:grpSp>
          <p:nvGrpSpPr>
            <p:cNvPr id="555" name="Google Shape;555;p22"/>
            <p:cNvGrpSpPr/>
            <p:nvPr/>
          </p:nvGrpSpPr>
          <p:grpSpPr>
            <a:xfrm flipH="1">
              <a:off x="8045150" y="4850275"/>
              <a:ext cx="950900" cy="153600"/>
              <a:chOff x="8045150" y="4850275"/>
              <a:chExt cx="950900" cy="153600"/>
            </a:xfrm>
          </p:grpSpPr>
          <p:sp>
            <p:nvSpPr>
              <p:cNvPr id="556" name="Google Shape;556;p22"/>
              <p:cNvSpPr/>
              <p:nvPr/>
            </p:nvSpPr>
            <p:spPr>
              <a:xfrm>
                <a:off x="8045150" y="4850275"/>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557" name="Google Shape;557;p22"/>
              <p:cNvSpPr/>
              <p:nvPr/>
            </p:nvSpPr>
            <p:spPr>
              <a:xfrm>
                <a:off x="8244475" y="4850275"/>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558" name="Google Shape;558;p22"/>
              <p:cNvSpPr/>
              <p:nvPr/>
            </p:nvSpPr>
            <p:spPr>
              <a:xfrm>
                <a:off x="8443800" y="4850275"/>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559" name="Google Shape;559;p22"/>
              <p:cNvSpPr/>
              <p:nvPr/>
            </p:nvSpPr>
            <p:spPr>
              <a:xfrm>
                <a:off x="8643125" y="4850275"/>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560" name="Google Shape;560;p22"/>
              <p:cNvSpPr/>
              <p:nvPr/>
            </p:nvSpPr>
            <p:spPr>
              <a:xfrm>
                <a:off x="8842450" y="4850275"/>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grpSp>
      </p:gr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p:cSld name="CUSTOM_6">
    <p:spTree>
      <p:nvGrpSpPr>
        <p:cNvPr id="561" name="Shape 561"/>
        <p:cNvGrpSpPr/>
        <p:nvPr/>
      </p:nvGrpSpPr>
      <p:grpSpPr>
        <a:xfrm>
          <a:off x="0" y="0"/>
          <a:ext cx="0" cy="0"/>
          <a:chOff x="0" y="0"/>
          <a:chExt cx="0" cy="0"/>
        </a:xfrm>
      </p:grpSpPr>
      <p:sp>
        <p:nvSpPr>
          <p:cNvPr id="562" name="Google Shape;562;p23"/>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563" name="Google Shape;563;p23"/>
          <p:cNvSpPr txBox="1"/>
          <p:nvPr>
            <p:ph idx="1" type="subTitle"/>
          </p:nvPr>
        </p:nvSpPr>
        <p:spPr>
          <a:xfrm>
            <a:off x="713227" y="3174927"/>
            <a:ext cx="2242500" cy="8694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564" name="Google Shape;564;p23"/>
          <p:cNvSpPr txBox="1"/>
          <p:nvPr>
            <p:ph idx="2" type="subTitle"/>
          </p:nvPr>
        </p:nvSpPr>
        <p:spPr>
          <a:xfrm>
            <a:off x="3450750" y="3174927"/>
            <a:ext cx="2242500" cy="8694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565" name="Google Shape;565;p23"/>
          <p:cNvSpPr txBox="1"/>
          <p:nvPr>
            <p:ph idx="3" type="subTitle"/>
          </p:nvPr>
        </p:nvSpPr>
        <p:spPr>
          <a:xfrm>
            <a:off x="6188273" y="3174927"/>
            <a:ext cx="2242500" cy="8694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566" name="Google Shape;566;p23"/>
          <p:cNvSpPr txBox="1"/>
          <p:nvPr>
            <p:ph idx="4" type="subTitle"/>
          </p:nvPr>
        </p:nvSpPr>
        <p:spPr>
          <a:xfrm>
            <a:off x="713227" y="2850825"/>
            <a:ext cx="2242500" cy="4083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2400"/>
              <a:buFont typeface="Bebas Neue"/>
              <a:buNone/>
              <a:defRPr b="1" sz="2000">
                <a:solidFill>
                  <a:schemeClr val="dk1"/>
                </a:solidFill>
                <a:latin typeface="Barlow"/>
                <a:ea typeface="Barlow"/>
                <a:cs typeface="Barlow"/>
                <a:sym typeface="Barlow"/>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567" name="Google Shape;567;p23"/>
          <p:cNvSpPr txBox="1"/>
          <p:nvPr>
            <p:ph idx="5" type="subTitle"/>
          </p:nvPr>
        </p:nvSpPr>
        <p:spPr>
          <a:xfrm>
            <a:off x="3450750" y="2850825"/>
            <a:ext cx="2242500" cy="4083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2400"/>
              <a:buFont typeface="Bebas Neue"/>
              <a:buNone/>
              <a:defRPr b="1" sz="2000">
                <a:solidFill>
                  <a:schemeClr val="dk1"/>
                </a:solidFill>
                <a:latin typeface="Barlow"/>
                <a:ea typeface="Barlow"/>
                <a:cs typeface="Barlow"/>
                <a:sym typeface="Barlow"/>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568" name="Google Shape;568;p23"/>
          <p:cNvSpPr txBox="1"/>
          <p:nvPr>
            <p:ph idx="6" type="subTitle"/>
          </p:nvPr>
        </p:nvSpPr>
        <p:spPr>
          <a:xfrm>
            <a:off x="6188273" y="2850825"/>
            <a:ext cx="2242500" cy="4083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2400"/>
              <a:buFont typeface="Bebas Neue"/>
              <a:buNone/>
              <a:defRPr b="1" sz="2000">
                <a:solidFill>
                  <a:schemeClr val="dk1"/>
                </a:solidFill>
                <a:latin typeface="Barlow"/>
                <a:ea typeface="Barlow"/>
                <a:cs typeface="Barlow"/>
                <a:sym typeface="Barlow"/>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grpSp>
        <p:nvGrpSpPr>
          <p:cNvPr id="569" name="Google Shape;569;p23"/>
          <p:cNvGrpSpPr/>
          <p:nvPr/>
        </p:nvGrpSpPr>
        <p:grpSpPr>
          <a:xfrm>
            <a:off x="147950" y="139650"/>
            <a:ext cx="8848100" cy="4864225"/>
            <a:chOff x="147950" y="139650"/>
            <a:chExt cx="8848100" cy="4864225"/>
          </a:xfrm>
        </p:grpSpPr>
        <p:grpSp>
          <p:nvGrpSpPr>
            <p:cNvPr id="570" name="Google Shape;570;p23"/>
            <p:cNvGrpSpPr/>
            <p:nvPr/>
          </p:nvGrpSpPr>
          <p:grpSpPr>
            <a:xfrm flipH="1">
              <a:off x="8045150" y="139650"/>
              <a:ext cx="950900" cy="153600"/>
              <a:chOff x="147950" y="139650"/>
              <a:chExt cx="950900" cy="153600"/>
            </a:xfrm>
          </p:grpSpPr>
          <p:sp>
            <p:nvSpPr>
              <p:cNvPr id="571" name="Google Shape;571;p23"/>
              <p:cNvSpPr/>
              <p:nvPr/>
            </p:nvSpPr>
            <p:spPr>
              <a:xfrm>
                <a:off x="147950" y="139650"/>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572" name="Google Shape;572;p23"/>
              <p:cNvSpPr/>
              <p:nvPr/>
            </p:nvSpPr>
            <p:spPr>
              <a:xfrm>
                <a:off x="347275" y="139650"/>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573" name="Google Shape;573;p23"/>
              <p:cNvSpPr/>
              <p:nvPr/>
            </p:nvSpPr>
            <p:spPr>
              <a:xfrm>
                <a:off x="546600" y="139650"/>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574" name="Google Shape;574;p23"/>
              <p:cNvSpPr/>
              <p:nvPr/>
            </p:nvSpPr>
            <p:spPr>
              <a:xfrm>
                <a:off x="745925" y="139650"/>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575" name="Google Shape;575;p23"/>
              <p:cNvSpPr/>
              <p:nvPr/>
            </p:nvSpPr>
            <p:spPr>
              <a:xfrm>
                <a:off x="945250" y="139650"/>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grpSp>
        <p:grpSp>
          <p:nvGrpSpPr>
            <p:cNvPr id="576" name="Google Shape;576;p23"/>
            <p:cNvGrpSpPr/>
            <p:nvPr/>
          </p:nvGrpSpPr>
          <p:grpSpPr>
            <a:xfrm flipH="1">
              <a:off x="147950" y="4850275"/>
              <a:ext cx="950900" cy="153600"/>
              <a:chOff x="8045150" y="4850275"/>
              <a:chExt cx="950900" cy="153600"/>
            </a:xfrm>
          </p:grpSpPr>
          <p:sp>
            <p:nvSpPr>
              <p:cNvPr id="577" name="Google Shape;577;p23"/>
              <p:cNvSpPr/>
              <p:nvPr/>
            </p:nvSpPr>
            <p:spPr>
              <a:xfrm>
                <a:off x="8045150" y="4850275"/>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578" name="Google Shape;578;p23"/>
              <p:cNvSpPr/>
              <p:nvPr/>
            </p:nvSpPr>
            <p:spPr>
              <a:xfrm>
                <a:off x="8244475" y="4850275"/>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579" name="Google Shape;579;p23"/>
              <p:cNvSpPr/>
              <p:nvPr/>
            </p:nvSpPr>
            <p:spPr>
              <a:xfrm>
                <a:off x="8443800" y="4850275"/>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580" name="Google Shape;580;p23"/>
              <p:cNvSpPr/>
              <p:nvPr/>
            </p:nvSpPr>
            <p:spPr>
              <a:xfrm>
                <a:off x="8643125" y="4850275"/>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581" name="Google Shape;581;p23"/>
              <p:cNvSpPr/>
              <p:nvPr/>
            </p:nvSpPr>
            <p:spPr>
              <a:xfrm>
                <a:off x="8842450" y="4850275"/>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grpSp>
        <p:grpSp>
          <p:nvGrpSpPr>
            <p:cNvPr id="582" name="Google Shape;582;p23"/>
            <p:cNvGrpSpPr/>
            <p:nvPr/>
          </p:nvGrpSpPr>
          <p:grpSpPr>
            <a:xfrm flipH="1">
              <a:off x="147950" y="139650"/>
              <a:ext cx="950900" cy="153600"/>
              <a:chOff x="147950" y="139650"/>
              <a:chExt cx="950900" cy="153600"/>
            </a:xfrm>
          </p:grpSpPr>
          <p:sp>
            <p:nvSpPr>
              <p:cNvPr id="583" name="Google Shape;583;p23"/>
              <p:cNvSpPr/>
              <p:nvPr/>
            </p:nvSpPr>
            <p:spPr>
              <a:xfrm>
                <a:off x="147950" y="139650"/>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584" name="Google Shape;584;p23"/>
              <p:cNvSpPr/>
              <p:nvPr/>
            </p:nvSpPr>
            <p:spPr>
              <a:xfrm>
                <a:off x="347275" y="139650"/>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585" name="Google Shape;585;p23"/>
              <p:cNvSpPr/>
              <p:nvPr/>
            </p:nvSpPr>
            <p:spPr>
              <a:xfrm>
                <a:off x="546600" y="139650"/>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586" name="Google Shape;586;p23"/>
              <p:cNvSpPr/>
              <p:nvPr/>
            </p:nvSpPr>
            <p:spPr>
              <a:xfrm>
                <a:off x="745925" y="139650"/>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587" name="Google Shape;587;p23"/>
              <p:cNvSpPr/>
              <p:nvPr/>
            </p:nvSpPr>
            <p:spPr>
              <a:xfrm>
                <a:off x="945250" y="139650"/>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grpSp>
        <p:grpSp>
          <p:nvGrpSpPr>
            <p:cNvPr id="588" name="Google Shape;588;p23"/>
            <p:cNvGrpSpPr/>
            <p:nvPr/>
          </p:nvGrpSpPr>
          <p:grpSpPr>
            <a:xfrm flipH="1">
              <a:off x="8045150" y="4850275"/>
              <a:ext cx="950900" cy="153600"/>
              <a:chOff x="8045150" y="4850275"/>
              <a:chExt cx="950900" cy="153600"/>
            </a:xfrm>
          </p:grpSpPr>
          <p:sp>
            <p:nvSpPr>
              <p:cNvPr id="589" name="Google Shape;589;p23"/>
              <p:cNvSpPr/>
              <p:nvPr/>
            </p:nvSpPr>
            <p:spPr>
              <a:xfrm>
                <a:off x="8045150" y="4850275"/>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590" name="Google Shape;590;p23"/>
              <p:cNvSpPr/>
              <p:nvPr/>
            </p:nvSpPr>
            <p:spPr>
              <a:xfrm>
                <a:off x="8244475" y="4850275"/>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591" name="Google Shape;591;p23"/>
              <p:cNvSpPr/>
              <p:nvPr/>
            </p:nvSpPr>
            <p:spPr>
              <a:xfrm>
                <a:off x="8443800" y="4850275"/>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592" name="Google Shape;592;p23"/>
              <p:cNvSpPr/>
              <p:nvPr/>
            </p:nvSpPr>
            <p:spPr>
              <a:xfrm>
                <a:off x="8643125" y="4850275"/>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593" name="Google Shape;593;p23"/>
              <p:cNvSpPr/>
              <p:nvPr/>
            </p:nvSpPr>
            <p:spPr>
              <a:xfrm>
                <a:off x="8842450" y="4850275"/>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grpSp>
      </p:gr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p:cSld name="CUSTOM_5">
    <p:spTree>
      <p:nvGrpSpPr>
        <p:cNvPr id="594" name="Shape 594"/>
        <p:cNvGrpSpPr/>
        <p:nvPr/>
      </p:nvGrpSpPr>
      <p:grpSpPr>
        <a:xfrm>
          <a:off x="0" y="0"/>
          <a:ext cx="0" cy="0"/>
          <a:chOff x="0" y="0"/>
          <a:chExt cx="0" cy="0"/>
        </a:xfrm>
      </p:grpSpPr>
      <p:sp>
        <p:nvSpPr>
          <p:cNvPr id="595" name="Google Shape;595;p24"/>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596" name="Google Shape;596;p24"/>
          <p:cNvSpPr txBox="1"/>
          <p:nvPr>
            <p:ph idx="1" type="subTitle"/>
          </p:nvPr>
        </p:nvSpPr>
        <p:spPr>
          <a:xfrm>
            <a:off x="1114762" y="2250683"/>
            <a:ext cx="2242500" cy="572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597" name="Google Shape;597;p24"/>
          <p:cNvSpPr txBox="1"/>
          <p:nvPr>
            <p:ph idx="2" type="subTitle"/>
          </p:nvPr>
        </p:nvSpPr>
        <p:spPr>
          <a:xfrm>
            <a:off x="5786738" y="2250675"/>
            <a:ext cx="2242500" cy="572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598" name="Google Shape;598;p24"/>
          <p:cNvSpPr txBox="1"/>
          <p:nvPr>
            <p:ph idx="3" type="subTitle"/>
          </p:nvPr>
        </p:nvSpPr>
        <p:spPr>
          <a:xfrm>
            <a:off x="1114762" y="3985552"/>
            <a:ext cx="2242500" cy="572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599" name="Google Shape;599;p24"/>
          <p:cNvSpPr txBox="1"/>
          <p:nvPr>
            <p:ph idx="4" type="subTitle"/>
          </p:nvPr>
        </p:nvSpPr>
        <p:spPr>
          <a:xfrm>
            <a:off x="5786738" y="3985550"/>
            <a:ext cx="2242500" cy="572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600" name="Google Shape;600;p24"/>
          <p:cNvSpPr txBox="1"/>
          <p:nvPr>
            <p:ph idx="5" type="subTitle"/>
          </p:nvPr>
        </p:nvSpPr>
        <p:spPr>
          <a:xfrm>
            <a:off x="1114762" y="1949785"/>
            <a:ext cx="2242500" cy="3771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2400"/>
              <a:buFont typeface="Bebas Neue"/>
              <a:buNone/>
              <a:defRPr b="1" sz="2000">
                <a:solidFill>
                  <a:schemeClr val="dk1"/>
                </a:solidFill>
                <a:latin typeface="Barlow"/>
                <a:ea typeface="Barlow"/>
                <a:cs typeface="Barlow"/>
                <a:sym typeface="Barlow"/>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601" name="Google Shape;601;p24"/>
          <p:cNvSpPr txBox="1"/>
          <p:nvPr>
            <p:ph idx="6" type="subTitle"/>
          </p:nvPr>
        </p:nvSpPr>
        <p:spPr>
          <a:xfrm>
            <a:off x="1114762" y="3684654"/>
            <a:ext cx="2242500" cy="3771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2400"/>
              <a:buFont typeface="Bebas Neue"/>
              <a:buNone/>
              <a:defRPr b="1" sz="2000">
                <a:solidFill>
                  <a:schemeClr val="dk1"/>
                </a:solidFill>
                <a:latin typeface="Barlow"/>
                <a:ea typeface="Barlow"/>
                <a:cs typeface="Barlow"/>
                <a:sym typeface="Barlow"/>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602" name="Google Shape;602;p24"/>
          <p:cNvSpPr txBox="1"/>
          <p:nvPr>
            <p:ph idx="7" type="subTitle"/>
          </p:nvPr>
        </p:nvSpPr>
        <p:spPr>
          <a:xfrm>
            <a:off x="5786738" y="1949775"/>
            <a:ext cx="2242500" cy="3771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2400"/>
              <a:buFont typeface="Bebas Neue"/>
              <a:buNone/>
              <a:defRPr b="1" sz="2000">
                <a:solidFill>
                  <a:schemeClr val="dk1"/>
                </a:solidFill>
                <a:latin typeface="Barlow"/>
                <a:ea typeface="Barlow"/>
                <a:cs typeface="Barlow"/>
                <a:sym typeface="Barlow"/>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603" name="Google Shape;603;p24"/>
          <p:cNvSpPr txBox="1"/>
          <p:nvPr>
            <p:ph idx="8" type="subTitle"/>
          </p:nvPr>
        </p:nvSpPr>
        <p:spPr>
          <a:xfrm>
            <a:off x="5786738" y="3684650"/>
            <a:ext cx="2242500" cy="3771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2400"/>
              <a:buFont typeface="Bebas Neue"/>
              <a:buNone/>
              <a:defRPr b="1" sz="2000">
                <a:solidFill>
                  <a:schemeClr val="dk1"/>
                </a:solidFill>
                <a:latin typeface="Barlow"/>
                <a:ea typeface="Barlow"/>
                <a:cs typeface="Barlow"/>
                <a:sym typeface="Barlow"/>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grpSp>
        <p:nvGrpSpPr>
          <p:cNvPr id="604" name="Google Shape;604;p24"/>
          <p:cNvGrpSpPr/>
          <p:nvPr/>
        </p:nvGrpSpPr>
        <p:grpSpPr>
          <a:xfrm>
            <a:off x="147950" y="139650"/>
            <a:ext cx="8848100" cy="4864225"/>
            <a:chOff x="147950" y="139650"/>
            <a:chExt cx="8848100" cy="4864225"/>
          </a:xfrm>
        </p:grpSpPr>
        <p:grpSp>
          <p:nvGrpSpPr>
            <p:cNvPr id="605" name="Google Shape;605;p24"/>
            <p:cNvGrpSpPr/>
            <p:nvPr/>
          </p:nvGrpSpPr>
          <p:grpSpPr>
            <a:xfrm flipH="1" rot="10800000">
              <a:off x="147950" y="4850275"/>
              <a:ext cx="950900" cy="153600"/>
              <a:chOff x="147950" y="139650"/>
              <a:chExt cx="950900" cy="153600"/>
            </a:xfrm>
          </p:grpSpPr>
          <p:sp>
            <p:nvSpPr>
              <p:cNvPr id="606" name="Google Shape;606;p24"/>
              <p:cNvSpPr/>
              <p:nvPr/>
            </p:nvSpPr>
            <p:spPr>
              <a:xfrm>
                <a:off x="147950" y="139650"/>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607" name="Google Shape;607;p24"/>
              <p:cNvSpPr/>
              <p:nvPr/>
            </p:nvSpPr>
            <p:spPr>
              <a:xfrm>
                <a:off x="347275" y="139650"/>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608" name="Google Shape;608;p24"/>
              <p:cNvSpPr/>
              <p:nvPr/>
            </p:nvSpPr>
            <p:spPr>
              <a:xfrm>
                <a:off x="546600" y="139650"/>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609" name="Google Shape;609;p24"/>
              <p:cNvSpPr/>
              <p:nvPr/>
            </p:nvSpPr>
            <p:spPr>
              <a:xfrm>
                <a:off x="745925" y="139650"/>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610" name="Google Shape;610;p24"/>
              <p:cNvSpPr/>
              <p:nvPr/>
            </p:nvSpPr>
            <p:spPr>
              <a:xfrm>
                <a:off x="945250" y="139650"/>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grpSp>
        <p:grpSp>
          <p:nvGrpSpPr>
            <p:cNvPr id="611" name="Google Shape;611;p24"/>
            <p:cNvGrpSpPr/>
            <p:nvPr/>
          </p:nvGrpSpPr>
          <p:grpSpPr>
            <a:xfrm flipH="1" rot="10800000">
              <a:off x="8045150" y="139650"/>
              <a:ext cx="950900" cy="153600"/>
              <a:chOff x="8045150" y="4850275"/>
              <a:chExt cx="950900" cy="153600"/>
            </a:xfrm>
          </p:grpSpPr>
          <p:sp>
            <p:nvSpPr>
              <p:cNvPr id="612" name="Google Shape;612;p24"/>
              <p:cNvSpPr/>
              <p:nvPr/>
            </p:nvSpPr>
            <p:spPr>
              <a:xfrm>
                <a:off x="8045150" y="4850275"/>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613" name="Google Shape;613;p24"/>
              <p:cNvSpPr/>
              <p:nvPr/>
            </p:nvSpPr>
            <p:spPr>
              <a:xfrm>
                <a:off x="8244475" y="4850275"/>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614" name="Google Shape;614;p24"/>
              <p:cNvSpPr/>
              <p:nvPr/>
            </p:nvSpPr>
            <p:spPr>
              <a:xfrm>
                <a:off x="8443800" y="4850275"/>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615" name="Google Shape;615;p24"/>
              <p:cNvSpPr/>
              <p:nvPr/>
            </p:nvSpPr>
            <p:spPr>
              <a:xfrm>
                <a:off x="8643125" y="4850275"/>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616" name="Google Shape;616;p24"/>
              <p:cNvSpPr/>
              <p:nvPr/>
            </p:nvSpPr>
            <p:spPr>
              <a:xfrm>
                <a:off x="8842450" y="4850275"/>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grpSp>
        <p:grpSp>
          <p:nvGrpSpPr>
            <p:cNvPr id="617" name="Google Shape;617;p24"/>
            <p:cNvGrpSpPr/>
            <p:nvPr/>
          </p:nvGrpSpPr>
          <p:grpSpPr>
            <a:xfrm flipH="1" rot="10800000">
              <a:off x="147950" y="139650"/>
              <a:ext cx="153600" cy="950900"/>
              <a:chOff x="147950" y="3855800"/>
              <a:chExt cx="153600" cy="950900"/>
            </a:xfrm>
          </p:grpSpPr>
          <p:sp>
            <p:nvSpPr>
              <p:cNvPr id="618" name="Google Shape;618;p24"/>
              <p:cNvSpPr/>
              <p:nvPr/>
            </p:nvSpPr>
            <p:spPr>
              <a:xfrm rot="-5400000">
                <a:off x="147950" y="4653100"/>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619" name="Google Shape;619;p24"/>
              <p:cNvSpPr/>
              <p:nvPr/>
            </p:nvSpPr>
            <p:spPr>
              <a:xfrm rot="-5400000">
                <a:off x="147950" y="4453775"/>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620" name="Google Shape;620;p24"/>
              <p:cNvSpPr/>
              <p:nvPr/>
            </p:nvSpPr>
            <p:spPr>
              <a:xfrm rot="-5400000">
                <a:off x="147950" y="4254450"/>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621" name="Google Shape;621;p24"/>
              <p:cNvSpPr/>
              <p:nvPr/>
            </p:nvSpPr>
            <p:spPr>
              <a:xfrm rot="-5400000">
                <a:off x="147950" y="4055125"/>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622" name="Google Shape;622;p24"/>
              <p:cNvSpPr/>
              <p:nvPr/>
            </p:nvSpPr>
            <p:spPr>
              <a:xfrm rot="-5400000">
                <a:off x="147950" y="3855800"/>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grpSp>
        <p:grpSp>
          <p:nvGrpSpPr>
            <p:cNvPr id="623" name="Google Shape;623;p24"/>
            <p:cNvGrpSpPr/>
            <p:nvPr/>
          </p:nvGrpSpPr>
          <p:grpSpPr>
            <a:xfrm flipH="1" rot="5400000">
              <a:off x="8443800" y="4451625"/>
              <a:ext cx="950900" cy="153600"/>
              <a:chOff x="147950" y="139650"/>
              <a:chExt cx="950900" cy="153600"/>
            </a:xfrm>
          </p:grpSpPr>
          <p:sp>
            <p:nvSpPr>
              <p:cNvPr id="624" name="Google Shape;624;p24"/>
              <p:cNvSpPr/>
              <p:nvPr/>
            </p:nvSpPr>
            <p:spPr>
              <a:xfrm>
                <a:off x="147950" y="139650"/>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625" name="Google Shape;625;p24"/>
              <p:cNvSpPr/>
              <p:nvPr/>
            </p:nvSpPr>
            <p:spPr>
              <a:xfrm>
                <a:off x="347275" y="139650"/>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626" name="Google Shape;626;p24"/>
              <p:cNvSpPr/>
              <p:nvPr/>
            </p:nvSpPr>
            <p:spPr>
              <a:xfrm>
                <a:off x="546600" y="139650"/>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627" name="Google Shape;627;p24"/>
              <p:cNvSpPr/>
              <p:nvPr/>
            </p:nvSpPr>
            <p:spPr>
              <a:xfrm>
                <a:off x="745925" y="139650"/>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628" name="Google Shape;628;p24"/>
              <p:cNvSpPr/>
              <p:nvPr/>
            </p:nvSpPr>
            <p:spPr>
              <a:xfrm>
                <a:off x="945250" y="139650"/>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grpSp>
      </p:gr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ix columns">
  <p:cSld name="CUSTOM_7">
    <p:spTree>
      <p:nvGrpSpPr>
        <p:cNvPr id="629" name="Shape 629"/>
        <p:cNvGrpSpPr/>
        <p:nvPr/>
      </p:nvGrpSpPr>
      <p:grpSpPr>
        <a:xfrm>
          <a:off x="0" y="0"/>
          <a:ext cx="0" cy="0"/>
          <a:chOff x="0" y="0"/>
          <a:chExt cx="0" cy="0"/>
        </a:xfrm>
      </p:grpSpPr>
      <p:sp>
        <p:nvSpPr>
          <p:cNvPr id="630" name="Google Shape;630;p25"/>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631" name="Google Shape;631;p25"/>
          <p:cNvSpPr txBox="1"/>
          <p:nvPr>
            <p:ph idx="1" type="subTitle"/>
          </p:nvPr>
        </p:nvSpPr>
        <p:spPr>
          <a:xfrm>
            <a:off x="774375" y="2345252"/>
            <a:ext cx="2236800" cy="572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632" name="Google Shape;632;p25"/>
          <p:cNvSpPr txBox="1"/>
          <p:nvPr>
            <p:ph idx="2" type="subTitle"/>
          </p:nvPr>
        </p:nvSpPr>
        <p:spPr>
          <a:xfrm>
            <a:off x="3453600" y="2345252"/>
            <a:ext cx="2236800" cy="572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633" name="Google Shape;633;p25"/>
          <p:cNvSpPr txBox="1"/>
          <p:nvPr>
            <p:ph idx="3" type="subTitle"/>
          </p:nvPr>
        </p:nvSpPr>
        <p:spPr>
          <a:xfrm>
            <a:off x="774375" y="4031300"/>
            <a:ext cx="2236800" cy="572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634" name="Google Shape;634;p25"/>
          <p:cNvSpPr txBox="1"/>
          <p:nvPr>
            <p:ph idx="4" type="subTitle"/>
          </p:nvPr>
        </p:nvSpPr>
        <p:spPr>
          <a:xfrm>
            <a:off x="3453600" y="4031300"/>
            <a:ext cx="2236800" cy="572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635" name="Google Shape;635;p25"/>
          <p:cNvSpPr txBox="1"/>
          <p:nvPr>
            <p:ph idx="5" type="subTitle"/>
          </p:nvPr>
        </p:nvSpPr>
        <p:spPr>
          <a:xfrm>
            <a:off x="6132825" y="2345252"/>
            <a:ext cx="2236800" cy="572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636" name="Google Shape;636;p25"/>
          <p:cNvSpPr txBox="1"/>
          <p:nvPr>
            <p:ph idx="6" type="subTitle"/>
          </p:nvPr>
        </p:nvSpPr>
        <p:spPr>
          <a:xfrm>
            <a:off x="6132825" y="4031300"/>
            <a:ext cx="2236800" cy="572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637" name="Google Shape;637;p25"/>
          <p:cNvSpPr txBox="1"/>
          <p:nvPr>
            <p:ph idx="7" type="subTitle"/>
          </p:nvPr>
        </p:nvSpPr>
        <p:spPr>
          <a:xfrm>
            <a:off x="772575" y="2044325"/>
            <a:ext cx="2240400" cy="3771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2400"/>
              <a:buFont typeface="Bebas Neue"/>
              <a:buNone/>
              <a:defRPr b="1" sz="2000">
                <a:solidFill>
                  <a:schemeClr val="dk1"/>
                </a:solidFill>
                <a:latin typeface="Barlow"/>
                <a:ea typeface="Barlow"/>
                <a:cs typeface="Barlow"/>
                <a:sym typeface="Barlow"/>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638" name="Google Shape;638;p25"/>
          <p:cNvSpPr txBox="1"/>
          <p:nvPr>
            <p:ph idx="8" type="subTitle"/>
          </p:nvPr>
        </p:nvSpPr>
        <p:spPr>
          <a:xfrm>
            <a:off x="3451800" y="2044325"/>
            <a:ext cx="2240400" cy="3771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2400"/>
              <a:buFont typeface="Bebas Neue"/>
              <a:buNone/>
              <a:defRPr b="1" sz="2000">
                <a:solidFill>
                  <a:schemeClr val="dk1"/>
                </a:solidFill>
                <a:latin typeface="Barlow"/>
                <a:ea typeface="Barlow"/>
                <a:cs typeface="Barlow"/>
                <a:sym typeface="Barlow"/>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639" name="Google Shape;639;p25"/>
          <p:cNvSpPr txBox="1"/>
          <p:nvPr>
            <p:ph idx="9" type="subTitle"/>
          </p:nvPr>
        </p:nvSpPr>
        <p:spPr>
          <a:xfrm>
            <a:off x="6131025" y="2044325"/>
            <a:ext cx="2240400" cy="3771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2400"/>
              <a:buFont typeface="Bebas Neue"/>
              <a:buNone/>
              <a:defRPr b="1" sz="2000">
                <a:solidFill>
                  <a:schemeClr val="dk1"/>
                </a:solidFill>
                <a:latin typeface="Barlow"/>
                <a:ea typeface="Barlow"/>
                <a:cs typeface="Barlow"/>
                <a:sym typeface="Barlow"/>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640" name="Google Shape;640;p25"/>
          <p:cNvSpPr txBox="1"/>
          <p:nvPr>
            <p:ph idx="13" type="subTitle"/>
          </p:nvPr>
        </p:nvSpPr>
        <p:spPr>
          <a:xfrm>
            <a:off x="772575" y="3730397"/>
            <a:ext cx="2240400" cy="3771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2400"/>
              <a:buFont typeface="Bebas Neue"/>
              <a:buNone/>
              <a:defRPr b="1" sz="2000">
                <a:solidFill>
                  <a:schemeClr val="dk1"/>
                </a:solidFill>
                <a:latin typeface="Barlow"/>
                <a:ea typeface="Barlow"/>
                <a:cs typeface="Barlow"/>
                <a:sym typeface="Barlow"/>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641" name="Google Shape;641;p25"/>
          <p:cNvSpPr txBox="1"/>
          <p:nvPr>
            <p:ph idx="14" type="subTitle"/>
          </p:nvPr>
        </p:nvSpPr>
        <p:spPr>
          <a:xfrm>
            <a:off x="3451800" y="3730397"/>
            <a:ext cx="2240400" cy="3771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2400"/>
              <a:buFont typeface="Bebas Neue"/>
              <a:buNone/>
              <a:defRPr b="1" sz="2000">
                <a:solidFill>
                  <a:schemeClr val="dk1"/>
                </a:solidFill>
                <a:latin typeface="Barlow"/>
                <a:ea typeface="Barlow"/>
                <a:cs typeface="Barlow"/>
                <a:sym typeface="Barlow"/>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642" name="Google Shape;642;p25"/>
          <p:cNvSpPr txBox="1"/>
          <p:nvPr>
            <p:ph idx="15" type="subTitle"/>
          </p:nvPr>
        </p:nvSpPr>
        <p:spPr>
          <a:xfrm>
            <a:off x="6131025" y="3730397"/>
            <a:ext cx="2240400" cy="3771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2400"/>
              <a:buFont typeface="Bebas Neue"/>
              <a:buNone/>
              <a:defRPr b="1" sz="2000">
                <a:solidFill>
                  <a:schemeClr val="dk1"/>
                </a:solidFill>
                <a:latin typeface="Barlow"/>
                <a:ea typeface="Barlow"/>
                <a:cs typeface="Barlow"/>
                <a:sym typeface="Barlow"/>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grpSp>
        <p:nvGrpSpPr>
          <p:cNvPr id="643" name="Google Shape;643;p25"/>
          <p:cNvGrpSpPr/>
          <p:nvPr/>
        </p:nvGrpSpPr>
        <p:grpSpPr>
          <a:xfrm>
            <a:off x="147880" y="139650"/>
            <a:ext cx="8848170" cy="4864225"/>
            <a:chOff x="147880" y="139650"/>
            <a:chExt cx="8848170" cy="4864225"/>
          </a:xfrm>
        </p:grpSpPr>
        <p:grpSp>
          <p:nvGrpSpPr>
            <p:cNvPr id="644" name="Google Shape;644;p25"/>
            <p:cNvGrpSpPr/>
            <p:nvPr/>
          </p:nvGrpSpPr>
          <p:grpSpPr>
            <a:xfrm rot="5400000">
              <a:off x="-250770" y="538300"/>
              <a:ext cx="950900" cy="153600"/>
              <a:chOff x="147950" y="139650"/>
              <a:chExt cx="950900" cy="153600"/>
            </a:xfrm>
          </p:grpSpPr>
          <p:sp>
            <p:nvSpPr>
              <p:cNvPr id="645" name="Google Shape;645;p25"/>
              <p:cNvSpPr/>
              <p:nvPr/>
            </p:nvSpPr>
            <p:spPr>
              <a:xfrm>
                <a:off x="147950" y="139650"/>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646" name="Google Shape;646;p25"/>
              <p:cNvSpPr/>
              <p:nvPr/>
            </p:nvSpPr>
            <p:spPr>
              <a:xfrm>
                <a:off x="347275" y="139650"/>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647" name="Google Shape;647;p25"/>
              <p:cNvSpPr/>
              <p:nvPr/>
            </p:nvSpPr>
            <p:spPr>
              <a:xfrm>
                <a:off x="546600" y="139650"/>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648" name="Google Shape;648;p25"/>
              <p:cNvSpPr/>
              <p:nvPr/>
            </p:nvSpPr>
            <p:spPr>
              <a:xfrm>
                <a:off x="745925" y="139650"/>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649" name="Google Shape;649;p25"/>
              <p:cNvSpPr/>
              <p:nvPr/>
            </p:nvSpPr>
            <p:spPr>
              <a:xfrm>
                <a:off x="945250" y="139650"/>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grpSp>
        <p:grpSp>
          <p:nvGrpSpPr>
            <p:cNvPr id="650" name="Google Shape;650;p25"/>
            <p:cNvGrpSpPr/>
            <p:nvPr/>
          </p:nvGrpSpPr>
          <p:grpSpPr>
            <a:xfrm>
              <a:off x="8842450" y="4052975"/>
              <a:ext cx="153600" cy="950900"/>
              <a:chOff x="147950" y="3855800"/>
              <a:chExt cx="153600" cy="950900"/>
            </a:xfrm>
          </p:grpSpPr>
          <p:sp>
            <p:nvSpPr>
              <p:cNvPr id="651" name="Google Shape;651;p25"/>
              <p:cNvSpPr/>
              <p:nvPr/>
            </p:nvSpPr>
            <p:spPr>
              <a:xfrm rot="-5400000">
                <a:off x="147950" y="4653100"/>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652" name="Google Shape;652;p25"/>
              <p:cNvSpPr/>
              <p:nvPr/>
            </p:nvSpPr>
            <p:spPr>
              <a:xfrm rot="-5400000">
                <a:off x="147950" y="4453775"/>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653" name="Google Shape;653;p25"/>
              <p:cNvSpPr/>
              <p:nvPr/>
            </p:nvSpPr>
            <p:spPr>
              <a:xfrm rot="-5400000">
                <a:off x="147950" y="4254450"/>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654" name="Google Shape;654;p25"/>
              <p:cNvSpPr/>
              <p:nvPr/>
            </p:nvSpPr>
            <p:spPr>
              <a:xfrm rot="-5400000">
                <a:off x="147950" y="4055125"/>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655" name="Google Shape;655;p25"/>
              <p:cNvSpPr/>
              <p:nvPr/>
            </p:nvSpPr>
            <p:spPr>
              <a:xfrm rot="-5400000">
                <a:off x="147950" y="3855800"/>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grpSp>
        <p:grpSp>
          <p:nvGrpSpPr>
            <p:cNvPr id="656" name="Google Shape;656;p25"/>
            <p:cNvGrpSpPr/>
            <p:nvPr/>
          </p:nvGrpSpPr>
          <p:grpSpPr>
            <a:xfrm>
              <a:off x="147950" y="4052975"/>
              <a:ext cx="153600" cy="950900"/>
              <a:chOff x="147950" y="3855800"/>
              <a:chExt cx="153600" cy="950900"/>
            </a:xfrm>
          </p:grpSpPr>
          <p:sp>
            <p:nvSpPr>
              <p:cNvPr id="657" name="Google Shape;657;p25"/>
              <p:cNvSpPr/>
              <p:nvPr/>
            </p:nvSpPr>
            <p:spPr>
              <a:xfrm rot="-5400000">
                <a:off x="147950" y="4653100"/>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658" name="Google Shape;658;p25"/>
              <p:cNvSpPr/>
              <p:nvPr/>
            </p:nvSpPr>
            <p:spPr>
              <a:xfrm rot="-5400000">
                <a:off x="147950" y="4453775"/>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659" name="Google Shape;659;p25"/>
              <p:cNvSpPr/>
              <p:nvPr/>
            </p:nvSpPr>
            <p:spPr>
              <a:xfrm rot="-5400000">
                <a:off x="147950" y="4254450"/>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660" name="Google Shape;660;p25"/>
              <p:cNvSpPr/>
              <p:nvPr/>
            </p:nvSpPr>
            <p:spPr>
              <a:xfrm rot="-5400000">
                <a:off x="147950" y="4055125"/>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661" name="Google Shape;661;p25"/>
              <p:cNvSpPr/>
              <p:nvPr/>
            </p:nvSpPr>
            <p:spPr>
              <a:xfrm rot="-5400000">
                <a:off x="147950" y="3855800"/>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grpSp>
        <p:grpSp>
          <p:nvGrpSpPr>
            <p:cNvPr id="662" name="Google Shape;662;p25"/>
            <p:cNvGrpSpPr/>
            <p:nvPr/>
          </p:nvGrpSpPr>
          <p:grpSpPr>
            <a:xfrm rot="5400000">
              <a:off x="8443800" y="538300"/>
              <a:ext cx="950900" cy="153600"/>
              <a:chOff x="147950" y="139650"/>
              <a:chExt cx="950900" cy="153600"/>
            </a:xfrm>
          </p:grpSpPr>
          <p:sp>
            <p:nvSpPr>
              <p:cNvPr id="663" name="Google Shape;663;p25"/>
              <p:cNvSpPr/>
              <p:nvPr/>
            </p:nvSpPr>
            <p:spPr>
              <a:xfrm>
                <a:off x="147950" y="139650"/>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664" name="Google Shape;664;p25"/>
              <p:cNvSpPr/>
              <p:nvPr/>
            </p:nvSpPr>
            <p:spPr>
              <a:xfrm>
                <a:off x="347275" y="139650"/>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665" name="Google Shape;665;p25"/>
              <p:cNvSpPr/>
              <p:nvPr/>
            </p:nvSpPr>
            <p:spPr>
              <a:xfrm>
                <a:off x="546600" y="139650"/>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666" name="Google Shape;666;p25"/>
              <p:cNvSpPr/>
              <p:nvPr/>
            </p:nvSpPr>
            <p:spPr>
              <a:xfrm>
                <a:off x="745925" y="139650"/>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667" name="Google Shape;667;p25"/>
              <p:cNvSpPr/>
              <p:nvPr/>
            </p:nvSpPr>
            <p:spPr>
              <a:xfrm>
                <a:off x="945250" y="139650"/>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grpSp>
      </p:gr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p:cSld name="CUSTOM_8">
    <p:spTree>
      <p:nvGrpSpPr>
        <p:cNvPr id="668" name="Shape 668"/>
        <p:cNvGrpSpPr/>
        <p:nvPr/>
      </p:nvGrpSpPr>
      <p:grpSpPr>
        <a:xfrm>
          <a:off x="0" y="0"/>
          <a:ext cx="0" cy="0"/>
          <a:chOff x="0" y="0"/>
          <a:chExt cx="0" cy="0"/>
        </a:xfrm>
      </p:grpSpPr>
      <p:sp>
        <p:nvSpPr>
          <p:cNvPr id="669" name="Google Shape;669;p26"/>
          <p:cNvSpPr txBox="1"/>
          <p:nvPr>
            <p:ph hasCustomPrompt="1" type="title"/>
          </p:nvPr>
        </p:nvSpPr>
        <p:spPr>
          <a:xfrm>
            <a:off x="2223600" y="539500"/>
            <a:ext cx="4696800" cy="768900"/>
          </a:xfrm>
          <a:prstGeom prst="rect">
            <a:avLst/>
          </a:prstGeom>
          <a:noFill/>
        </p:spPr>
        <p:txBody>
          <a:bodyPr anchorCtr="0" anchor="b" bIns="91425" lIns="91425" spcFirstLastPara="1" rIns="91425" wrap="square" tIns="91425">
            <a:noAutofit/>
          </a:bodyPr>
          <a:lstStyle>
            <a:lvl1pPr lvl="0" rtl="0" algn="ctr">
              <a:spcBef>
                <a:spcPts val="0"/>
              </a:spcBef>
              <a:spcAft>
                <a:spcPts val="0"/>
              </a:spcAft>
              <a:buClr>
                <a:schemeClr val="lt1"/>
              </a:buClr>
              <a:buSzPts val="6000"/>
              <a:buNone/>
              <a:defRPr/>
            </a:lvl1pPr>
            <a:lvl2pPr lvl="1" rtl="0" algn="ctr">
              <a:spcBef>
                <a:spcPts val="0"/>
              </a:spcBef>
              <a:spcAft>
                <a:spcPts val="0"/>
              </a:spcAft>
              <a:buClr>
                <a:schemeClr val="lt1"/>
              </a:buClr>
              <a:buSzPts val="6000"/>
              <a:buNone/>
              <a:defRPr sz="6000">
                <a:solidFill>
                  <a:schemeClr val="lt1"/>
                </a:solidFill>
              </a:defRPr>
            </a:lvl2pPr>
            <a:lvl3pPr lvl="2" rtl="0" algn="ctr">
              <a:spcBef>
                <a:spcPts val="0"/>
              </a:spcBef>
              <a:spcAft>
                <a:spcPts val="0"/>
              </a:spcAft>
              <a:buClr>
                <a:schemeClr val="lt1"/>
              </a:buClr>
              <a:buSzPts val="6000"/>
              <a:buNone/>
              <a:defRPr sz="6000">
                <a:solidFill>
                  <a:schemeClr val="lt1"/>
                </a:solidFill>
              </a:defRPr>
            </a:lvl3pPr>
            <a:lvl4pPr lvl="3" rtl="0" algn="ctr">
              <a:spcBef>
                <a:spcPts val="0"/>
              </a:spcBef>
              <a:spcAft>
                <a:spcPts val="0"/>
              </a:spcAft>
              <a:buClr>
                <a:schemeClr val="lt1"/>
              </a:buClr>
              <a:buSzPts val="6000"/>
              <a:buNone/>
              <a:defRPr sz="6000">
                <a:solidFill>
                  <a:schemeClr val="lt1"/>
                </a:solidFill>
              </a:defRPr>
            </a:lvl4pPr>
            <a:lvl5pPr lvl="4" rtl="0" algn="ctr">
              <a:spcBef>
                <a:spcPts val="0"/>
              </a:spcBef>
              <a:spcAft>
                <a:spcPts val="0"/>
              </a:spcAft>
              <a:buClr>
                <a:schemeClr val="lt1"/>
              </a:buClr>
              <a:buSzPts val="6000"/>
              <a:buNone/>
              <a:defRPr sz="6000">
                <a:solidFill>
                  <a:schemeClr val="lt1"/>
                </a:solidFill>
              </a:defRPr>
            </a:lvl5pPr>
            <a:lvl6pPr lvl="5" rtl="0" algn="ctr">
              <a:spcBef>
                <a:spcPts val="0"/>
              </a:spcBef>
              <a:spcAft>
                <a:spcPts val="0"/>
              </a:spcAft>
              <a:buClr>
                <a:schemeClr val="lt1"/>
              </a:buClr>
              <a:buSzPts val="6000"/>
              <a:buNone/>
              <a:defRPr sz="6000">
                <a:solidFill>
                  <a:schemeClr val="lt1"/>
                </a:solidFill>
              </a:defRPr>
            </a:lvl6pPr>
            <a:lvl7pPr lvl="6" rtl="0" algn="ctr">
              <a:spcBef>
                <a:spcPts val="0"/>
              </a:spcBef>
              <a:spcAft>
                <a:spcPts val="0"/>
              </a:spcAft>
              <a:buClr>
                <a:schemeClr val="lt1"/>
              </a:buClr>
              <a:buSzPts val="6000"/>
              <a:buNone/>
              <a:defRPr sz="6000">
                <a:solidFill>
                  <a:schemeClr val="lt1"/>
                </a:solidFill>
              </a:defRPr>
            </a:lvl7pPr>
            <a:lvl8pPr lvl="7" rtl="0" algn="ctr">
              <a:spcBef>
                <a:spcPts val="0"/>
              </a:spcBef>
              <a:spcAft>
                <a:spcPts val="0"/>
              </a:spcAft>
              <a:buClr>
                <a:schemeClr val="lt1"/>
              </a:buClr>
              <a:buSzPts val="6000"/>
              <a:buNone/>
              <a:defRPr sz="6000">
                <a:solidFill>
                  <a:schemeClr val="lt1"/>
                </a:solidFill>
              </a:defRPr>
            </a:lvl8pPr>
            <a:lvl9pPr lvl="8" rtl="0" algn="ctr">
              <a:spcBef>
                <a:spcPts val="0"/>
              </a:spcBef>
              <a:spcAft>
                <a:spcPts val="0"/>
              </a:spcAft>
              <a:buClr>
                <a:schemeClr val="lt1"/>
              </a:buClr>
              <a:buSzPts val="6000"/>
              <a:buNone/>
              <a:defRPr sz="6000">
                <a:solidFill>
                  <a:schemeClr val="lt1"/>
                </a:solidFill>
              </a:defRPr>
            </a:lvl9pPr>
          </a:lstStyle>
          <a:p>
            <a:r>
              <a:t>xx%</a:t>
            </a:r>
          </a:p>
        </p:txBody>
      </p:sp>
      <p:sp>
        <p:nvSpPr>
          <p:cNvPr id="670" name="Google Shape;670;p26"/>
          <p:cNvSpPr txBox="1"/>
          <p:nvPr>
            <p:ph idx="1" type="subTitle"/>
          </p:nvPr>
        </p:nvSpPr>
        <p:spPr>
          <a:xfrm>
            <a:off x="2223600" y="1297501"/>
            <a:ext cx="4696800" cy="372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dk1"/>
              </a:buClr>
              <a:buSzPts val="2400"/>
              <a:buNone/>
              <a:defRPr sz="1600">
                <a:solidFill>
                  <a:schemeClr val="dk1"/>
                </a:solidFill>
              </a:defRPr>
            </a:lvl1pPr>
            <a:lvl2pPr lvl="1" rtl="0" algn="ctr">
              <a:lnSpc>
                <a:spcPct val="100000"/>
              </a:lnSpc>
              <a:spcBef>
                <a:spcPts val="0"/>
              </a:spcBef>
              <a:spcAft>
                <a:spcPts val="0"/>
              </a:spcAft>
              <a:buClr>
                <a:schemeClr val="dk1"/>
              </a:buClr>
              <a:buSzPts val="2100"/>
              <a:buNone/>
              <a:defRPr sz="2100">
                <a:solidFill>
                  <a:schemeClr val="dk1"/>
                </a:solidFill>
              </a:defRPr>
            </a:lvl2pPr>
            <a:lvl3pPr lvl="2" rtl="0" algn="ctr">
              <a:lnSpc>
                <a:spcPct val="100000"/>
              </a:lnSpc>
              <a:spcBef>
                <a:spcPts val="0"/>
              </a:spcBef>
              <a:spcAft>
                <a:spcPts val="0"/>
              </a:spcAft>
              <a:buClr>
                <a:schemeClr val="dk1"/>
              </a:buClr>
              <a:buSzPts val="2100"/>
              <a:buNone/>
              <a:defRPr sz="2100">
                <a:solidFill>
                  <a:schemeClr val="dk1"/>
                </a:solidFill>
              </a:defRPr>
            </a:lvl3pPr>
            <a:lvl4pPr lvl="3" rtl="0" algn="ctr">
              <a:lnSpc>
                <a:spcPct val="100000"/>
              </a:lnSpc>
              <a:spcBef>
                <a:spcPts val="0"/>
              </a:spcBef>
              <a:spcAft>
                <a:spcPts val="0"/>
              </a:spcAft>
              <a:buClr>
                <a:schemeClr val="dk1"/>
              </a:buClr>
              <a:buSzPts val="2100"/>
              <a:buNone/>
              <a:defRPr sz="2100">
                <a:solidFill>
                  <a:schemeClr val="dk1"/>
                </a:solidFill>
              </a:defRPr>
            </a:lvl4pPr>
            <a:lvl5pPr lvl="4" rtl="0" algn="ctr">
              <a:lnSpc>
                <a:spcPct val="100000"/>
              </a:lnSpc>
              <a:spcBef>
                <a:spcPts val="0"/>
              </a:spcBef>
              <a:spcAft>
                <a:spcPts val="0"/>
              </a:spcAft>
              <a:buClr>
                <a:schemeClr val="dk1"/>
              </a:buClr>
              <a:buSzPts val="2100"/>
              <a:buNone/>
              <a:defRPr sz="2100">
                <a:solidFill>
                  <a:schemeClr val="dk1"/>
                </a:solidFill>
              </a:defRPr>
            </a:lvl5pPr>
            <a:lvl6pPr lvl="5" rtl="0" algn="ctr">
              <a:lnSpc>
                <a:spcPct val="100000"/>
              </a:lnSpc>
              <a:spcBef>
                <a:spcPts val="0"/>
              </a:spcBef>
              <a:spcAft>
                <a:spcPts val="0"/>
              </a:spcAft>
              <a:buClr>
                <a:schemeClr val="dk1"/>
              </a:buClr>
              <a:buSzPts val="2100"/>
              <a:buNone/>
              <a:defRPr sz="2100">
                <a:solidFill>
                  <a:schemeClr val="dk1"/>
                </a:solidFill>
              </a:defRPr>
            </a:lvl6pPr>
            <a:lvl7pPr lvl="6" rtl="0" algn="ctr">
              <a:lnSpc>
                <a:spcPct val="100000"/>
              </a:lnSpc>
              <a:spcBef>
                <a:spcPts val="0"/>
              </a:spcBef>
              <a:spcAft>
                <a:spcPts val="0"/>
              </a:spcAft>
              <a:buClr>
                <a:schemeClr val="dk1"/>
              </a:buClr>
              <a:buSzPts val="2100"/>
              <a:buNone/>
              <a:defRPr sz="2100">
                <a:solidFill>
                  <a:schemeClr val="dk1"/>
                </a:solidFill>
              </a:defRPr>
            </a:lvl7pPr>
            <a:lvl8pPr lvl="7" rtl="0" algn="ctr">
              <a:lnSpc>
                <a:spcPct val="100000"/>
              </a:lnSpc>
              <a:spcBef>
                <a:spcPts val="0"/>
              </a:spcBef>
              <a:spcAft>
                <a:spcPts val="0"/>
              </a:spcAft>
              <a:buClr>
                <a:schemeClr val="dk1"/>
              </a:buClr>
              <a:buSzPts val="2100"/>
              <a:buNone/>
              <a:defRPr sz="2100">
                <a:solidFill>
                  <a:schemeClr val="dk1"/>
                </a:solidFill>
              </a:defRPr>
            </a:lvl8pPr>
            <a:lvl9pPr lvl="8" rtl="0" algn="ctr">
              <a:lnSpc>
                <a:spcPct val="100000"/>
              </a:lnSpc>
              <a:spcBef>
                <a:spcPts val="0"/>
              </a:spcBef>
              <a:spcAft>
                <a:spcPts val="0"/>
              </a:spcAft>
              <a:buClr>
                <a:schemeClr val="dk1"/>
              </a:buClr>
              <a:buSzPts val="2100"/>
              <a:buNone/>
              <a:defRPr sz="2100">
                <a:solidFill>
                  <a:schemeClr val="dk1"/>
                </a:solidFill>
              </a:defRPr>
            </a:lvl9pPr>
          </a:lstStyle>
          <a:p/>
        </p:txBody>
      </p:sp>
      <p:sp>
        <p:nvSpPr>
          <p:cNvPr id="671" name="Google Shape;671;p26"/>
          <p:cNvSpPr txBox="1"/>
          <p:nvPr>
            <p:ph hasCustomPrompt="1" idx="2" type="title"/>
          </p:nvPr>
        </p:nvSpPr>
        <p:spPr>
          <a:xfrm>
            <a:off x="2223600" y="2003881"/>
            <a:ext cx="4696800" cy="768900"/>
          </a:xfrm>
          <a:prstGeom prst="rect">
            <a:avLst/>
          </a:prstGeom>
          <a:noFill/>
        </p:spPr>
        <p:txBody>
          <a:bodyPr anchorCtr="0" anchor="b" bIns="91425" lIns="91425" spcFirstLastPara="1" rIns="91425" wrap="square" tIns="91425">
            <a:noAutofit/>
          </a:bodyPr>
          <a:lstStyle>
            <a:lvl1pPr lvl="0" rtl="0" algn="ctr">
              <a:spcBef>
                <a:spcPts val="0"/>
              </a:spcBef>
              <a:spcAft>
                <a:spcPts val="0"/>
              </a:spcAft>
              <a:buClr>
                <a:schemeClr val="lt1"/>
              </a:buClr>
              <a:buSzPts val="6000"/>
              <a:buNone/>
              <a:defRPr/>
            </a:lvl1pPr>
            <a:lvl2pPr lvl="1" rtl="0" algn="ctr">
              <a:spcBef>
                <a:spcPts val="0"/>
              </a:spcBef>
              <a:spcAft>
                <a:spcPts val="0"/>
              </a:spcAft>
              <a:buClr>
                <a:schemeClr val="lt1"/>
              </a:buClr>
              <a:buSzPts val="6000"/>
              <a:buNone/>
              <a:defRPr sz="6000">
                <a:solidFill>
                  <a:schemeClr val="lt1"/>
                </a:solidFill>
              </a:defRPr>
            </a:lvl2pPr>
            <a:lvl3pPr lvl="2" rtl="0" algn="ctr">
              <a:spcBef>
                <a:spcPts val="0"/>
              </a:spcBef>
              <a:spcAft>
                <a:spcPts val="0"/>
              </a:spcAft>
              <a:buClr>
                <a:schemeClr val="lt1"/>
              </a:buClr>
              <a:buSzPts val="6000"/>
              <a:buNone/>
              <a:defRPr sz="6000">
                <a:solidFill>
                  <a:schemeClr val="lt1"/>
                </a:solidFill>
              </a:defRPr>
            </a:lvl3pPr>
            <a:lvl4pPr lvl="3" rtl="0" algn="ctr">
              <a:spcBef>
                <a:spcPts val="0"/>
              </a:spcBef>
              <a:spcAft>
                <a:spcPts val="0"/>
              </a:spcAft>
              <a:buClr>
                <a:schemeClr val="lt1"/>
              </a:buClr>
              <a:buSzPts val="6000"/>
              <a:buNone/>
              <a:defRPr sz="6000">
                <a:solidFill>
                  <a:schemeClr val="lt1"/>
                </a:solidFill>
              </a:defRPr>
            </a:lvl4pPr>
            <a:lvl5pPr lvl="4" rtl="0" algn="ctr">
              <a:spcBef>
                <a:spcPts val="0"/>
              </a:spcBef>
              <a:spcAft>
                <a:spcPts val="0"/>
              </a:spcAft>
              <a:buClr>
                <a:schemeClr val="lt1"/>
              </a:buClr>
              <a:buSzPts val="6000"/>
              <a:buNone/>
              <a:defRPr sz="6000">
                <a:solidFill>
                  <a:schemeClr val="lt1"/>
                </a:solidFill>
              </a:defRPr>
            </a:lvl5pPr>
            <a:lvl6pPr lvl="5" rtl="0" algn="ctr">
              <a:spcBef>
                <a:spcPts val="0"/>
              </a:spcBef>
              <a:spcAft>
                <a:spcPts val="0"/>
              </a:spcAft>
              <a:buClr>
                <a:schemeClr val="lt1"/>
              </a:buClr>
              <a:buSzPts val="6000"/>
              <a:buNone/>
              <a:defRPr sz="6000">
                <a:solidFill>
                  <a:schemeClr val="lt1"/>
                </a:solidFill>
              </a:defRPr>
            </a:lvl6pPr>
            <a:lvl7pPr lvl="6" rtl="0" algn="ctr">
              <a:spcBef>
                <a:spcPts val="0"/>
              </a:spcBef>
              <a:spcAft>
                <a:spcPts val="0"/>
              </a:spcAft>
              <a:buClr>
                <a:schemeClr val="lt1"/>
              </a:buClr>
              <a:buSzPts val="6000"/>
              <a:buNone/>
              <a:defRPr sz="6000">
                <a:solidFill>
                  <a:schemeClr val="lt1"/>
                </a:solidFill>
              </a:defRPr>
            </a:lvl7pPr>
            <a:lvl8pPr lvl="7" rtl="0" algn="ctr">
              <a:spcBef>
                <a:spcPts val="0"/>
              </a:spcBef>
              <a:spcAft>
                <a:spcPts val="0"/>
              </a:spcAft>
              <a:buClr>
                <a:schemeClr val="lt1"/>
              </a:buClr>
              <a:buSzPts val="6000"/>
              <a:buNone/>
              <a:defRPr sz="6000">
                <a:solidFill>
                  <a:schemeClr val="lt1"/>
                </a:solidFill>
              </a:defRPr>
            </a:lvl8pPr>
            <a:lvl9pPr lvl="8" rtl="0" algn="ctr">
              <a:spcBef>
                <a:spcPts val="0"/>
              </a:spcBef>
              <a:spcAft>
                <a:spcPts val="0"/>
              </a:spcAft>
              <a:buClr>
                <a:schemeClr val="lt1"/>
              </a:buClr>
              <a:buSzPts val="6000"/>
              <a:buNone/>
              <a:defRPr sz="6000">
                <a:solidFill>
                  <a:schemeClr val="lt1"/>
                </a:solidFill>
              </a:defRPr>
            </a:lvl9pPr>
          </a:lstStyle>
          <a:p>
            <a:r>
              <a:t>xx%</a:t>
            </a:r>
          </a:p>
        </p:txBody>
      </p:sp>
      <p:sp>
        <p:nvSpPr>
          <p:cNvPr id="672" name="Google Shape;672;p26"/>
          <p:cNvSpPr txBox="1"/>
          <p:nvPr>
            <p:ph idx="3" type="subTitle"/>
          </p:nvPr>
        </p:nvSpPr>
        <p:spPr>
          <a:xfrm>
            <a:off x="2223600" y="2764453"/>
            <a:ext cx="4696800" cy="372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dk1"/>
              </a:buClr>
              <a:buSzPts val="2400"/>
              <a:buNone/>
              <a:defRPr sz="1600">
                <a:solidFill>
                  <a:schemeClr val="dk1"/>
                </a:solidFill>
              </a:defRPr>
            </a:lvl1pPr>
            <a:lvl2pPr lvl="1" rtl="0" algn="ctr">
              <a:lnSpc>
                <a:spcPct val="100000"/>
              </a:lnSpc>
              <a:spcBef>
                <a:spcPts val="0"/>
              </a:spcBef>
              <a:spcAft>
                <a:spcPts val="0"/>
              </a:spcAft>
              <a:buClr>
                <a:schemeClr val="dk1"/>
              </a:buClr>
              <a:buSzPts val="2100"/>
              <a:buNone/>
              <a:defRPr sz="2100">
                <a:solidFill>
                  <a:schemeClr val="dk1"/>
                </a:solidFill>
              </a:defRPr>
            </a:lvl2pPr>
            <a:lvl3pPr lvl="2" rtl="0" algn="ctr">
              <a:lnSpc>
                <a:spcPct val="100000"/>
              </a:lnSpc>
              <a:spcBef>
                <a:spcPts val="0"/>
              </a:spcBef>
              <a:spcAft>
                <a:spcPts val="0"/>
              </a:spcAft>
              <a:buClr>
                <a:schemeClr val="dk1"/>
              </a:buClr>
              <a:buSzPts val="2100"/>
              <a:buNone/>
              <a:defRPr sz="2100">
                <a:solidFill>
                  <a:schemeClr val="dk1"/>
                </a:solidFill>
              </a:defRPr>
            </a:lvl3pPr>
            <a:lvl4pPr lvl="3" rtl="0" algn="ctr">
              <a:lnSpc>
                <a:spcPct val="100000"/>
              </a:lnSpc>
              <a:spcBef>
                <a:spcPts val="0"/>
              </a:spcBef>
              <a:spcAft>
                <a:spcPts val="0"/>
              </a:spcAft>
              <a:buClr>
                <a:schemeClr val="dk1"/>
              </a:buClr>
              <a:buSzPts val="2100"/>
              <a:buNone/>
              <a:defRPr sz="2100">
                <a:solidFill>
                  <a:schemeClr val="dk1"/>
                </a:solidFill>
              </a:defRPr>
            </a:lvl4pPr>
            <a:lvl5pPr lvl="4" rtl="0" algn="ctr">
              <a:lnSpc>
                <a:spcPct val="100000"/>
              </a:lnSpc>
              <a:spcBef>
                <a:spcPts val="0"/>
              </a:spcBef>
              <a:spcAft>
                <a:spcPts val="0"/>
              </a:spcAft>
              <a:buClr>
                <a:schemeClr val="dk1"/>
              </a:buClr>
              <a:buSzPts val="2100"/>
              <a:buNone/>
              <a:defRPr sz="2100">
                <a:solidFill>
                  <a:schemeClr val="dk1"/>
                </a:solidFill>
              </a:defRPr>
            </a:lvl5pPr>
            <a:lvl6pPr lvl="5" rtl="0" algn="ctr">
              <a:lnSpc>
                <a:spcPct val="100000"/>
              </a:lnSpc>
              <a:spcBef>
                <a:spcPts val="0"/>
              </a:spcBef>
              <a:spcAft>
                <a:spcPts val="0"/>
              </a:spcAft>
              <a:buClr>
                <a:schemeClr val="dk1"/>
              </a:buClr>
              <a:buSzPts val="2100"/>
              <a:buNone/>
              <a:defRPr sz="2100">
                <a:solidFill>
                  <a:schemeClr val="dk1"/>
                </a:solidFill>
              </a:defRPr>
            </a:lvl6pPr>
            <a:lvl7pPr lvl="6" rtl="0" algn="ctr">
              <a:lnSpc>
                <a:spcPct val="100000"/>
              </a:lnSpc>
              <a:spcBef>
                <a:spcPts val="0"/>
              </a:spcBef>
              <a:spcAft>
                <a:spcPts val="0"/>
              </a:spcAft>
              <a:buClr>
                <a:schemeClr val="dk1"/>
              </a:buClr>
              <a:buSzPts val="2100"/>
              <a:buNone/>
              <a:defRPr sz="2100">
                <a:solidFill>
                  <a:schemeClr val="dk1"/>
                </a:solidFill>
              </a:defRPr>
            </a:lvl7pPr>
            <a:lvl8pPr lvl="7" rtl="0" algn="ctr">
              <a:lnSpc>
                <a:spcPct val="100000"/>
              </a:lnSpc>
              <a:spcBef>
                <a:spcPts val="0"/>
              </a:spcBef>
              <a:spcAft>
                <a:spcPts val="0"/>
              </a:spcAft>
              <a:buClr>
                <a:schemeClr val="dk1"/>
              </a:buClr>
              <a:buSzPts val="2100"/>
              <a:buNone/>
              <a:defRPr sz="2100">
                <a:solidFill>
                  <a:schemeClr val="dk1"/>
                </a:solidFill>
              </a:defRPr>
            </a:lvl8pPr>
            <a:lvl9pPr lvl="8" rtl="0" algn="ctr">
              <a:lnSpc>
                <a:spcPct val="100000"/>
              </a:lnSpc>
              <a:spcBef>
                <a:spcPts val="0"/>
              </a:spcBef>
              <a:spcAft>
                <a:spcPts val="0"/>
              </a:spcAft>
              <a:buClr>
                <a:schemeClr val="dk1"/>
              </a:buClr>
              <a:buSzPts val="2100"/>
              <a:buNone/>
              <a:defRPr sz="2100">
                <a:solidFill>
                  <a:schemeClr val="dk1"/>
                </a:solidFill>
              </a:defRPr>
            </a:lvl9pPr>
          </a:lstStyle>
          <a:p/>
        </p:txBody>
      </p:sp>
      <p:sp>
        <p:nvSpPr>
          <p:cNvPr id="673" name="Google Shape;673;p26"/>
          <p:cNvSpPr txBox="1"/>
          <p:nvPr>
            <p:ph hasCustomPrompt="1" idx="4" type="title"/>
          </p:nvPr>
        </p:nvSpPr>
        <p:spPr>
          <a:xfrm>
            <a:off x="2223600" y="3468263"/>
            <a:ext cx="4696800" cy="768900"/>
          </a:xfrm>
          <a:prstGeom prst="rect">
            <a:avLst/>
          </a:prstGeom>
          <a:noFill/>
        </p:spPr>
        <p:txBody>
          <a:bodyPr anchorCtr="0" anchor="b" bIns="91425" lIns="91425" spcFirstLastPara="1" rIns="91425" wrap="square" tIns="91425">
            <a:noAutofit/>
          </a:bodyPr>
          <a:lstStyle>
            <a:lvl1pPr lvl="0" rtl="0" algn="ctr">
              <a:spcBef>
                <a:spcPts val="0"/>
              </a:spcBef>
              <a:spcAft>
                <a:spcPts val="0"/>
              </a:spcAft>
              <a:buClr>
                <a:schemeClr val="lt1"/>
              </a:buClr>
              <a:buSzPts val="6000"/>
              <a:buNone/>
              <a:defRPr/>
            </a:lvl1pPr>
            <a:lvl2pPr lvl="1" rtl="0" algn="ctr">
              <a:spcBef>
                <a:spcPts val="0"/>
              </a:spcBef>
              <a:spcAft>
                <a:spcPts val="0"/>
              </a:spcAft>
              <a:buClr>
                <a:schemeClr val="lt1"/>
              </a:buClr>
              <a:buSzPts val="6000"/>
              <a:buNone/>
              <a:defRPr sz="6000">
                <a:solidFill>
                  <a:schemeClr val="lt1"/>
                </a:solidFill>
              </a:defRPr>
            </a:lvl2pPr>
            <a:lvl3pPr lvl="2" rtl="0" algn="ctr">
              <a:spcBef>
                <a:spcPts val="0"/>
              </a:spcBef>
              <a:spcAft>
                <a:spcPts val="0"/>
              </a:spcAft>
              <a:buClr>
                <a:schemeClr val="lt1"/>
              </a:buClr>
              <a:buSzPts val="6000"/>
              <a:buNone/>
              <a:defRPr sz="6000">
                <a:solidFill>
                  <a:schemeClr val="lt1"/>
                </a:solidFill>
              </a:defRPr>
            </a:lvl3pPr>
            <a:lvl4pPr lvl="3" rtl="0" algn="ctr">
              <a:spcBef>
                <a:spcPts val="0"/>
              </a:spcBef>
              <a:spcAft>
                <a:spcPts val="0"/>
              </a:spcAft>
              <a:buClr>
                <a:schemeClr val="lt1"/>
              </a:buClr>
              <a:buSzPts val="6000"/>
              <a:buNone/>
              <a:defRPr sz="6000">
                <a:solidFill>
                  <a:schemeClr val="lt1"/>
                </a:solidFill>
              </a:defRPr>
            </a:lvl4pPr>
            <a:lvl5pPr lvl="4" rtl="0" algn="ctr">
              <a:spcBef>
                <a:spcPts val="0"/>
              </a:spcBef>
              <a:spcAft>
                <a:spcPts val="0"/>
              </a:spcAft>
              <a:buClr>
                <a:schemeClr val="lt1"/>
              </a:buClr>
              <a:buSzPts val="6000"/>
              <a:buNone/>
              <a:defRPr sz="6000">
                <a:solidFill>
                  <a:schemeClr val="lt1"/>
                </a:solidFill>
              </a:defRPr>
            </a:lvl5pPr>
            <a:lvl6pPr lvl="5" rtl="0" algn="ctr">
              <a:spcBef>
                <a:spcPts val="0"/>
              </a:spcBef>
              <a:spcAft>
                <a:spcPts val="0"/>
              </a:spcAft>
              <a:buClr>
                <a:schemeClr val="lt1"/>
              </a:buClr>
              <a:buSzPts val="6000"/>
              <a:buNone/>
              <a:defRPr sz="6000">
                <a:solidFill>
                  <a:schemeClr val="lt1"/>
                </a:solidFill>
              </a:defRPr>
            </a:lvl6pPr>
            <a:lvl7pPr lvl="6" rtl="0" algn="ctr">
              <a:spcBef>
                <a:spcPts val="0"/>
              </a:spcBef>
              <a:spcAft>
                <a:spcPts val="0"/>
              </a:spcAft>
              <a:buClr>
                <a:schemeClr val="lt1"/>
              </a:buClr>
              <a:buSzPts val="6000"/>
              <a:buNone/>
              <a:defRPr sz="6000">
                <a:solidFill>
                  <a:schemeClr val="lt1"/>
                </a:solidFill>
              </a:defRPr>
            </a:lvl7pPr>
            <a:lvl8pPr lvl="7" rtl="0" algn="ctr">
              <a:spcBef>
                <a:spcPts val="0"/>
              </a:spcBef>
              <a:spcAft>
                <a:spcPts val="0"/>
              </a:spcAft>
              <a:buClr>
                <a:schemeClr val="lt1"/>
              </a:buClr>
              <a:buSzPts val="6000"/>
              <a:buNone/>
              <a:defRPr sz="6000">
                <a:solidFill>
                  <a:schemeClr val="lt1"/>
                </a:solidFill>
              </a:defRPr>
            </a:lvl8pPr>
            <a:lvl9pPr lvl="8" rtl="0" algn="ctr">
              <a:spcBef>
                <a:spcPts val="0"/>
              </a:spcBef>
              <a:spcAft>
                <a:spcPts val="0"/>
              </a:spcAft>
              <a:buClr>
                <a:schemeClr val="lt1"/>
              </a:buClr>
              <a:buSzPts val="6000"/>
              <a:buNone/>
              <a:defRPr sz="6000">
                <a:solidFill>
                  <a:schemeClr val="lt1"/>
                </a:solidFill>
              </a:defRPr>
            </a:lvl9pPr>
          </a:lstStyle>
          <a:p>
            <a:r>
              <a:t>xx%</a:t>
            </a:r>
          </a:p>
        </p:txBody>
      </p:sp>
      <p:sp>
        <p:nvSpPr>
          <p:cNvPr id="674" name="Google Shape;674;p26"/>
          <p:cNvSpPr txBox="1"/>
          <p:nvPr>
            <p:ph idx="5" type="subTitle"/>
          </p:nvPr>
        </p:nvSpPr>
        <p:spPr>
          <a:xfrm>
            <a:off x="2223600" y="4231406"/>
            <a:ext cx="4696800" cy="372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dk1"/>
              </a:buClr>
              <a:buSzPts val="2400"/>
              <a:buNone/>
              <a:defRPr sz="1600">
                <a:solidFill>
                  <a:schemeClr val="dk1"/>
                </a:solidFill>
              </a:defRPr>
            </a:lvl1pPr>
            <a:lvl2pPr lvl="1" rtl="0" algn="ctr">
              <a:lnSpc>
                <a:spcPct val="100000"/>
              </a:lnSpc>
              <a:spcBef>
                <a:spcPts val="0"/>
              </a:spcBef>
              <a:spcAft>
                <a:spcPts val="0"/>
              </a:spcAft>
              <a:buClr>
                <a:schemeClr val="dk1"/>
              </a:buClr>
              <a:buSzPts val="2100"/>
              <a:buNone/>
              <a:defRPr sz="2100">
                <a:solidFill>
                  <a:schemeClr val="dk1"/>
                </a:solidFill>
              </a:defRPr>
            </a:lvl2pPr>
            <a:lvl3pPr lvl="2" rtl="0" algn="ctr">
              <a:lnSpc>
                <a:spcPct val="100000"/>
              </a:lnSpc>
              <a:spcBef>
                <a:spcPts val="0"/>
              </a:spcBef>
              <a:spcAft>
                <a:spcPts val="0"/>
              </a:spcAft>
              <a:buClr>
                <a:schemeClr val="dk1"/>
              </a:buClr>
              <a:buSzPts val="2100"/>
              <a:buNone/>
              <a:defRPr sz="2100">
                <a:solidFill>
                  <a:schemeClr val="dk1"/>
                </a:solidFill>
              </a:defRPr>
            </a:lvl3pPr>
            <a:lvl4pPr lvl="3" rtl="0" algn="ctr">
              <a:lnSpc>
                <a:spcPct val="100000"/>
              </a:lnSpc>
              <a:spcBef>
                <a:spcPts val="0"/>
              </a:spcBef>
              <a:spcAft>
                <a:spcPts val="0"/>
              </a:spcAft>
              <a:buClr>
                <a:schemeClr val="dk1"/>
              </a:buClr>
              <a:buSzPts val="2100"/>
              <a:buNone/>
              <a:defRPr sz="2100">
                <a:solidFill>
                  <a:schemeClr val="dk1"/>
                </a:solidFill>
              </a:defRPr>
            </a:lvl4pPr>
            <a:lvl5pPr lvl="4" rtl="0" algn="ctr">
              <a:lnSpc>
                <a:spcPct val="100000"/>
              </a:lnSpc>
              <a:spcBef>
                <a:spcPts val="0"/>
              </a:spcBef>
              <a:spcAft>
                <a:spcPts val="0"/>
              </a:spcAft>
              <a:buClr>
                <a:schemeClr val="dk1"/>
              </a:buClr>
              <a:buSzPts val="2100"/>
              <a:buNone/>
              <a:defRPr sz="2100">
                <a:solidFill>
                  <a:schemeClr val="dk1"/>
                </a:solidFill>
              </a:defRPr>
            </a:lvl5pPr>
            <a:lvl6pPr lvl="5" rtl="0" algn="ctr">
              <a:lnSpc>
                <a:spcPct val="100000"/>
              </a:lnSpc>
              <a:spcBef>
                <a:spcPts val="0"/>
              </a:spcBef>
              <a:spcAft>
                <a:spcPts val="0"/>
              </a:spcAft>
              <a:buClr>
                <a:schemeClr val="dk1"/>
              </a:buClr>
              <a:buSzPts val="2100"/>
              <a:buNone/>
              <a:defRPr sz="2100">
                <a:solidFill>
                  <a:schemeClr val="dk1"/>
                </a:solidFill>
              </a:defRPr>
            </a:lvl6pPr>
            <a:lvl7pPr lvl="6" rtl="0" algn="ctr">
              <a:lnSpc>
                <a:spcPct val="100000"/>
              </a:lnSpc>
              <a:spcBef>
                <a:spcPts val="0"/>
              </a:spcBef>
              <a:spcAft>
                <a:spcPts val="0"/>
              </a:spcAft>
              <a:buClr>
                <a:schemeClr val="dk1"/>
              </a:buClr>
              <a:buSzPts val="2100"/>
              <a:buNone/>
              <a:defRPr sz="2100">
                <a:solidFill>
                  <a:schemeClr val="dk1"/>
                </a:solidFill>
              </a:defRPr>
            </a:lvl7pPr>
            <a:lvl8pPr lvl="7" rtl="0" algn="ctr">
              <a:lnSpc>
                <a:spcPct val="100000"/>
              </a:lnSpc>
              <a:spcBef>
                <a:spcPts val="0"/>
              </a:spcBef>
              <a:spcAft>
                <a:spcPts val="0"/>
              </a:spcAft>
              <a:buClr>
                <a:schemeClr val="dk1"/>
              </a:buClr>
              <a:buSzPts val="2100"/>
              <a:buNone/>
              <a:defRPr sz="2100">
                <a:solidFill>
                  <a:schemeClr val="dk1"/>
                </a:solidFill>
              </a:defRPr>
            </a:lvl8pPr>
            <a:lvl9pPr lvl="8" rtl="0" algn="ctr">
              <a:lnSpc>
                <a:spcPct val="100000"/>
              </a:lnSpc>
              <a:spcBef>
                <a:spcPts val="0"/>
              </a:spcBef>
              <a:spcAft>
                <a:spcPts val="0"/>
              </a:spcAft>
              <a:buClr>
                <a:schemeClr val="dk1"/>
              </a:buClr>
              <a:buSzPts val="2100"/>
              <a:buNone/>
              <a:defRPr sz="2100">
                <a:solidFill>
                  <a:schemeClr val="dk1"/>
                </a:solidFill>
              </a:defRPr>
            </a:lvl9pPr>
          </a:lstStyle>
          <a:p/>
        </p:txBody>
      </p:sp>
      <p:grpSp>
        <p:nvGrpSpPr>
          <p:cNvPr id="675" name="Google Shape;675;p26"/>
          <p:cNvGrpSpPr/>
          <p:nvPr/>
        </p:nvGrpSpPr>
        <p:grpSpPr>
          <a:xfrm>
            <a:off x="147880" y="139650"/>
            <a:ext cx="8848170" cy="4864225"/>
            <a:chOff x="147880" y="139650"/>
            <a:chExt cx="8848170" cy="4864225"/>
          </a:xfrm>
        </p:grpSpPr>
        <p:grpSp>
          <p:nvGrpSpPr>
            <p:cNvPr id="676" name="Google Shape;676;p26"/>
            <p:cNvGrpSpPr/>
            <p:nvPr/>
          </p:nvGrpSpPr>
          <p:grpSpPr>
            <a:xfrm rot="5400000">
              <a:off x="-250770" y="538300"/>
              <a:ext cx="950900" cy="153600"/>
              <a:chOff x="147950" y="139650"/>
              <a:chExt cx="950900" cy="153600"/>
            </a:xfrm>
          </p:grpSpPr>
          <p:sp>
            <p:nvSpPr>
              <p:cNvPr id="677" name="Google Shape;677;p26"/>
              <p:cNvSpPr/>
              <p:nvPr/>
            </p:nvSpPr>
            <p:spPr>
              <a:xfrm>
                <a:off x="147950" y="139650"/>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678" name="Google Shape;678;p26"/>
              <p:cNvSpPr/>
              <p:nvPr/>
            </p:nvSpPr>
            <p:spPr>
              <a:xfrm>
                <a:off x="347275" y="139650"/>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679" name="Google Shape;679;p26"/>
              <p:cNvSpPr/>
              <p:nvPr/>
            </p:nvSpPr>
            <p:spPr>
              <a:xfrm>
                <a:off x="546600" y="139650"/>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680" name="Google Shape;680;p26"/>
              <p:cNvSpPr/>
              <p:nvPr/>
            </p:nvSpPr>
            <p:spPr>
              <a:xfrm>
                <a:off x="745925" y="139650"/>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681" name="Google Shape;681;p26"/>
              <p:cNvSpPr/>
              <p:nvPr/>
            </p:nvSpPr>
            <p:spPr>
              <a:xfrm>
                <a:off x="945250" y="139650"/>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grpSp>
        <p:grpSp>
          <p:nvGrpSpPr>
            <p:cNvPr id="682" name="Google Shape;682;p26"/>
            <p:cNvGrpSpPr/>
            <p:nvPr/>
          </p:nvGrpSpPr>
          <p:grpSpPr>
            <a:xfrm>
              <a:off x="8842450" y="4052975"/>
              <a:ext cx="153600" cy="950900"/>
              <a:chOff x="147950" y="3855800"/>
              <a:chExt cx="153600" cy="950900"/>
            </a:xfrm>
          </p:grpSpPr>
          <p:sp>
            <p:nvSpPr>
              <p:cNvPr id="683" name="Google Shape;683;p26"/>
              <p:cNvSpPr/>
              <p:nvPr/>
            </p:nvSpPr>
            <p:spPr>
              <a:xfrm rot="-5400000">
                <a:off x="147950" y="4653100"/>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684" name="Google Shape;684;p26"/>
              <p:cNvSpPr/>
              <p:nvPr/>
            </p:nvSpPr>
            <p:spPr>
              <a:xfrm rot="-5400000">
                <a:off x="147950" y="4453775"/>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685" name="Google Shape;685;p26"/>
              <p:cNvSpPr/>
              <p:nvPr/>
            </p:nvSpPr>
            <p:spPr>
              <a:xfrm rot="-5400000">
                <a:off x="147950" y="4254450"/>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686" name="Google Shape;686;p26"/>
              <p:cNvSpPr/>
              <p:nvPr/>
            </p:nvSpPr>
            <p:spPr>
              <a:xfrm rot="-5400000">
                <a:off x="147950" y="4055125"/>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687" name="Google Shape;687;p26"/>
              <p:cNvSpPr/>
              <p:nvPr/>
            </p:nvSpPr>
            <p:spPr>
              <a:xfrm rot="-5400000">
                <a:off x="147950" y="3855800"/>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grpSp>
        <p:grpSp>
          <p:nvGrpSpPr>
            <p:cNvPr id="688" name="Google Shape;688;p26"/>
            <p:cNvGrpSpPr/>
            <p:nvPr/>
          </p:nvGrpSpPr>
          <p:grpSpPr>
            <a:xfrm>
              <a:off x="147950" y="4052975"/>
              <a:ext cx="153600" cy="950900"/>
              <a:chOff x="147950" y="3855800"/>
              <a:chExt cx="153600" cy="950900"/>
            </a:xfrm>
          </p:grpSpPr>
          <p:sp>
            <p:nvSpPr>
              <p:cNvPr id="689" name="Google Shape;689;p26"/>
              <p:cNvSpPr/>
              <p:nvPr/>
            </p:nvSpPr>
            <p:spPr>
              <a:xfrm rot="-5400000">
                <a:off x="147950" y="4653100"/>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690" name="Google Shape;690;p26"/>
              <p:cNvSpPr/>
              <p:nvPr/>
            </p:nvSpPr>
            <p:spPr>
              <a:xfrm rot="-5400000">
                <a:off x="147950" y="4453775"/>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691" name="Google Shape;691;p26"/>
              <p:cNvSpPr/>
              <p:nvPr/>
            </p:nvSpPr>
            <p:spPr>
              <a:xfrm rot="-5400000">
                <a:off x="147950" y="4254450"/>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692" name="Google Shape;692;p26"/>
              <p:cNvSpPr/>
              <p:nvPr/>
            </p:nvSpPr>
            <p:spPr>
              <a:xfrm rot="-5400000">
                <a:off x="147950" y="4055125"/>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693" name="Google Shape;693;p26"/>
              <p:cNvSpPr/>
              <p:nvPr/>
            </p:nvSpPr>
            <p:spPr>
              <a:xfrm rot="-5400000">
                <a:off x="147950" y="3855800"/>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grpSp>
        <p:grpSp>
          <p:nvGrpSpPr>
            <p:cNvPr id="694" name="Google Shape;694;p26"/>
            <p:cNvGrpSpPr/>
            <p:nvPr/>
          </p:nvGrpSpPr>
          <p:grpSpPr>
            <a:xfrm rot="5400000">
              <a:off x="8443800" y="538300"/>
              <a:ext cx="950900" cy="153600"/>
              <a:chOff x="147950" y="139650"/>
              <a:chExt cx="950900" cy="153600"/>
            </a:xfrm>
          </p:grpSpPr>
          <p:sp>
            <p:nvSpPr>
              <p:cNvPr id="695" name="Google Shape;695;p26"/>
              <p:cNvSpPr/>
              <p:nvPr/>
            </p:nvSpPr>
            <p:spPr>
              <a:xfrm>
                <a:off x="147950" y="139650"/>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696" name="Google Shape;696;p26"/>
              <p:cNvSpPr/>
              <p:nvPr/>
            </p:nvSpPr>
            <p:spPr>
              <a:xfrm>
                <a:off x="347275" y="139650"/>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697" name="Google Shape;697;p26"/>
              <p:cNvSpPr/>
              <p:nvPr/>
            </p:nvSpPr>
            <p:spPr>
              <a:xfrm>
                <a:off x="546600" y="139650"/>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698" name="Google Shape;698;p26"/>
              <p:cNvSpPr/>
              <p:nvPr/>
            </p:nvSpPr>
            <p:spPr>
              <a:xfrm>
                <a:off x="745925" y="139650"/>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699" name="Google Shape;699;p26"/>
              <p:cNvSpPr/>
              <p:nvPr/>
            </p:nvSpPr>
            <p:spPr>
              <a:xfrm>
                <a:off x="945250" y="139650"/>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grpSp>
      </p:gr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p:cSld name="CUSTOM_3_1">
    <p:spTree>
      <p:nvGrpSpPr>
        <p:cNvPr id="700" name="Shape 700"/>
        <p:cNvGrpSpPr/>
        <p:nvPr/>
      </p:nvGrpSpPr>
      <p:grpSpPr>
        <a:xfrm>
          <a:off x="0" y="0"/>
          <a:ext cx="0" cy="0"/>
          <a:chOff x="0" y="0"/>
          <a:chExt cx="0" cy="0"/>
        </a:xfrm>
      </p:grpSpPr>
      <p:sp>
        <p:nvSpPr>
          <p:cNvPr id="701" name="Google Shape;701;p27"/>
          <p:cNvSpPr txBox="1"/>
          <p:nvPr>
            <p:ph type="title"/>
          </p:nvPr>
        </p:nvSpPr>
        <p:spPr>
          <a:xfrm>
            <a:off x="2347950" y="707777"/>
            <a:ext cx="4448100" cy="12255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3500"/>
              <a:buNone/>
              <a:defRPr sz="7200"/>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702" name="Google Shape;702;p27"/>
          <p:cNvSpPr txBox="1"/>
          <p:nvPr>
            <p:ph idx="1" type="subTitle"/>
          </p:nvPr>
        </p:nvSpPr>
        <p:spPr>
          <a:xfrm>
            <a:off x="2347950" y="1841450"/>
            <a:ext cx="4448100" cy="1058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703" name="Google Shape;703;p27"/>
          <p:cNvSpPr txBox="1"/>
          <p:nvPr/>
        </p:nvSpPr>
        <p:spPr>
          <a:xfrm>
            <a:off x="2292600" y="3611950"/>
            <a:ext cx="4558800" cy="556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000">
                <a:solidFill>
                  <a:schemeClr val="dk1"/>
                </a:solidFill>
                <a:latin typeface="Inter"/>
                <a:ea typeface="Inter"/>
                <a:cs typeface="Inter"/>
                <a:sym typeface="Inter"/>
              </a:rPr>
              <a:t>CREDITS: This presentation template was created by </a:t>
            </a:r>
            <a:r>
              <a:rPr b="1" lang="en" sz="1000" u="sng">
                <a:solidFill>
                  <a:schemeClr val="dk1"/>
                </a:solidFill>
                <a:latin typeface="Inter"/>
                <a:ea typeface="Inter"/>
                <a:cs typeface="Inter"/>
                <a:sym typeface="Inter"/>
                <a:hlinkClick r:id="rId2">
                  <a:extLst>
                    <a:ext uri="{A12FA001-AC4F-418D-AE19-62706E023703}">
                      <ahyp:hlinkClr val="tx"/>
                    </a:ext>
                  </a:extLst>
                </a:hlinkClick>
              </a:rPr>
              <a:t>Slidesgo</a:t>
            </a:r>
            <a:r>
              <a:rPr lang="en" sz="1000">
                <a:solidFill>
                  <a:schemeClr val="dk1"/>
                </a:solidFill>
                <a:latin typeface="Inter"/>
                <a:ea typeface="Inter"/>
                <a:cs typeface="Inter"/>
                <a:sym typeface="Inter"/>
              </a:rPr>
              <a:t>, and includes icons by </a:t>
            </a:r>
            <a:r>
              <a:rPr b="1" lang="en" sz="1000" u="sng">
                <a:solidFill>
                  <a:schemeClr val="dk1"/>
                </a:solidFill>
                <a:latin typeface="Inter"/>
                <a:ea typeface="Inter"/>
                <a:cs typeface="Inter"/>
                <a:sym typeface="Inter"/>
                <a:hlinkClick r:id="rId3">
                  <a:extLst>
                    <a:ext uri="{A12FA001-AC4F-418D-AE19-62706E023703}">
                      <ahyp:hlinkClr val="tx"/>
                    </a:ext>
                  </a:extLst>
                </a:hlinkClick>
              </a:rPr>
              <a:t>Flaticon</a:t>
            </a:r>
            <a:r>
              <a:rPr lang="en" sz="1000">
                <a:solidFill>
                  <a:schemeClr val="dk1"/>
                </a:solidFill>
                <a:latin typeface="Inter"/>
                <a:ea typeface="Inter"/>
                <a:cs typeface="Inter"/>
                <a:sym typeface="Inter"/>
              </a:rPr>
              <a:t>, and infographics &amp; images by </a:t>
            </a:r>
            <a:r>
              <a:rPr b="1" lang="en" sz="1000" u="sng">
                <a:solidFill>
                  <a:schemeClr val="dk1"/>
                </a:solidFill>
                <a:latin typeface="Inter"/>
                <a:ea typeface="Inter"/>
                <a:cs typeface="Inter"/>
                <a:sym typeface="Inter"/>
                <a:hlinkClick r:id="rId4">
                  <a:extLst>
                    <a:ext uri="{A12FA001-AC4F-418D-AE19-62706E023703}">
                      <ahyp:hlinkClr val="tx"/>
                    </a:ext>
                  </a:extLst>
                </a:hlinkClick>
              </a:rPr>
              <a:t>Freepik</a:t>
            </a:r>
            <a:r>
              <a:rPr b="1" lang="en" sz="1000" u="sng">
                <a:solidFill>
                  <a:schemeClr val="dk1"/>
                </a:solidFill>
                <a:latin typeface="Inter"/>
                <a:ea typeface="Inter"/>
                <a:cs typeface="Inter"/>
                <a:sym typeface="Inter"/>
              </a:rPr>
              <a:t> </a:t>
            </a:r>
            <a:endParaRPr b="1" sz="1000" u="sng">
              <a:solidFill>
                <a:schemeClr val="dk1"/>
              </a:solidFill>
              <a:latin typeface="Inter"/>
              <a:ea typeface="Inter"/>
              <a:cs typeface="Inter"/>
              <a:sym typeface="Inter"/>
            </a:endParaRPr>
          </a:p>
        </p:txBody>
      </p:sp>
      <p:grpSp>
        <p:nvGrpSpPr>
          <p:cNvPr id="704" name="Google Shape;704;p27"/>
          <p:cNvGrpSpPr/>
          <p:nvPr/>
        </p:nvGrpSpPr>
        <p:grpSpPr>
          <a:xfrm>
            <a:off x="147880" y="139650"/>
            <a:ext cx="8848170" cy="4864225"/>
            <a:chOff x="147880" y="139650"/>
            <a:chExt cx="8848170" cy="4864225"/>
          </a:xfrm>
        </p:grpSpPr>
        <p:grpSp>
          <p:nvGrpSpPr>
            <p:cNvPr id="705" name="Google Shape;705;p27"/>
            <p:cNvGrpSpPr/>
            <p:nvPr/>
          </p:nvGrpSpPr>
          <p:grpSpPr>
            <a:xfrm rot="5400000">
              <a:off x="-250770" y="538300"/>
              <a:ext cx="950900" cy="153600"/>
              <a:chOff x="147950" y="139650"/>
              <a:chExt cx="950900" cy="153600"/>
            </a:xfrm>
          </p:grpSpPr>
          <p:sp>
            <p:nvSpPr>
              <p:cNvPr id="706" name="Google Shape;706;p27"/>
              <p:cNvSpPr/>
              <p:nvPr/>
            </p:nvSpPr>
            <p:spPr>
              <a:xfrm>
                <a:off x="147950" y="139650"/>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707" name="Google Shape;707;p27"/>
              <p:cNvSpPr/>
              <p:nvPr/>
            </p:nvSpPr>
            <p:spPr>
              <a:xfrm>
                <a:off x="347275" y="139650"/>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708" name="Google Shape;708;p27"/>
              <p:cNvSpPr/>
              <p:nvPr/>
            </p:nvSpPr>
            <p:spPr>
              <a:xfrm>
                <a:off x="546600" y="139650"/>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709" name="Google Shape;709;p27"/>
              <p:cNvSpPr/>
              <p:nvPr/>
            </p:nvSpPr>
            <p:spPr>
              <a:xfrm>
                <a:off x="745925" y="139650"/>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710" name="Google Shape;710;p27"/>
              <p:cNvSpPr/>
              <p:nvPr/>
            </p:nvSpPr>
            <p:spPr>
              <a:xfrm>
                <a:off x="945250" y="139650"/>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grpSp>
        <p:grpSp>
          <p:nvGrpSpPr>
            <p:cNvPr id="711" name="Google Shape;711;p27"/>
            <p:cNvGrpSpPr/>
            <p:nvPr/>
          </p:nvGrpSpPr>
          <p:grpSpPr>
            <a:xfrm>
              <a:off x="8842450" y="4052975"/>
              <a:ext cx="153600" cy="950900"/>
              <a:chOff x="147950" y="3855800"/>
              <a:chExt cx="153600" cy="950900"/>
            </a:xfrm>
          </p:grpSpPr>
          <p:sp>
            <p:nvSpPr>
              <p:cNvPr id="712" name="Google Shape;712;p27"/>
              <p:cNvSpPr/>
              <p:nvPr/>
            </p:nvSpPr>
            <p:spPr>
              <a:xfrm rot="-5400000">
                <a:off x="147950" y="4653100"/>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713" name="Google Shape;713;p27"/>
              <p:cNvSpPr/>
              <p:nvPr/>
            </p:nvSpPr>
            <p:spPr>
              <a:xfrm rot="-5400000">
                <a:off x="147950" y="4453775"/>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714" name="Google Shape;714;p27"/>
              <p:cNvSpPr/>
              <p:nvPr/>
            </p:nvSpPr>
            <p:spPr>
              <a:xfrm rot="-5400000">
                <a:off x="147950" y="4254450"/>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715" name="Google Shape;715;p27"/>
              <p:cNvSpPr/>
              <p:nvPr/>
            </p:nvSpPr>
            <p:spPr>
              <a:xfrm rot="-5400000">
                <a:off x="147950" y="4055125"/>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716" name="Google Shape;716;p27"/>
              <p:cNvSpPr/>
              <p:nvPr/>
            </p:nvSpPr>
            <p:spPr>
              <a:xfrm rot="-5400000">
                <a:off x="147950" y="3855800"/>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grpSp>
        <p:grpSp>
          <p:nvGrpSpPr>
            <p:cNvPr id="717" name="Google Shape;717;p27"/>
            <p:cNvGrpSpPr/>
            <p:nvPr/>
          </p:nvGrpSpPr>
          <p:grpSpPr>
            <a:xfrm>
              <a:off x="147950" y="4052975"/>
              <a:ext cx="153600" cy="950900"/>
              <a:chOff x="147950" y="3855800"/>
              <a:chExt cx="153600" cy="950900"/>
            </a:xfrm>
          </p:grpSpPr>
          <p:sp>
            <p:nvSpPr>
              <p:cNvPr id="718" name="Google Shape;718;p27"/>
              <p:cNvSpPr/>
              <p:nvPr/>
            </p:nvSpPr>
            <p:spPr>
              <a:xfrm rot="-5400000">
                <a:off x="147950" y="4653100"/>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719" name="Google Shape;719;p27"/>
              <p:cNvSpPr/>
              <p:nvPr/>
            </p:nvSpPr>
            <p:spPr>
              <a:xfrm rot="-5400000">
                <a:off x="147950" y="4453775"/>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720" name="Google Shape;720;p27"/>
              <p:cNvSpPr/>
              <p:nvPr/>
            </p:nvSpPr>
            <p:spPr>
              <a:xfrm rot="-5400000">
                <a:off x="147950" y="4254450"/>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721" name="Google Shape;721;p27"/>
              <p:cNvSpPr/>
              <p:nvPr/>
            </p:nvSpPr>
            <p:spPr>
              <a:xfrm rot="-5400000">
                <a:off x="147950" y="4055125"/>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722" name="Google Shape;722;p27"/>
              <p:cNvSpPr/>
              <p:nvPr/>
            </p:nvSpPr>
            <p:spPr>
              <a:xfrm rot="-5400000">
                <a:off x="147950" y="3855800"/>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grpSp>
        <p:grpSp>
          <p:nvGrpSpPr>
            <p:cNvPr id="723" name="Google Shape;723;p27"/>
            <p:cNvGrpSpPr/>
            <p:nvPr/>
          </p:nvGrpSpPr>
          <p:grpSpPr>
            <a:xfrm rot="5400000">
              <a:off x="8443800" y="538300"/>
              <a:ext cx="950900" cy="153600"/>
              <a:chOff x="147950" y="139650"/>
              <a:chExt cx="950900" cy="153600"/>
            </a:xfrm>
          </p:grpSpPr>
          <p:sp>
            <p:nvSpPr>
              <p:cNvPr id="724" name="Google Shape;724;p27"/>
              <p:cNvSpPr/>
              <p:nvPr/>
            </p:nvSpPr>
            <p:spPr>
              <a:xfrm>
                <a:off x="147950" y="139650"/>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725" name="Google Shape;725;p27"/>
              <p:cNvSpPr/>
              <p:nvPr/>
            </p:nvSpPr>
            <p:spPr>
              <a:xfrm>
                <a:off x="347275" y="139650"/>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726" name="Google Shape;726;p27"/>
              <p:cNvSpPr/>
              <p:nvPr/>
            </p:nvSpPr>
            <p:spPr>
              <a:xfrm>
                <a:off x="546600" y="139650"/>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727" name="Google Shape;727;p27"/>
              <p:cNvSpPr/>
              <p:nvPr/>
            </p:nvSpPr>
            <p:spPr>
              <a:xfrm>
                <a:off x="745925" y="139650"/>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728" name="Google Shape;728;p27"/>
              <p:cNvSpPr/>
              <p:nvPr/>
            </p:nvSpPr>
            <p:spPr>
              <a:xfrm>
                <a:off x="945250" y="139650"/>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grpSp>
      </p:gr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p:cSld name="CUSTOM_9">
    <p:spTree>
      <p:nvGrpSpPr>
        <p:cNvPr id="729" name="Shape 729"/>
        <p:cNvGrpSpPr/>
        <p:nvPr/>
      </p:nvGrpSpPr>
      <p:grpSpPr>
        <a:xfrm>
          <a:off x="0" y="0"/>
          <a:ext cx="0" cy="0"/>
          <a:chOff x="0" y="0"/>
          <a:chExt cx="0" cy="0"/>
        </a:xfrm>
      </p:grpSpPr>
      <p:grpSp>
        <p:nvGrpSpPr>
          <p:cNvPr id="730" name="Google Shape;730;p28"/>
          <p:cNvGrpSpPr/>
          <p:nvPr/>
        </p:nvGrpSpPr>
        <p:grpSpPr>
          <a:xfrm>
            <a:off x="147880" y="139650"/>
            <a:ext cx="8848170" cy="4864225"/>
            <a:chOff x="147880" y="139650"/>
            <a:chExt cx="8848170" cy="4864225"/>
          </a:xfrm>
        </p:grpSpPr>
        <p:grpSp>
          <p:nvGrpSpPr>
            <p:cNvPr id="731" name="Google Shape;731;p28"/>
            <p:cNvGrpSpPr/>
            <p:nvPr/>
          </p:nvGrpSpPr>
          <p:grpSpPr>
            <a:xfrm rot="5400000">
              <a:off x="-250770" y="538300"/>
              <a:ext cx="950900" cy="153600"/>
              <a:chOff x="147950" y="139650"/>
              <a:chExt cx="950900" cy="153600"/>
            </a:xfrm>
          </p:grpSpPr>
          <p:sp>
            <p:nvSpPr>
              <p:cNvPr id="732" name="Google Shape;732;p28"/>
              <p:cNvSpPr/>
              <p:nvPr/>
            </p:nvSpPr>
            <p:spPr>
              <a:xfrm>
                <a:off x="147950" y="139650"/>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733" name="Google Shape;733;p28"/>
              <p:cNvSpPr/>
              <p:nvPr/>
            </p:nvSpPr>
            <p:spPr>
              <a:xfrm>
                <a:off x="347275" y="139650"/>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734" name="Google Shape;734;p28"/>
              <p:cNvSpPr/>
              <p:nvPr/>
            </p:nvSpPr>
            <p:spPr>
              <a:xfrm>
                <a:off x="546600" y="139650"/>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735" name="Google Shape;735;p28"/>
              <p:cNvSpPr/>
              <p:nvPr/>
            </p:nvSpPr>
            <p:spPr>
              <a:xfrm>
                <a:off x="745925" y="139650"/>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736" name="Google Shape;736;p28"/>
              <p:cNvSpPr/>
              <p:nvPr/>
            </p:nvSpPr>
            <p:spPr>
              <a:xfrm>
                <a:off x="945250" y="139650"/>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grpSp>
        <p:grpSp>
          <p:nvGrpSpPr>
            <p:cNvPr id="737" name="Google Shape;737;p28"/>
            <p:cNvGrpSpPr/>
            <p:nvPr/>
          </p:nvGrpSpPr>
          <p:grpSpPr>
            <a:xfrm>
              <a:off x="8842450" y="4052975"/>
              <a:ext cx="153600" cy="950900"/>
              <a:chOff x="147950" y="3855800"/>
              <a:chExt cx="153600" cy="950900"/>
            </a:xfrm>
          </p:grpSpPr>
          <p:sp>
            <p:nvSpPr>
              <p:cNvPr id="738" name="Google Shape;738;p28"/>
              <p:cNvSpPr/>
              <p:nvPr/>
            </p:nvSpPr>
            <p:spPr>
              <a:xfrm rot="-5400000">
                <a:off x="147950" y="4653100"/>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739" name="Google Shape;739;p28"/>
              <p:cNvSpPr/>
              <p:nvPr/>
            </p:nvSpPr>
            <p:spPr>
              <a:xfrm rot="-5400000">
                <a:off x="147950" y="4453775"/>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740" name="Google Shape;740;p28"/>
              <p:cNvSpPr/>
              <p:nvPr/>
            </p:nvSpPr>
            <p:spPr>
              <a:xfrm rot="-5400000">
                <a:off x="147950" y="4254450"/>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741" name="Google Shape;741;p28"/>
              <p:cNvSpPr/>
              <p:nvPr/>
            </p:nvSpPr>
            <p:spPr>
              <a:xfrm rot="-5400000">
                <a:off x="147950" y="4055125"/>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742" name="Google Shape;742;p28"/>
              <p:cNvSpPr/>
              <p:nvPr/>
            </p:nvSpPr>
            <p:spPr>
              <a:xfrm rot="-5400000">
                <a:off x="147950" y="3855800"/>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grpSp>
        <p:grpSp>
          <p:nvGrpSpPr>
            <p:cNvPr id="743" name="Google Shape;743;p28"/>
            <p:cNvGrpSpPr/>
            <p:nvPr/>
          </p:nvGrpSpPr>
          <p:grpSpPr>
            <a:xfrm>
              <a:off x="147950" y="4052975"/>
              <a:ext cx="153600" cy="950900"/>
              <a:chOff x="147950" y="3855800"/>
              <a:chExt cx="153600" cy="950900"/>
            </a:xfrm>
          </p:grpSpPr>
          <p:sp>
            <p:nvSpPr>
              <p:cNvPr id="744" name="Google Shape;744;p28"/>
              <p:cNvSpPr/>
              <p:nvPr/>
            </p:nvSpPr>
            <p:spPr>
              <a:xfrm rot="-5400000">
                <a:off x="147950" y="4653100"/>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745" name="Google Shape;745;p28"/>
              <p:cNvSpPr/>
              <p:nvPr/>
            </p:nvSpPr>
            <p:spPr>
              <a:xfrm rot="-5400000">
                <a:off x="147950" y="4453775"/>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746" name="Google Shape;746;p28"/>
              <p:cNvSpPr/>
              <p:nvPr/>
            </p:nvSpPr>
            <p:spPr>
              <a:xfrm rot="-5400000">
                <a:off x="147950" y="4254450"/>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747" name="Google Shape;747;p28"/>
              <p:cNvSpPr/>
              <p:nvPr/>
            </p:nvSpPr>
            <p:spPr>
              <a:xfrm rot="-5400000">
                <a:off x="147950" y="4055125"/>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748" name="Google Shape;748;p28"/>
              <p:cNvSpPr/>
              <p:nvPr/>
            </p:nvSpPr>
            <p:spPr>
              <a:xfrm rot="-5400000">
                <a:off x="147950" y="3855800"/>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grpSp>
        <p:grpSp>
          <p:nvGrpSpPr>
            <p:cNvPr id="749" name="Google Shape;749;p28"/>
            <p:cNvGrpSpPr/>
            <p:nvPr/>
          </p:nvGrpSpPr>
          <p:grpSpPr>
            <a:xfrm rot="5400000">
              <a:off x="8443800" y="538300"/>
              <a:ext cx="950900" cy="153600"/>
              <a:chOff x="147950" y="139650"/>
              <a:chExt cx="950900" cy="153600"/>
            </a:xfrm>
          </p:grpSpPr>
          <p:sp>
            <p:nvSpPr>
              <p:cNvPr id="750" name="Google Shape;750;p28"/>
              <p:cNvSpPr/>
              <p:nvPr/>
            </p:nvSpPr>
            <p:spPr>
              <a:xfrm>
                <a:off x="147950" y="139650"/>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751" name="Google Shape;751;p28"/>
              <p:cNvSpPr/>
              <p:nvPr/>
            </p:nvSpPr>
            <p:spPr>
              <a:xfrm>
                <a:off x="347275" y="139650"/>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752" name="Google Shape;752;p28"/>
              <p:cNvSpPr/>
              <p:nvPr/>
            </p:nvSpPr>
            <p:spPr>
              <a:xfrm>
                <a:off x="546600" y="139650"/>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753" name="Google Shape;753;p28"/>
              <p:cNvSpPr/>
              <p:nvPr/>
            </p:nvSpPr>
            <p:spPr>
              <a:xfrm>
                <a:off x="745925" y="139650"/>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754" name="Google Shape;754;p28"/>
              <p:cNvSpPr/>
              <p:nvPr/>
            </p:nvSpPr>
            <p:spPr>
              <a:xfrm>
                <a:off x="945250" y="139650"/>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grpSp>
      </p:grpSp>
      <p:grpSp>
        <p:nvGrpSpPr>
          <p:cNvPr id="755" name="Google Shape;755;p28"/>
          <p:cNvGrpSpPr/>
          <p:nvPr/>
        </p:nvGrpSpPr>
        <p:grpSpPr>
          <a:xfrm>
            <a:off x="713223" y="625260"/>
            <a:ext cx="1051049" cy="1045144"/>
            <a:chOff x="1651173" y="3330753"/>
            <a:chExt cx="1051049" cy="1045144"/>
          </a:xfrm>
        </p:grpSpPr>
        <p:sp>
          <p:nvSpPr>
            <p:cNvPr id="756" name="Google Shape;756;p28"/>
            <p:cNvSpPr/>
            <p:nvPr/>
          </p:nvSpPr>
          <p:spPr>
            <a:xfrm>
              <a:off x="1651181" y="3330753"/>
              <a:ext cx="1051041" cy="1045144"/>
            </a:xfrm>
            <a:custGeom>
              <a:rect b="b" l="l" r="r" t="t"/>
              <a:pathLst>
                <a:path extrusionOk="0" h="24987" w="25131">
                  <a:moveTo>
                    <a:pt x="15533" y="0"/>
                  </a:moveTo>
                  <a:cubicBezTo>
                    <a:pt x="15375" y="0"/>
                    <a:pt x="15183" y="8"/>
                    <a:pt x="14954" y="27"/>
                  </a:cubicBezTo>
                  <a:cubicBezTo>
                    <a:pt x="12922" y="197"/>
                    <a:pt x="10164" y="1200"/>
                    <a:pt x="9082" y="3526"/>
                  </a:cubicBezTo>
                  <a:cubicBezTo>
                    <a:pt x="7569" y="6803"/>
                    <a:pt x="9443" y="9306"/>
                    <a:pt x="9738" y="9666"/>
                  </a:cubicBezTo>
                  <a:cubicBezTo>
                    <a:pt x="10570" y="10741"/>
                    <a:pt x="10747" y="11612"/>
                    <a:pt x="10144" y="12379"/>
                  </a:cubicBezTo>
                  <a:cubicBezTo>
                    <a:pt x="9563" y="13115"/>
                    <a:pt x="8607" y="13426"/>
                    <a:pt x="7475" y="13426"/>
                  </a:cubicBezTo>
                  <a:cubicBezTo>
                    <a:pt x="6743" y="13426"/>
                    <a:pt x="5937" y="13296"/>
                    <a:pt x="5111" y="13067"/>
                  </a:cubicBezTo>
                  <a:cubicBezTo>
                    <a:pt x="3001" y="12490"/>
                    <a:pt x="2661" y="12038"/>
                    <a:pt x="2182" y="11580"/>
                  </a:cubicBezTo>
                  <a:cubicBezTo>
                    <a:pt x="1946" y="11356"/>
                    <a:pt x="1728" y="11238"/>
                    <a:pt x="1530" y="11238"/>
                  </a:cubicBezTo>
                  <a:cubicBezTo>
                    <a:pt x="857" y="11238"/>
                    <a:pt x="406" y="12590"/>
                    <a:pt x="229" y="15747"/>
                  </a:cubicBezTo>
                  <a:cubicBezTo>
                    <a:pt x="0" y="19777"/>
                    <a:pt x="1055" y="22267"/>
                    <a:pt x="4377" y="23814"/>
                  </a:cubicBezTo>
                  <a:cubicBezTo>
                    <a:pt x="6242" y="24680"/>
                    <a:pt x="9285" y="24987"/>
                    <a:pt x="12384" y="24987"/>
                  </a:cubicBezTo>
                  <a:cubicBezTo>
                    <a:pt x="14817" y="24987"/>
                    <a:pt x="17286" y="24798"/>
                    <a:pt x="19246" y="24541"/>
                  </a:cubicBezTo>
                  <a:cubicBezTo>
                    <a:pt x="24056" y="23912"/>
                    <a:pt x="25130" y="20911"/>
                    <a:pt x="24678" y="18191"/>
                  </a:cubicBezTo>
                  <a:cubicBezTo>
                    <a:pt x="24331" y="16108"/>
                    <a:pt x="22063" y="14306"/>
                    <a:pt x="20052" y="13382"/>
                  </a:cubicBezTo>
                  <a:cubicBezTo>
                    <a:pt x="18833" y="12825"/>
                    <a:pt x="18335" y="12215"/>
                    <a:pt x="18237" y="11593"/>
                  </a:cubicBezTo>
                  <a:cubicBezTo>
                    <a:pt x="18158" y="11114"/>
                    <a:pt x="18387" y="10669"/>
                    <a:pt x="18525" y="10446"/>
                  </a:cubicBezTo>
                  <a:cubicBezTo>
                    <a:pt x="18820" y="10086"/>
                    <a:pt x="19075" y="9699"/>
                    <a:pt x="19292" y="9293"/>
                  </a:cubicBezTo>
                  <a:cubicBezTo>
                    <a:pt x="19309" y="9294"/>
                    <a:pt x="19325" y="9295"/>
                    <a:pt x="19341" y="9295"/>
                  </a:cubicBezTo>
                  <a:cubicBezTo>
                    <a:pt x="19701" y="9295"/>
                    <a:pt x="19846" y="9005"/>
                    <a:pt x="20524" y="9005"/>
                  </a:cubicBezTo>
                  <a:cubicBezTo>
                    <a:pt x="20633" y="9005"/>
                    <a:pt x="20757" y="9013"/>
                    <a:pt x="20897" y="9031"/>
                  </a:cubicBezTo>
                  <a:cubicBezTo>
                    <a:pt x="21835" y="9151"/>
                    <a:pt x="22534" y="9464"/>
                    <a:pt x="22847" y="9464"/>
                  </a:cubicBezTo>
                  <a:cubicBezTo>
                    <a:pt x="22925" y="9464"/>
                    <a:pt x="22980" y="9445"/>
                    <a:pt x="23007" y="9398"/>
                  </a:cubicBezTo>
                  <a:cubicBezTo>
                    <a:pt x="23145" y="9155"/>
                    <a:pt x="22693" y="8343"/>
                    <a:pt x="22005" y="7982"/>
                  </a:cubicBezTo>
                  <a:cubicBezTo>
                    <a:pt x="22005" y="7982"/>
                    <a:pt x="22037" y="7962"/>
                    <a:pt x="22090" y="7930"/>
                  </a:cubicBezTo>
                  <a:lnTo>
                    <a:pt x="22142" y="7904"/>
                  </a:lnTo>
                  <a:lnTo>
                    <a:pt x="22149" y="7904"/>
                  </a:lnTo>
                  <a:lnTo>
                    <a:pt x="22201" y="7864"/>
                  </a:lnTo>
                  <a:lnTo>
                    <a:pt x="22214" y="7858"/>
                  </a:lnTo>
                  <a:lnTo>
                    <a:pt x="22280" y="7812"/>
                  </a:lnTo>
                  <a:lnTo>
                    <a:pt x="22293" y="7805"/>
                  </a:lnTo>
                  <a:cubicBezTo>
                    <a:pt x="22312" y="7786"/>
                    <a:pt x="22339" y="7772"/>
                    <a:pt x="22365" y="7753"/>
                  </a:cubicBezTo>
                  <a:lnTo>
                    <a:pt x="22371" y="7746"/>
                  </a:lnTo>
                  <a:lnTo>
                    <a:pt x="22444" y="7694"/>
                  </a:lnTo>
                  <a:lnTo>
                    <a:pt x="22457" y="7681"/>
                  </a:lnTo>
                  <a:cubicBezTo>
                    <a:pt x="22483" y="7655"/>
                    <a:pt x="22509" y="7635"/>
                    <a:pt x="22535" y="7615"/>
                  </a:cubicBezTo>
                  <a:lnTo>
                    <a:pt x="22555" y="7596"/>
                  </a:lnTo>
                  <a:cubicBezTo>
                    <a:pt x="22581" y="7569"/>
                    <a:pt x="22614" y="7550"/>
                    <a:pt x="22640" y="7523"/>
                  </a:cubicBezTo>
                  <a:lnTo>
                    <a:pt x="22653" y="7504"/>
                  </a:lnTo>
                  <a:cubicBezTo>
                    <a:pt x="22679" y="7484"/>
                    <a:pt x="22712" y="7458"/>
                    <a:pt x="22738" y="7425"/>
                  </a:cubicBezTo>
                  <a:lnTo>
                    <a:pt x="22752" y="7412"/>
                  </a:lnTo>
                  <a:cubicBezTo>
                    <a:pt x="22778" y="7386"/>
                    <a:pt x="22811" y="7353"/>
                    <a:pt x="22837" y="7320"/>
                  </a:cubicBezTo>
                  <a:lnTo>
                    <a:pt x="22856" y="7301"/>
                  </a:lnTo>
                  <a:cubicBezTo>
                    <a:pt x="22889" y="7268"/>
                    <a:pt x="22915" y="7235"/>
                    <a:pt x="22948" y="7202"/>
                  </a:cubicBezTo>
                  <a:lnTo>
                    <a:pt x="22961" y="7176"/>
                  </a:lnTo>
                  <a:cubicBezTo>
                    <a:pt x="22994" y="7143"/>
                    <a:pt x="23027" y="7104"/>
                    <a:pt x="23053" y="7065"/>
                  </a:cubicBezTo>
                  <a:lnTo>
                    <a:pt x="23066" y="7052"/>
                  </a:lnTo>
                  <a:cubicBezTo>
                    <a:pt x="23092" y="7012"/>
                    <a:pt x="23118" y="6973"/>
                    <a:pt x="23145" y="6934"/>
                  </a:cubicBezTo>
                  <a:lnTo>
                    <a:pt x="23158" y="6914"/>
                  </a:lnTo>
                  <a:cubicBezTo>
                    <a:pt x="23184" y="6875"/>
                    <a:pt x="23217" y="6829"/>
                    <a:pt x="23243" y="6783"/>
                  </a:cubicBezTo>
                  <a:cubicBezTo>
                    <a:pt x="23243" y="6776"/>
                    <a:pt x="23250" y="6770"/>
                    <a:pt x="23256" y="6757"/>
                  </a:cubicBezTo>
                  <a:cubicBezTo>
                    <a:pt x="23282" y="6711"/>
                    <a:pt x="23309" y="6665"/>
                    <a:pt x="23341" y="6619"/>
                  </a:cubicBezTo>
                  <a:cubicBezTo>
                    <a:pt x="23341" y="6613"/>
                    <a:pt x="23348" y="6600"/>
                    <a:pt x="23354" y="6593"/>
                  </a:cubicBezTo>
                  <a:cubicBezTo>
                    <a:pt x="23381" y="6541"/>
                    <a:pt x="23407" y="6488"/>
                    <a:pt x="23433" y="6436"/>
                  </a:cubicBezTo>
                  <a:cubicBezTo>
                    <a:pt x="23851" y="5563"/>
                    <a:pt x="23846" y="4821"/>
                    <a:pt x="23393" y="4821"/>
                  </a:cubicBezTo>
                  <a:cubicBezTo>
                    <a:pt x="23271" y="4821"/>
                    <a:pt x="23116" y="4875"/>
                    <a:pt x="22928" y="4994"/>
                  </a:cubicBezTo>
                  <a:cubicBezTo>
                    <a:pt x="22447" y="5297"/>
                    <a:pt x="21859" y="5552"/>
                    <a:pt x="21227" y="5552"/>
                  </a:cubicBezTo>
                  <a:cubicBezTo>
                    <a:pt x="20698" y="5552"/>
                    <a:pt x="20139" y="5373"/>
                    <a:pt x="19587" y="4896"/>
                  </a:cubicBezTo>
                  <a:cubicBezTo>
                    <a:pt x="19357" y="3808"/>
                    <a:pt x="18735" y="2838"/>
                    <a:pt x="17830" y="2183"/>
                  </a:cubicBezTo>
                  <a:cubicBezTo>
                    <a:pt x="17830" y="2183"/>
                    <a:pt x="19259" y="1691"/>
                    <a:pt x="18695" y="1305"/>
                  </a:cubicBezTo>
                  <a:cubicBezTo>
                    <a:pt x="18501" y="1168"/>
                    <a:pt x="18209" y="1123"/>
                    <a:pt x="17912" y="1123"/>
                  </a:cubicBezTo>
                  <a:cubicBezTo>
                    <a:pt x="17357" y="1123"/>
                    <a:pt x="16782" y="1279"/>
                    <a:pt x="16782" y="1279"/>
                  </a:cubicBezTo>
                  <a:cubicBezTo>
                    <a:pt x="16782" y="1279"/>
                    <a:pt x="18348" y="735"/>
                    <a:pt x="17765" y="512"/>
                  </a:cubicBezTo>
                  <a:cubicBezTo>
                    <a:pt x="17564" y="434"/>
                    <a:pt x="17296" y="408"/>
                    <a:pt x="17029" y="408"/>
                  </a:cubicBezTo>
                  <a:cubicBezTo>
                    <a:pt x="16510" y="408"/>
                    <a:pt x="15996" y="505"/>
                    <a:pt x="15996" y="505"/>
                  </a:cubicBezTo>
                  <a:cubicBezTo>
                    <a:pt x="15996" y="505"/>
                    <a:pt x="16774" y="0"/>
                    <a:pt x="15533" y="0"/>
                  </a:cubicBezTo>
                  <a:close/>
                </a:path>
              </a:pathLst>
            </a:custGeom>
            <a:solidFill>
              <a:schemeClr val="dk1"/>
            </a:solidFill>
            <a:ln cap="flat" cmpd="sng" w="1143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7" name="Google Shape;757;p28"/>
            <p:cNvSpPr/>
            <p:nvPr/>
          </p:nvSpPr>
          <p:spPr>
            <a:xfrm>
              <a:off x="1651173" y="3330753"/>
              <a:ext cx="1051041" cy="1045144"/>
            </a:xfrm>
            <a:custGeom>
              <a:rect b="b" l="l" r="r" t="t"/>
              <a:pathLst>
                <a:path extrusionOk="0" h="24987" w="25131">
                  <a:moveTo>
                    <a:pt x="15533" y="0"/>
                  </a:moveTo>
                  <a:cubicBezTo>
                    <a:pt x="15375" y="0"/>
                    <a:pt x="15184" y="8"/>
                    <a:pt x="14954" y="27"/>
                  </a:cubicBezTo>
                  <a:cubicBezTo>
                    <a:pt x="12923" y="197"/>
                    <a:pt x="10164" y="1200"/>
                    <a:pt x="9083" y="3533"/>
                  </a:cubicBezTo>
                  <a:cubicBezTo>
                    <a:pt x="7569" y="6809"/>
                    <a:pt x="9443" y="9306"/>
                    <a:pt x="9738" y="9666"/>
                  </a:cubicBezTo>
                  <a:cubicBezTo>
                    <a:pt x="10570" y="10741"/>
                    <a:pt x="10747" y="11619"/>
                    <a:pt x="10144" y="12379"/>
                  </a:cubicBezTo>
                  <a:cubicBezTo>
                    <a:pt x="9562" y="13117"/>
                    <a:pt x="8605" y="13428"/>
                    <a:pt x="7470" y="13428"/>
                  </a:cubicBezTo>
                  <a:cubicBezTo>
                    <a:pt x="6741" y="13428"/>
                    <a:pt x="5937" y="13299"/>
                    <a:pt x="5112" y="13074"/>
                  </a:cubicBezTo>
                  <a:cubicBezTo>
                    <a:pt x="3008" y="12490"/>
                    <a:pt x="2661" y="12038"/>
                    <a:pt x="2189" y="11580"/>
                  </a:cubicBezTo>
                  <a:cubicBezTo>
                    <a:pt x="1953" y="11356"/>
                    <a:pt x="1735" y="11238"/>
                    <a:pt x="1536" y="11238"/>
                  </a:cubicBezTo>
                  <a:cubicBezTo>
                    <a:pt x="861" y="11238"/>
                    <a:pt x="407" y="12590"/>
                    <a:pt x="230" y="15747"/>
                  </a:cubicBezTo>
                  <a:cubicBezTo>
                    <a:pt x="0" y="19777"/>
                    <a:pt x="1055" y="22274"/>
                    <a:pt x="4384" y="23814"/>
                  </a:cubicBezTo>
                  <a:cubicBezTo>
                    <a:pt x="6245" y="24680"/>
                    <a:pt x="9286" y="24987"/>
                    <a:pt x="12384" y="24987"/>
                  </a:cubicBezTo>
                  <a:cubicBezTo>
                    <a:pt x="14818" y="24987"/>
                    <a:pt x="17286" y="24798"/>
                    <a:pt x="19246" y="24541"/>
                  </a:cubicBezTo>
                  <a:cubicBezTo>
                    <a:pt x="24056" y="23912"/>
                    <a:pt x="25130" y="20911"/>
                    <a:pt x="24678" y="18191"/>
                  </a:cubicBezTo>
                  <a:cubicBezTo>
                    <a:pt x="24331" y="16108"/>
                    <a:pt x="22064" y="14306"/>
                    <a:pt x="20052" y="13382"/>
                  </a:cubicBezTo>
                  <a:cubicBezTo>
                    <a:pt x="18833" y="12825"/>
                    <a:pt x="18335" y="12215"/>
                    <a:pt x="18237" y="11593"/>
                  </a:cubicBezTo>
                  <a:cubicBezTo>
                    <a:pt x="18158" y="11114"/>
                    <a:pt x="18388" y="10669"/>
                    <a:pt x="18525" y="10446"/>
                  </a:cubicBezTo>
                  <a:cubicBezTo>
                    <a:pt x="20150" y="8467"/>
                    <a:pt x="19941" y="6724"/>
                    <a:pt x="19606" y="4968"/>
                  </a:cubicBezTo>
                  <a:cubicBezTo>
                    <a:pt x="19390" y="3847"/>
                    <a:pt x="18761" y="2851"/>
                    <a:pt x="17837" y="2183"/>
                  </a:cubicBezTo>
                  <a:cubicBezTo>
                    <a:pt x="17837" y="2183"/>
                    <a:pt x="19259" y="1691"/>
                    <a:pt x="18702" y="1305"/>
                  </a:cubicBezTo>
                  <a:cubicBezTo>
                    <a:pt x="18506" y="1168"/>
                    <a:pt x="18212" y="1123"/>
                    <a:pt x="17914" y="1123"/>
                  </a:cubicBezTo>
                  <a:cubicBezTo>
                    <a:pt x="17357" y="1123"/>
                    <a:pt x="16782" y="1279"/>
                    <a:pt x="16782" y="1279"/>
                  </a:cubicBezTo>
                  <a:cubicBezTo>
                    <a:pt x="16782" y="1279"/>
                    <a:pt x="18348" y="735"/>
                    <a:pt x="17765" y="512"/>
                  </a:cubicBezTo>
                  <a:cubicBezTo>
                    <a:pt x="17567" y="434"/>
                    <a:pt x="17299" y="408"/>
                    <a:pt x="17032" y="408"/>
                  </a:cubicBezTo>
                  <a:cubicBezTo>
                    <a:pt x="16513" y="408"/>
                    <a:pt x="15996" y="505"/>
                    <a:pt x="15996" y="505"/>
                  </a:cubicBezTo>
                  <a:cubicBezTo>
                    <a:pt x="15996" y="505"/>
                    <a:pt x="16774" y="0"/>
                    <a:pt x="1553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8" name="Google Shape;758;p28"/>
            <p:cNvSpPr/>
            <p:nvPr/>
          </p:nvSpPr>
          <p:spPr>
            <a:xfrm>
              <a:off x="2423734" y="3532365"/>
              <a:ext cx="225047" cy="194289"/>
            </a:xfrm>
            <a:custGeom>
              <a:rect b="b" l="l" r="r" t="t"/>
              <a:pathLst>
                <a:path extrusionOk="0" h="4645" w="5381">
                  <a:moveTo>
                    <a:pt x="4927" y="1"/>
                  </a:moveTo>
                  <a:cubicBezTo>
                    <a:pt x="4805" y="1"/>
                    <a:pt x="4651" y="55"/>
                    <a:pt x="4463" y="174"/>
                  </a:cubicBezTo>
                  <a:cubicBezTo>
                    <a:pt x="3982" y="477"/>
                    <a:pt x="3391" y="732"/>
                    <a:pt x="2758" y="732"/>
                  </a:cubicBezTo>
                  <a:cubicBezTo>
                    <a:pt x="2228" y="732"/>
                    <a:pt x="1667" y="553"/>
                    <a:pt x="1115" y="76"/>
                  </a:cubicBezTo>
                  <a:cubicBezTo>
                    <a:pt x="1115" y="76"/>
                    <a:pt x="1108" y="75"/>
                    <a:pt x="1097" y="75"/>
                  </a:cubicBezTo>
                  <a:cubicBezTo>
                    <a:pt x="990" y="75"/>
                    <a:pt x="430" y="108"/>
                    <a:pt x="400" y="777"/>
                  </a:cubicBezTo>
                  <a:cubicBezTo>
                    <a:pt x="361" y="1511"/>
                    <a:pt x="617" y="1760"/>
                    <a:pt x="368" y="2395"/>
                  </a:cubicBezTo>
                  <a:cubicBezTo>
                    <a:pt x="112" y="3031"/>
                    <a:pt x="138" y="3280"/>
                    <a:pt x="407" y="3457"/>
                  </a:cubicBezTo>
                  <a:cubicBezTo>
                    <a:pt x="407" y="3457"/>
                    <a:pt x="1" y="4256"/>
                    <a:pt x="630" y="4440"/>
                  </a:cubicBezTo>
                  <a:cubicBezTo>
                    <a:pt x="719" y="4465"/>
                    <a:pt x="795" y="4475"/>
                    <a:pt x="863" y="4475"/>
                  </a:cubicBezTo>
                  <a:cubicBezTo>
                    <a:pt x="1225" y="4475"/>
                    <a:pt x="1373" y="4184"/>
                    <a:pt x="2047" y="4184"/>
                  </a:cubicBezTo>
                  <a:cubicBezTo>
                    <a:pt x="2158" y="4184"/>
                    <a:pt x="2283" y="4192"/>
                    <a:pt x="2425" y="4211"/>
                  </a:cubicBezTo>
                  <a:cubicBezTo>
                    <a:pt x="3363" y="4331"/>
                    <a:pt x="4063" y="4644"/>
                    <a:pt x="4375" y="4644"/>
                  </a:cubicBezTo>
                  <a:cubicBezTo>
                    <a:pt x="4454" y="4644"/>
                    <a:pt x="4508" y="4625"/>
                    <a:pt x="4535" y="4578"/>
                  </a:cubicBezTo>
                  <a:cubicBezTo>
                    <a:pt x="4673" y="4335"/>
                    <a:pt x="4221" y="3523"/>
                    <a:pt x="3533" y="3162"/>
                  </a:cubicBezTo>
                  <a:cubicBezTo>
                    <a:pt x="4155" y="2808"/>
                    <a:pt x="4660" y="2271"/>
                    <a:pt x="4968" y="1616"/>
                  </a:cubicBezTo>
                  <a:cubicBezTo>
                    <a:pt x="5381" y="743"/>
                    <a:pt x="5379" y="1"/>
                    <a:pt x="492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9" name="Google Shape;759;p28"/>
            <p:cNvSpPr/>
            <p:nvPr/>
          </p:nvSpPr>
          <p:spPr>
            <a:xfrm>
              <a:off x="2349204" y="3478114"/>
              <a:ext cx="70178" cy="94488"/>
            </a:xfrm>
            <a:custGeom>
              <a:rect b="b" l="l" r="r" t="t"/>
              <a:pathLst>
                <a:path extrusionOk="0" h="2259" w="1678">
                  <a:moveTo>
                    <a:pt x="640" y="0"/>
                  </a:moveTo>
                  <a:cubicBezTo>
                    <a:pt x="601" y="0"/>
                    <a:pt x="563" y="5"/>
                    <a:pt x="525" y="16"/>
                  </a:cubicBezTo>
                  <a:cubicBezTo>
                    <a:pt x="158" y="121"/>
                    <a:pt x="0" y="704"/>
                    <a:pt x="177" y="1320"/>
                  </a:cubicBezTo>
                  <a:cubicBezTo>
                    <a:pt x="331" y="1869"/>
                    <a:pt x="702" y="2259"/>
                    <a:pt x="1043" y="2259"/>
                  </a:cubicBezTo>
                  <a:cubicBezTo>
                    <a:pt x="1080" y="2259"/>
                    <a:pt x="1117" y="2254"/>
                    <a:pt x="1154" y="2244"/>
                  </a:cubicBezTo>
                  <a:cubicBezTo>
                    <a:pt x="1521" y="2139"/>
                    <a:pt x="1678" y="1556"/>
                    <a:pt x="1501" y="940"/>
                  </a:cubicBezTo>
                  <a:cubicBezTo>
                    <a:pt x="1348" y="394"/>
                    <a:pt x="980" y="0"/>
                    <a:pt x="640"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0" name="Google Shape;760;p28"/>
            <p:cNvSpPr/>
            <p:nvPr/>
          </p:nvSpPr>
          <p:spPr>
            <a:xfrm>
              <a:off x="2362337" y="3490662"/>
              <a:ext cx="47761" cy="68890"/>
            </a:xfrm>
            <a:custGeom>
              <a:rect b="b" l="l" r="r" t="t"/>
              <a:pathLst>
                <a:path extrusionOk="0" h="1647" w="1142">
                  <a:moveTo>
                    <a:pt x="414" y="1"/>
                  </a:moveTo>
                  <a:cubicBezTo>
                    <a:pt x="390" y="1"/>
                    <a:pt x="365" y="4"/>
                    <a:pt x="342" y="11"/>
                  </a:cubicBezTo>
                  <a:cubicBezTo>
                    <a:pt x="93" y="77"/>
                    <a:pt x="1" y="496"/>
                    <a:pt x="125" y="948"/>
                  </a:cubicBezTo>
                  <a:cubicBezTo>
                    <a:pt x="238" y="1356"/>
                    <a:pt x="499" y="1647"/>
                    <a:pt x="728" y="1647"/>
                  </a:cubicBezTo>
                  <a:cubicBezTo>
                    <a:pt x="752" y="1647"/>
                    <a:pt x="777" y="1643"/>
                    <a:pt x="800" y="1636"/>
                  </a:cubicBezTo>
                  <a:cubicBezTo>
                    <a:pt x="1043" y="1571"/>
                    <a:pt x="1141" y="1145"/>
                    <a:pt x="1010" y="699"/>
                  </a:cubicBezTo>
                  <a:cubicBezTo>
                    <a:pt x="898" y="291"/>
                    <a:pt x="641" y="1"/>
                    <a:pt x="41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1" name="Google Shape;761;p28"/>
            <p:cNvSpPr/>
            <p:nvPr/>
          </p:nvSpPr>
          <p:spPr>
            <a:xfrm>
              <a:off x="2371120" y="3500157"/>
              <a:ext cx="12087" cy="12130"/>
            </a:xfrm>
            <a:custGeom>
              <a:rect b="b" l="l" r="r" t="t"/>
              <a:pathLst>
                <a:path extrusionOk="0" h="290" w="289">
                  <a:moveTo>
                    <a:pt x="138" y="0"/>
                  </a:moveTo>
                  <a:cubicBezTo>
                    <a:pt x="60" y="7"/>
                    <a:pt x="1" y="73"/>
                    <a:pt x="1" y="151"/>
                  </a:cubicBezTo>
                  <a:cubicBezTo>
                    <a:pt x="1" y="226"/>
                    <a:pt x="60" y="289"/>
                    <a:pt x="134" y="289"/>
                  </a:cubicBezTo>
                  <a:cubicBezTo>
                    <a:pt x="138" y="289"/>
                    <a:pt x="141" y="289"/>
                    <a:pt x="145" y="289"/>
                  </a:cubicBezTo>
                  <a:cubicBezTo>
                    <a:pt x="223" y="289"/>
                    <a:pt x="289" y="223"/>
                    <a:pt x="289" y="145"/>
                  </a:cubicBezTo>
                  <a:cubicBezTo>
                    <a:pt x="282" y="66"/>
                    <a:pt x="217" y="0"/>
                    <a:pt x="138"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2" name="Google Shape;762;p28"/>
            <p:cNvSpPr/>
            <p:nvPr/>
          </p:nvSpPr>
          <p:spPr>
            <a:xfrm>
              <a:off x="1849957" y="3977463"/>
              <a:ext cx="578029" cy="325711"/>
            </a:xfrm>
            <a:custGeom>
              <a:rect b="b" l="l" r="r" t="t"/>
              <a:pathLst>
                <a:path extrusionOk="0" h="7787" w="13821">
                  <a:moveTo>
                    <a:pt x="9954" y="0"/>
                  </a:moveTo>
                  <a:cubicBezTo>
                    <a:pt x="9302" y="0"/>
                    <a:pt x="8643" y="164"/>
                    <a:pt x="8067" y="478"/>
                  </a:cubicBezTo>
                  <a:cubicBezTo>
                    <a:pt x="6702" y="1220"/>
                    <a:pt x="4783" y="1295"/>
                    <a:pt x="4063" y="1295"/>
                  </a:cubicBezTo>
                  <a:cubicBezTo>
                    <a:pt x="3880" y="1295"/>
                    <a:pt x="3775" y="1290"/>
                    <a:pt x="3775" y="1290"/>
                  </a:cubicBezTo>
                  <a:cubicBezTo>
                    <a:pt x="3775" y="1290"/>
                    <a:pt x="2929" y="1238"/>
                    <a:pt x="1573" y="1035"/>
                  </a:cubicBezTo>
                  <a:cubicBezTo>
                    <a:pt x="1518" y="1027"/>
                    <a:pt x="1468" y="1023"/>
                    <a:pt x="1422" y="1023"/>
                  </a:cubicBezTo>
                  <a:cubicBezTo>
                    <a:pt x="660" y="1023"/>
                    <a:pt x="1009" y="2037"/>
                    <a:pt x="1009" y="2037"/>
                  </a:cubicBezTo>
                  <a:cubicBezTo>
                    <a:pt x="1009" y="2037"/>
                    <a:pt x="0" y="2063"/>
                    <a:pt x="118" y="2948"/>
                  </a:cubicBezTo>
                  <a:cubicBezTo>
                    <a:pt x="230" y="3833"/>
                    <a:pt x="1095" y="4586"/>
                    <a:pt x="1095" y="4586"/>
                  </a:cubicBezTo>
                  <a:cubicBezTo>
                    <a:pt x="1095" y="4586"/>
                    <a:pt x="629" y="4829"/>
                    <a:pt x="859" y="5484"/>
                  </a:cubicBezTo>
                  <a:cubicBezTo>
                    <a:pt x="1079" y="6107"/>
                    <a:pt x="2096" y="7786"/>
                    <a:pt x="6937" y="7786"/>
                  </a:cubicBezTo>
                  <a:cubicBezTo>
                    <a:pt x="7139" y="7786"/>
                    <a:pt x="7347" y="7783"/>
                    <a:pt x="7562" y="7777"/>
                  </a:cubicBezTo>
                  <a:cubicBezTo>
                    <a:pt x="13086" y="7614"/>
                    <a:pt x="13820" y="4108"/>
                    <a:pt x="13021" y="2017"/>
                  </a:cubicBezTo>
                  <a:cubicBezTo>
                    <a:pt x="12491" y="636"/>
                    <a:pt x="11237" y="0"/>
                    <a:pt x="9954" y="0"/>
                  </a:cubicBezTo>
                  <a:close/>
                </a:path>
              </a:pathLst>
            </a:custGeom>
            <a:solidFill>
              <a:srgbClr val="0E2231">
                <a:alpha val="253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3" name="Google Shape;763;p28"/>
            <p:cNvSpPr/>
            <p:nvPr/>
          </p:nvSpPr>
          <p:spPr>
            <a:xfrm>
              <a:off x="1850420" y="3901263"/>
              <a:ext cx="578029" cy="325711"/>
            </a:xfrm>
            <a:custGeom>
              <a:rect b="b" l="l" r="r" t="t"/>
              <a:pathLst>
                <a:path extrusionOk="0" h="7787" w="13821">
                  <a:moveTo>
                    <a:pt x="9954" y="0"/>
                  </a:moveTo>
                  <a:cubicBezTo>
                    <a:pt x="9302" y="0"/>
                    <a:pt x="8643" y="164"/>
                    <a:pt x="8067" y="478"/>
                  </a:cubicBezTo>
                  <a:cubicBezTo>
                    <a:pt x="6702" y="1220"/>
                    <a:pt x="4783" y="1295"/>
                    <a:pt x="4063" y="1295"/>
                  </a:cubicBezTo>
                  <a:cubicBezTo>
                    <a:pt x="3880" y="1295"/>
                    <a:pt x="3775" y="1290"/>
                    <a:pt x="3775" y="1290"/>
                  </a:cubicBezTo>
                  <a:cubicBezTo>
                    <a:pt x="3775" y="1290"/>
                    <a:pt x="2929" y="1238"/>
                    <a:pt x="1573" y="1035"/>
                  </a:cubicBezTo>
                  <a:cubicBezTo>
                    <a:pt x="1518" y="1027"/>
                    <a:pt x="1468" y="1023"/>
                    <a:pt x="1422" y="1023"/>
                  </a:cubicBezTo>
                  <a:cubicBezTo>
                    <a:pt x="660" y="1023"/>
                    <a:pt x="1009" y="2037"/>
                    <a:pt x="1009" y="2037"/>
                  </a:cubicBezTo>
                  <a:cubicBezTo>
                    <a:pt x="1009" y="2037"/>
                    <a:pt x="0" y="2063"/>
                    <a:pt x="118" y="2948"/>
                  </a:cubicBezTo>
                  <a:cubicBezTo>
                    <a:pt x="230" y="3833"/>
                    <a:pt x="1095" y="4586"/>
                    <a:pt x="1095" y="4586"/>
                  </a:cubicBezTo>
                  <a:cubicBezTo>
                    <a:pt x="1095" y="4586"/>
                    <a:pt x="629" y="4829"/>
                    <a:pt x="859" y="5484"/>
                  </a:cubicBezTo>
                  <a:cubicBezTo>
                    <a:pt x="1079" y="6107"/>
                    <a:pt x="2096" y="7786"/>
                    <a:pt x="6937" y="7786"/>
                  </a:cubicBezTo>
                  <a:cubicBezTo>
                    <a:pt x="7139" y="7786"/>
                    <a:pt x="7347" y="7783"/>
                    <a:pt x="7562" y="7777"/>
                  </a:cubicBezTo>
                  <a:cubicBezTo>
                    <a:pt x="13086" y="7614"/>
                    <a:pt x="13820" y="4108"/>
                    <a:pt x="13021" y="2017"/>
                  </a:cubicBezTo>
                  <a:cubicBezTo>
                    <a:pt x="12491" y="636"/>
                    <a:pt x="11237" y="0"/>
                    <a:pt x="995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4" name="Google Shape;764;p28"/>
            <p:cNvSpPr/>
            <p:nvPr/>
          </p:nvSpPr>
          <p:spPr>
            <a:xfrm>
              <a:off x="2426209" y="3532365"/>
              <a:ext cx="225047" cy="194289"/>
            </a:xfrm>
            <a:custGeom>
              <a:rect b="b" l="l" r="r" t="t"/>
              <a:pathLst>
                <a:path extrusionOk="0" h="4645" w="5381">
                  <a:moveTo>
                    <a:pt x="4927" y="1"/>
                  </a:moveTo>
                  <a:cubicBezTo>
                    <a:pt x="4805" y="1"/>
                    <a:pt x="4651" y="55"/>
                    <a:pt x="4463" y="174"/>
                  </a:cubicBezTo>
                  <a:cubicBezTo>
                    <a:pt x="3982" y="477"/>
                    <a:pt x="3391" y="732"/>
                    <a:pt x="2758" y="732"/>
                  </a:cubicBezTo>
                  <a:cubicBezTo>
                    <a:pt x="2228" y="732"/>
                    <a:pt x="1667" y="553"/>
                    <a:pt x="1115" y="76"/>
                  </a:cubicBezTo>
                  <a:cubicBezTo>
                    <a:pt x="1115" y="76"/>
                    <a:pt x="1108" y="75"/>
                    <a:pt x="1097" y="75"/>
                  </a:cubicBezTo>
                  <a:cubicBezTo>
                    <a:pt x="990" y="75"/>
                    <a:pt x="430" y="108"/>
                    <a:pt x="400" y="777"/>
                  </a:cubicBezTo>
                  <a:cubicBezTo>
                    <a:pt x="361" y="1511"/>
                    <a:pt x="617" y="1760"/>
                    <a:pt x="368" y="2395"/>
                  </a:cubicBezTo>
                  <a:cubicBezTo>
                    <a:pt x="112" y="3031"/>
                    <a:pt x="138" y="3280"/>
                    <a:pt x="407" y="3457"/>
                  </a:cubicBezTo>
                  <a:cubicBezTo>
                    <a:pt x="407" y="3457"/>
                    <a:pt x="1" y="4256"/>
                    <a:pt x="630" y="4440"/>
                  </a:cubicBezTo>
                  <a:cubicBezTo>
                    <a:pt x="719" y="4465"/>
                    <a:pt x="795" y="4475"/>
                    <a:pt x="863" y="4475"/>
                  </a:cubicBezTo>
                  <a:cubicBezTo>
                    <a:pt x="1225" y="4475"/>
                    <a:pt x="1373" y="4184"/>
                    <a:pt x="2047" y="4184"/>
                  </a:cubicBezTo>
                  <a:cubicBezTo>
                    <a:pt x="2158" y="4184"/>
                    <a:pt x="2283" y="4192"/>
                    <a:pt x="2425" y="4211"/>
                  </a:cubicBezTo>
                  <a:cubicBezTo>
                    <a:pt x="3363" y="4331"/>
                    <a:pt x="4063" y="4644"/>
                    <a:pt x="4375" y="4644"/>
                  </a:cubicBezTo>
                  <a:cubicBezTo>
                    <a:pt x="4454" y="4644"/>
                    <a:pt x="4508" y="4625"/>
                    <a:pt x="4535" y="4578"/>
                  </a:cubicBezTo>
                  <a:cubicBezTo>
                    <a:pt x="4673" y="4335"/>
                    <a:pt x="4221" y="3523"/>
                    <a:pt x="3533" y="3162"/>
                  </a:cubicBezTo>
                  <a:cubicBezTo>
                    <a:pt x="4155" y="2808"/>
                    <a:pt x="4660" y="2271"/>
                    <a:pt x="4968" y="1616"/>
                  </a:cubicBezTo>
                  <a:cubicBezTo>
                    <a:pt x="5381" y="743"/>
                    <a:pt x="5379" y="1"/>
                    <a:pt x="4927" y="1"/>
                  </a:cubicBezTo>
                  <a:close/>
                </a:path>
              </a:pathLst>
            </a:custGeom>
            <a:solidFill>
              <a:srgbClr val="0E2231">
                <a:alpha val="253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5" name="Google Shape;765;p28"/>
            <p:cNvSpPr/>
            <p:nvPr/>
          </p:nvSpPr>
          <p:spPr>
            <a:xfrm>
              <a:off x="2428418" y="3532197"/>
              <a:ext cx="220614" cy="149952"/>
            </a:xfrm>
            <a:custGeom>
              <a:rect b="b" l="l" r="r" t="t"/>
              <a:pathLst>
                <a:path extrusionOk="0" h="3585" w="5275">
                  <a:moveTo>
                    <a:pt x="4814" y="1"/>
                  </a:moveTo>
                  <a:cubicBezTo>
                    <a:pt x="4692" y="1"/>
                    <a:pt x="4538" y="54"/>
                    <a:pt x="4351" y="172"/>
                  </a:cubicBezTo>
                  <a:cubicBezTo>
                    <a:pt x="3869" y="479"/>
                    <a:pt x="3280" y="735"/>
                    <a:pt x="2647" y="735"/>
                  </a:cubicBezTo>
                  <a:cubicBezTo>
                    <a:pt x="2119" y="735"/>
                    <a:pt x="1561" y="557"/>
                    <a:pt x="1009" y="80"/>
                  </a:cubicBezTo>
                  <a:cubicBezTo>
                    <a:pt x="1009" y="80"/>
                    <a:pt x="1003" y="79"/>
                    <a:pt x="991" y="79"/>
                  </a:cubicBezTo>
                  <a:cubicBezTo>
                    <a:pt x="883" y="79"/>
                    <a:pt x="318" y="112"/>
                    <a:pt x="288" y="781"/>
                  </a:cubicBezTo>
                  <a:cubicBezTo>
                    <a:pt x="256" y="1515"/>
                    <a:pt x="511" y="1764"/>
                    <a:pt x="256" y="2399"/>
                  </a:cubicBezTo>
                  <a:cubicBezTo>
                    <a:pt x="0" y="3035"/>
                    <a:pt x="26" y="3284"/>
                    <a:pt x="295" y="3461"/>
                  </a:cubicBezTo>
                  <a:cubicBezTo>
                    <a:pt x="295" y="3461"/>
                    <a:pt x="295" y="3461"/>
                    <a:pt x="295" y="3468"/>
                  </a:cubicBezTo>
                  <a:cubicBezTo>
                    <a:pt x="452" y="3531"/>
                    <a:pt x="705" y="3584"/>
                    <a:pt x="1119" y="3584"/>
                  </a:cubicBezTo>
                  <a:cubicBezTo>
                    <a:pt x="1309" y="3584"/>
                    <a:pt x="1532" y="3573"/>
                    <a:pt x="1796" y="3546"/>
                  </a:cubicBezTo>
                  <a:cubicBezTo>
                    <a:pt x="2634" y="3461"/>
                    <a:pt x="3165" y="3284"/>
                    <a:pt x="3467" y="3140"/>
                  </a:cubicBezTo>
                  <a:cubicBezTo>
                    <a:pt x="4076" y="2780"/>
                    <a:pt x="4554" y="2255"/>
                    <a:pt x="4856" y="1620"/>
                  </a:cubicBezTo>
                  <a:cubicBezTo>
                    <a:pt x="5275" y="741"/>
                    <a:pt x="5269" y="1"/>
                    <a:pt x="4814"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66" name="Google Shape;766;p28"/>
          <p:cNvGrpSpPr/>
          <p:nvPr/>
        </p:nvGrpSpPr>
        <p:grpSpPr>
          <a:xfrm>
            <a:off x="7379743" y="3794505"/>
            <a:ext cx="1051041" cy="1010724"/>
            <a:chOff x="4844843" y="3335070"/>
            <a:chExt cx="1051041" cy="1010724"/>
          </a:xfrm>
        </p:grpSpPr>
        <p:sp>
          <p:nvSpPr>
            <p:cNvPr id="767" name="Google Shape;767;p28"/>
            <p:cNvSpPr/>
            <p:nvPr/>
          </p:nvSpPr>
          <p:spPr>
            <a:xfrm>
              <a:off x="4844843" y="3335154"/>
              <a:ext cx="1051041" cy="1010641"/>
            </a:xfrm>
            <a:custGeom>
              <a:rect b="b" l="l" r="r" t="t"/>
              <a:pathLst>
                <a:path extrusionOk="0" h="24165" w="25131">
                  <a:moveTo>
                    <a:pt x="13832" y="0"/>
                  </a:moveTo>
                  <a:cubicBezTo>
                    <a:pt x="11947" y="0"/>
                    <a:pt x="10082" y="555"/>
                    <a:pt x="9083" y="2704"/>
                  </a:cubicBezTo>
                  <a:cubicBezTo>
                    <a:pt x="7569" y="5981"/>
                    <a:pt x="9444" y="8484"/>
                    <a:pt x="9738" y="8844"/>
                  </a:cubicBezTo>
                  <a:cubicBezTo>
                    <a:pt x="10571" y="9919"/>
                    <a:pt x="10748" y="10797"/>
                    <a:pt x="10145" y="11557"/>
                  </a:cubicBezTo>
                  <a:cubicBezTo>
                    <a:pt x="9564" y="12293"/>
                    <a:pt x="8608" y="12604"/>
                    <a:pt x="7476" y="12604"/>
                  </a:cubicBezTo>
                  <a:cubicBezTo>
                    <a:pt x="6744" y="12604"/>
                    <a:pt x="5938" y="12474"/>
                    <a:pt x="5112" y="12245"/>
                  </a:cubicBezTo>
                  <a:cubicBezTo>
                    <a:pt x="3002" y="11668"/>
                    <a:pt x="2661" y="11216"/>
                    <a:pt x="2183" y="10758"/>
                  </a:cubicBezTo>
                  <a:cubicBezTo>
                    <a:pt x="1947" y="10534"/>
                    <a:pt x="1729" y="10416"/>
                    <a:pt x="1531" y="10416"/>
                  </a:cubicBezTo>
                  <a:cubicBezTo>
                    <a:pt x="858" y="10416"/>
                    <a:pt x="407" y="11768"/>
                    <a:pt x="230" y="14925"/>
                  </a:cubicBezTo>
                  <a:cubicBezTo>
                    <a:pt x="1" y="18955"/>
                    <a:pt x="1056" y="21452"/>
                    <a:pt x="4385" y="22992"/>
                  </a:cubicBezTo>
                  <a:cubicBezTo>
                    <a:pt x="6246" y="23858"/>
                    <a:pt x="9287" y="24165"/>
                    <a:pt x="12385" y="24165"/>
                  </a:cubicBezTo>
                  <a:cubicBezTo>
                    <a:pt x="14818" y="24165"/>
                    <a:pt x="17287" y="23976"/>
                    <a:pt x="19247" y="23719"/>
                  </a:cubicBezTo>
                  <a:cubicBezTo>
                    <a:pt x="24056" y="23083"/>
                    <a:pt x="25131" y="20089"/>
                    <a:pt x="24679" y="17369"/>
                  </a:cubicBezTo>
                  <a:cubicBezTo>
                    <a:pt x="24613" y="16976"/>
                    <a:pt x="24489" y="16596"/>
                    <a:pt x="24305" y="16242"/>
                  </a:cubicBezTo>
                  <a:cubicBezTo>
                    <a:pt x="24305" y="16236"/>
                    <a:pt x="24305" y="16236"/>
                    <a:pt x="24305" y="16229"/>
                  </a:cubicBezTo>
                  <a:cubicBezTo>
                    <a:pt x="24299" y="16209"/>
                    <a:pt x="24292" y="16196"/>
                    <a:pt x="24279" y="16190"/>
                  </a:cubicBezTo>
                  <a:cubicBezTo>
                    <a:pt x="23467" y="14617"/>
                    <a:pt x="21678" y="13300"/>
                    <a:pt x="20053" y="12553"/>
                  </a:cubicBezTo>
                  <a:cubicBezTo>
                    <a:pt x="18834" y="11996"/>
                    <a:pt x="18342" y="11393"/>
                    <a:pt x="18237" y="10771"/>
                  </a:cubicBezTo>
                  <a:cubicBezTo>
                    <a:pt x="18165" y="10286"/>
                    <a:pt x="18388" y="9840"/>
                    <a:pt x="18532" y="9624"/>
                  </a:cubicBezTo>
                  <a:cubicBezTo>
                    <a:pt x="18827" y="9263"/>
                    <a:pt x="19083" y="8883"/>
                    <a:pt x="19292" y="8471"/>
                  </a:cubicBezTo>
                  <a:cubicBezTo>
                    <a:pt x="19310" y="8472"/>
                    <a:pt x="19326" y="8472"/>
                    <a:pt x="19342" y="8472"/>
                  </a:cubicBezTo>
                  <a:cubicBezTo>
                    <a:pt x="19700" y="8472"/>
                    <a:pt x="19850" y="8188"/>
                    <a:pt x="20512" y="8188"/>
                  </a:cubicBezTo>
                  <a:cubicBezTo>
                    <a:pt x="20625" y="8188"/>
                    <a:pt x="20752" y="8196"/>
                    <a:pt x="20898" y="8215"/>
                  </a:cubicBezTo>
                  <a:cubicBezTo>
                    <a:pt x="21833" y="8335"/>
                    <a:pt x="22531" y="8643"/>
                    <a:pt x="22849" y="8643"/>
                  </a:cubicBezTo>
                  <a:cubicBezTo>
                    <a:pt x="22929" y="8643"/>
                    <a:pt x="22985" y="8623"/>
                    <a:pt x="23014" y="8575"/>
                  </a:cubicBezTo>
                  <a:cubicBezTo>
                    <a:pt x="23152" y="8340"/>
                    <a:pt x="22700" y="7520"/>
                    <a:pt x="22005" y="7160"/>
                  </a:cubicBezTo>
                  <a:cubicBezTo>
                    <a:pt x="22005" y="7160"/>
                    <a:pt x="22038" y="7147"/>
                    <a:pt x="22097" y="7108"/>
                  </a:cubicBezTo>
                  <a:lnTo>
                    <a:pt x="22149" y="7081"/>
                  </a:lnTo>
                  <a:lnTo>
                    <a:pt x="22208" y="7042"/>
                  </a:lnTo>
                  <a:lnTo>
                    <a:pt x="22222" y="7036"/>
                  </a:lnTo>
                  <a:lnTo>
                    <a:pt x="22281" y="6996"/>
                  </a:lnTo>
                  <a:lnTo>
                    <a:pt x="22294" y="6983"/>
                  </a:lnTo>
                  <a:lnTo>
                    <a:pt x="22366" y="6931"/>
                  </a:lnTo>
                  <a:lnTo>
                    <a:pt x="22372" y="6924"/>
                  </a:lnTo>
                  <a:lnTo>
                    <a:pt x="22444" y="6872"/>
                  </a:lnTo>
                  <a:lnTo>
                    <a:pt x="22464" y="6859"/>
                  </a:lnTo>
                  <a:cubicBezTo>
                    <a:pt x="22490" y="6839"/>
                    <a:pt x="22516" y="6813"/>
                    <a:pt x="22543" y="6793"/>
                  </a:cubicBezTo>
                  <a:lnTo>
                    <a:pt x="22562" y="6773"/>
                  </a:lnTo>
                  <a:cubicBezTo>
                    <a:pt x="22589" y="6754"/>
                    <a:pt x="22615" y="6728"/>
                    <a:pt x="22641" y="6701"/>
                  </a:cubicBezTo>
                  <a:lnTo>
                    <a:pt x="22661" y="6688"/>
                  </a:lnTo>
                  <a:lnTo>
                    <a:pt x="22739" y="6603"/>
                  </a:lnTo>
                  <a:lnTo>
                    <a:pt x="22752" y="6590"/>
                  </a:lnTo>
                  <a:lnTo>
                    <a:pt x="22844" y="6498"/>
                  </a:lnTo>
                  <a:lnTo>
                    <a:pt x="22864" y="6479"/>
                  </a:lnTo>
                  <a:cubicBezTo>
                    <a:pt x="22890" y="6446"/>
                    <a:pt x="22916" y="6413"/>
                    <a:pt x="22949" y="6380"/>
                  </a:cubicBezTo>
                  <a:lnTo>
                    <a:pt x="22969" y="6354"/>
                  </a:lnTo>
                  <a:cubicBezTo>
                    <a:pt x="22995" y="6321"/>
                    <a:pt x="23028" y="6282"/>
                    <a:pt x="23054" y="6243"/>
                  </a:cubicBezTo>
                  <a:lnTo>
                    <a:pt x="23067" y="6230"/>
                  </a:lnTo>
                  <a:cubicBezTo>
                    <a:pt x="23093" y="6197"/>
                    <a:pt x="23126" y="6157"/>
                    <a:pt x="23146" y="6112"/>
                  </a:cubicBezTo>
                  <a:cubicBezTo>
                    <a:pt x="23152" y="6105"/>
                    <a:pt x="23159" y="6098"/>
                    <a:pt x="23159" y="6098"/>
                  </a:cubicBezTo>
                  <a:cubicBezTo>
                    <a:pt x="23191" y="6053"/>
                    <a:pt x="23218" y="6013"/>
                    <a:pt x="23244" y="5967"/>
                  </a:cubicBezTo>
                  <a:lnTo>
                    <a:pt x="23257" y="5935"/>
                  </a:lnTo>
                  <a:cubicBezTo>
                    <a:pt x="23290" y="5889"/>
                    <a:pt x="23316" y="5843"/>
                    <a:pt x="23342" y="5797"/>
                  </a:cubicBezTo>
                  <a:cubicBezTo>
                    <a:pt x="23342" y="5790"/>
                    <a:pt x="23349" y="5777"/>
                    <a:pt x="23355" y="5771"/>
                  </a:cubicBezTo>
                  <a:cubicBezTo>
                    <a:pt x="23381" y="5725"/>
                    <a:pt x="23408" y="5666"/>
                    <a:pt x="23434" y="5614"/>
                  </a:cubicBezTo>
                  <a:cubicBezTo>
                    <a:pt x="23852" y="4741"/>
                    <a:pt x="23851" y="3999"/>
                    <a:pt x="23399" y="3999"/>
                  </a:cubicBezTo>
                  <a:cubicBezTo>
                    <a:pt x="23278" y="3999"/>
                    <a:pt x="23123" y="4052"/>
                    <a:pt x="22936" y="4172"/>
                  </a:cubicBezTo>
                  <a:cubicBezTo>
                    <a:pt x="22452" y="4478"/>
                    <a:pt x="21865" y="4732"/>
                    <a:pt x="21235" y="4732"/>
                  </a:cubicBezTo>
                  <a:cubicBezTo>
                    <a:pt x="20705" y="4732"/>
                    <a:pt x="20144" y="4553"/>
                    <a:pt x="19587" y="4074"/>
                  </a:cubicBezTo>
                  <a:cubicBezTo>
                    <a:pt x="19358" y="3006"/>
                    <a:pt x="18781" y="2049"/>
                    <a:pt x="17949" y="1341"/>
                  </a:cubicBezTo>
                  <a:cubicBezTo>
                    <a:pt x="17897" y="1302"/>
                    <a:pt x="17851" y="1262"/>
                    <a:pt x="17798" y="1210"/>
                  </a:cubicBezTo>
                  <a:cubicBezTo>
                    <a:pt x="17536" y="974"/>
                    <a:pt x="16455" y="116"/>
                    <a:pt x="14299" y="11"/>
                  </a:cubicBezTo>
                  <a:cubicBezTo>
                    <a:pt x="14144" y="4"/>
                    <a:pt x="13988" y="0"/>
                    <a:pt x="13832" y="0"/>
                  </a:cubicBezTo>
                  <a:close/>
                </a:path>
              </a:pathLst>
            </a:custGeom>
            <a:solidFill>
              <a:schemeClr val="dk1"/>
            </a:solidFill>
            <a:ln cap="flat" cmpd="sng" w="1143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8" name="Google Shape;768;p28"/>
            <p:cNvSpPr/>
            <p:nvPr/>
          </p:nvSpPr>
          <p:spPr>
            <a:xfrm>
              <a:off x="4844971" y="3335070"/>
              <a:ext cx="1050790" cy="1010641"/>
            </a:xfrm>
            <a:custGeom>
              <a:rect b="b" l="l" r="r" t="t"/>
              <a:pathLst>
                <a:path extrusionOk="0" h="24165" w="25125">
                  <a:moveTo>
                    <a:pt x="13799" y="1"/>
                  </a:moveTo>
                  <a:cubicBezTo>
                    <a:pt x="11924" y="1"/>
                    <a:pt x="10077" y="561"/>
                    <a:pt x="9083" y="2706"/>
                  </a:cubicBezTo>
                  <a:cubicBezTo>
                    <a:pt x="7569" y="5983"/>
                    <a:pt x="9443" y="8486"/>
                    <a:pt x="9738" y="8840"/>
                  </a:cubicBezTo>
                  <a:cubicBezTo>
                    <a:pt x="10570" y="9914"/>
                    <a:pt x="10747" y="10792"/>
                    <a:pt x="10138" y="11559"/>
                  </a:cubicBezTo>
                  <a:cubicBezTo>
                    <a:pt x="9561" y="12295"/>
                    <a:pt x="8608" y="12603"/>
                    <a:pt x="7478" y="12603"/>
                  </a:cubicBezTo>
                  <a:cubicBezTo>
                    <a:pt x="6745" y="12603"/>
                    <a:pt x="5939" y="12474"/>
                    <a:pt x="5112" y="12247"/>
                  </a:cubicBezTo>
                  <a:cubicBezTo>
                    <a:pt x="3002" y="11670"/>
                    <a:pt x="2661" y="11212"/>
                    <a:pt x="2183" y="10760"/>
                  </a:cubicBezTo>
                  <a:cubicBezTo>
                    <a:pt x="1946" y="10535"/>
                    <a:pt x="1728" y="10417"/>
                    <a:pt x="1529" y="10417"/>
                  </a:cubicBezTo>
                  <a:cubicBezTo>
                    <a:pt x="857" y="10417"/>
                    <a:pt x="407" y="11767"/>
                    <a:pt x="230" y="14927"/>
                  </a:cubicBezTo>
                  <a:cubicBezTo>
                    <a:pt x="0" y="18951"/>
                    <a:pt x="1055" y="21447"/>
                    <a:pt x="4378" y="22994"/>
                  </a:cubicBezTo>
                  <a:cubicBezTo>
                    <a:pt x="6246" y="23858"/>
                    <a:pt x="9296" y="24165"/>
                    <a:pt x="12399" y="24165"/>
                  </a:cubicBezTo>
                  <a:cubicBezTo>
                    <a:pt x="14827" y="24165"/>
                    <a:pt x="17287" y="23977"/>
                    <a:pt x="19240" y="23721"/>
                  </a:cubicBezTo>
                  <a:cubicBezTo>
                    <a:pt x="24049" y="23085"/>
                    <a:pt x="25124" y="20091"/>
                    <a:pt x="24672" y="17371"/>
                  </a:cubicBezTo>
                  <a:cubicBezTo>
                    <a:pt x="24331" y="15281"/>
                    <a:pt x="22064" y="13479"/>
                    <a:pt x="20046" y="12555"/>
                  </a:cubicBezTo>
                  <a:cubicBezTo>
                    <a:pt x="18827" y="11998"/>
                    <a:pt x="18335" y="11395"/>
                    <a:pt x="18230" y="10773"/>
                  </a:cubicBezTo>
                  <a:cubicBezTo>
                    <a:pt x="18158" y="10288"/>
                    <a:pt x="18381" y="9842"/>
                    <a:pt x="18525" y="9626"/>
                  </a:cubicBezTo>
                  <a:cubicBezTo>
                    <a:pt x="20144" y="7647"/>
                    <a:pt x="19934" y="5910"/>
                    <a:pt x="19600" y="4154"/>
                  </a:cubicBezTo>
                  <a:cubicBezTo>
                    <a:pt x="19384" y="3053"/>
                    <a:pt x="18801" y="2064"/>
                    <a:pt x="17949" y="1343"/>
                  </a:cubicBezTo>
                  <a:cubicBezTo>
                    <a:pt x="17896" y="1304"/>
                    <a:pt x="17844" y="1264"/>
                    <a:pt x="17798" y="1212"/>
                  </a:cubicBezTo>
                  <a:cubicBezTo>
                    <a:pt x="17536" y="970"/>
                    <a:pt x="16455" y="111"/>
                    <a:pt x="14292" y="13"/>
                  </a:cubicBezTo>
                  <a:cubicBezTo>
                    <a:pt x="14128" y="5"/>
                    <a:pt x="13963" y="1"/>
                    <a:pt x="13799"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9" name="Google Shape;769;p28"/>
            <p:cNvSpPr/>
            <p:nvPr/>
          </p:nvSpPr>
          <p:spPr>
            <a:xfrm>
              <a:off x="5546849" y="3354225"/>
              <a:ext cx="42" cy="42"/>
            </a:xfrm>
            <a:custGeom>
              <a:rect b="b" l="l" r="r" t="t"/>
              <a:pathLst>
                <a:path extrusionOk="0" h="1" w="1">
                  <a:moveTo>
                    <a:pt x="0" y="0"/>
                  </a:moveTo>
                  <a:close/>
                </a:path>
              </a:pathLst>
            </a:custGeom>
            <a:solidFill>
              <a:srgbClr val="FED93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0" name="Google Shape;770;p28"/>
            <p:cNvSpPr/>
            <p:nvPr/>
          </p:nvSpPr>
          <p:spPr>
            <a:xfrm>
              <a:off x="5617280" y="3502196"/>
              <a:ext cx="225298" cy="194182"/>
            </a:xfrm>
            <a:custGeom>
              <a:rect b="b" l="l" r="r" t="t"/>
              <a:pathLst>
                <a:path extrusionOk="0" h="4643" w="5387">
                  <a:moveTo>
                    <a:pt x="4926" y="1"/>
                  </a:moveTo>
                  <a:cubicBezTo>
                    <a:pt x="4804" y="1"/>
                    <a:pt x="4650" y="54"/>
                    <a:pt x="4463" y="171"/>
                  </a:cubicBezTo>
                  <a:cubicBezTo>
                    <a:pt x="3981" y="479"/>
                    <a:pt x="3391" y="735"/>
                    <a:pt x="2758" y="735"/>
                  </a:cubicBezTo>
                  <a:cubicBezTo>
                    <a:pt x="2231" y="735"/>
                    <a:pt x="1672" y="557"/>
                    <a:pt x="1121" y="80"/>
                  </a:cubicBezTo>
                  <a:cubicBezTo>
                    <a:pt x="1121" y="80"/>
                    <a:pt x="1114" y="79"/>
                    <a:pt x="1103" y="79"/>
                  </a:cubicBezTo>
                  <a:cubicBezTo>
                    <a:pt x="994" y="79"/>
                    <a:pt x="430" y="111"/>
                    <a:pt x="400" y="774"/>
                  </a:cubicBezTo>
                  <a:cubicBezTo>
                    <a:pt x="367" y="1515"/>
                    <a:pt x="623" y="1757"/>
                    <a:pt x="367" y="2393"/>
                  </a:cubicBezTo>
                  <a:cubicBezTo>
                    <a:pt x="112" y="3028"/>
                    <a:pt x="138" y="3284"/>
                    <a:pt x="413" y="3454"/>
                  </a:cubicBezTo>
                  <a:cubicBezTo>
                    <a:pt x="413" y="3454"/>
                    <a:pt x="0" y="4254"/>
                    <a:pt x="636" y="4437"/>
                  </a:cubicBezTo>
                  <a:cubicBezTo>
                    <a:pt x="727" y="4464"/>
                    <a:pt x="804" y="4475"/>
                    <a:pt x="874" y="4475"/>
                  </a:cubicBezTo>
                  <a:cubicBezTo>
                    <a:pt x="1227" y="4475"/>
                    <a:pt x="1377" y="4188"/>
                    <a:pt x="2046" y="4188"/>
                  </a:cubicBezTo>
                  <a:cubicBezTo>
                    <a:pt x="2157" y="4188"/>
                    <a:pt x="2282" y="4196"/>
                    <a:pt x="2425" y="4214"/>
                  </a:cubicBezTo>
                  <a:cubicBezTo>
                    <a:pt x="3360" y="4335"/>
                    <a:pt x="4058" y="4642"/>
                    <a:pt x="4376" y="4642"/>
                  </a:cubicBezTo>
                  <a:cubicBezTo>
                    <a:pt x="4456" y="4642"/>
                    <a:pt x="4512" y="4623"/>
                    <a:pt x="4541" y="4575"/>
                  </a:cubicBezTo>
                  <a:cubicBezTo>
                    <a:pt x="4679" y="4339"/>
                    <a:pt x="4227" y="3520"/>
                    <a:pt x="3532" y="3159"/>
                  </a:cubicBezTo>
                  <a:cubicBezTo>
                    <a:pt x="4161" y="2812"/>
                    <a:pt x="4666" y="2268"/>
                    <a:pt x="4967" y="1613"/>
                  </a:cubicBezTo>
                  <a:cubicBezTo>
                    <a:pt x="5386" y="740"/>
                    <a:pt x="5381" y="1"/>
                    <a:pt x="492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1" name="Google Shape;771;p28"/>
            <p:cNvSpPr/>
            <p:nvPr/>
          </p:nvSpPr>
          <p:spPr>
            <a:xfrm>
              <a:off x="5543002" y="3448453"/>
              <a:ext cx="69927" cy="94477"/>
            </a:xfrm>
            <a:custGeom>
              <a:rect b="b" l="l" r="r" t="t"/>
              <a:pathLst>
                <a:path extrusionOk="0" h="2259" w="1672">
                  <a:moveTo>
                    <a:pt x="629" y="0"/>
                  </a:moveTo>
                  <a:cubicBezTo>
                    <a:pt x="592" y="0"/>
                    <a:pt x="555" y="5"/>
                    <a:pt x="518" y="15"/>
                  </a:cubicBezTo>
                  <a:cubicBezTo>
                    <a:pt x="158" y="120"/>
                    <a:pt x="1" y="703"/>
                    <a:pt x="171" y="1319"/>
                  </a:cubicBezTo>
                  <a:cubicBezTo>
                    <a:pt x="329" y="1870"/>
                    <a:pt x="698" y="2259"/>
                    <a:pt x="1032" y="2259"/>
                  </a:cubicBezTo>
                  <a:cubicBezTo>
                    <a:pt x="1071" y="2259"/>
                    <a:pt x="1110" y="2254"/>
                    <a:pt x="1147" y="2243"/>
                  </a:cubicBezTo>
                  <a:cubicBezTo>
                    <a:pt x="1514" y="2138"/>
                    <a:pt x="1672" y="1555"/>
                    <a:pt x="1501" y="945"/>
                  </a:cubicBezTo>
                  <a:cubicBezTo>
                    <a:pt x="1342" y="390"/>
                    <a:pt x="970" y="0"/>
                    <a:pt x="629"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2" name="Google Shape;772;p28"/>
            <p:cNvSpPr/>
            <p:nvPr/>
          </p:nvSpPr>
          <p:spPr>
            <a:xfrm>
              <a:off x="5555883" y="3460415"/>
              <a:ext cx="47719" cy="68882"/>
            </a:xfrm>
            <a:custGeom>
              <a:rect b="b" l="l" r="r" t="t"/>
              <a:pathLst>
                <a:path extrusionOk="0" h="1647" w="1141">
                  <a:moveTo>
                    <a:pt x="414" y="0"/>
                  </a:moveTo>
                  <a:cubicBezTo>
                    <a:pt x="389" y="0"/>
                    <a:pt x="365" y="3"/>
                    <a:pt x="341" y="11"/>
                  </a:cubicBezTo>
                  <a:cubicBezTo>
                    <a:pt x="99" y="76"/>
                    <a:pt x="1" y="502"/>
                    <a:pt x="132" y="948"/>
                  </a:cubicBezTo>
                  <a:cubicBezTo>
                    <a:pt x="244" y="1356"/>
                    <a:pt x="500" y="1646"/>
                    <a:pt x="727" y="1646"/>
                  </a:cubicBezTo>
                  <a:cubicBezTo>
                    <a:pt x="752" y="1646"/>
                    <a:pt x="776" y="1643"/>
                    <a:pt x="800" y="1636"/>
                  </a:cubicBezTo>
                  <a:cubicBezTo>
                    <a:pt x="1049" y="1570"/>
                    <a:pt x="1141" y="1151"/>
                    <a:pt x="1016" y="699"/>
                  </a:cubicBezTo>
                  <a:cubicBezTo>
                    <a:pt x="898" y="291"/>
                    <a:pt x="641" y="0"/>
                    <a:pt x="41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3" name="Google Shape;773;p28"/>
            <p:cNvSpPr/>
            <p:nvPr/>
          </p:nvSpPr>
          <p:spPr>
            <a:xfrm>
              <a:off x="5562742" y="3470160"/>
              <a:ext cx="14220" cy="12170"/>
            </a:xfrm>
            <a:custGeom>
              <a:rect b="b" l="l" r="r" t="t"/>
              <a:pathLst>
                <a:path extrusionOk="0" h="291" w="340">
                  <a:moveTo>
                    <a:pt x="190" y="0"/>
                  </a:moveTo>
                  <a:cubicBezTo>
                    <a:pt x="59" y="7"/>
                    <a:pt x="0" y="164"/>
                    <a:pt x="92" y="249"/>
                  </a:cubicBezTo>
                  <a:cubicBezTo>
                    <a:pt x="121" y="278"/>
                    <a:pt x="156" y="291"/>
                    <a:pt x="191" y="291"/>
                  </a:cubicBezTo>
                  <a:cubicBezTo>
                    <a:pt x="266" y="291"/>
                    <a:pt x="339" y="230"/>
                    <a:pt x="335" y="145"/>
                  </a:cubicBezTo>
                  <a:cubicBezTo>
                    <a:pt x="335" y="66"/>
                    <a:pt x="269" y="0"/>
                    <a:pt x="190"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4" name="Google Shape;774;p28"/>
            <p:cNvSpPr/>
            <p:nvPr/>
          </p:nvSpPr>
          <p:spPr>
            <a:xfrm>
              <a:off x="5043754" y="3947204"/>
              <a:ext cx="578029" cy="325630"/>
            </a:xfrm>
            <a:custGeom>
              <a:rect b="b" l="l" r="r" t="t"/>
              <a:pathLst>
                <a:path extrusionOk="0" h="7786" w="13821">
                  <a:moveTo>
                    <a:pt x="9952" y="1"/>
                  </a:moveTo>
                  <a:cubicBezTo>
                    <a:pt x="9299" y="1"/>
                    <a:pt x="8638" y="166"/>
                    <a:pt x="8060" y="482"/>
                  </a:cubicBezTo>
                  <a:cubicBezTo>
                    <a:pt x="6711" y="1216"/>
                    <a:pt x="4824" y="1294"/>
                    <a:pt x="4087" y="1294"/>
                  </a:cubicBezTo>
                  <a:cubicBezTo>
                    <a:pt x="3890" y="1294"/>
                    <a:pt x="3775" y="1288"/>
                    <a:pt x="3775" y="1288"/>
                  </a:cubicBezTo>
                  <a:cubicBezTo>
                    <a:pt x="3775" y="1288"/>
                    <a:pt x="2929" y="1236"/>
                    <a:pt x="1566" y="1039"/>
                  </a:cubicBezTo>
                  <a:cubicBezTo>
                    <a:pt x="1512" y="1032"/>
                    <a:pt x="1462" y="1028"/>
                    <a:pt x="1416" y="1028"/>
                  </a:cubicBezTo>
                  <a:cubicBezTo>
                    <a:pt x="659" y="1028"/>
                    <a:pt x="1003" y="2035"/>
                    <a:pt x="1003" y="2035"/>
                  </a:cubicBezTo>
                  <a:cubicBezTo>
                    <a:pt x="1003" y="2035"/>
                    <a:pt x="0" y="2062"/>
                    <a:pt x="112" y="2946"/>
                  </a:cubicBezTo>
                  <a:cubicBezTo>
                    <a:pt x="230" y="3837"/>
                    <a:pt x="1088" y="4584"/>
                    <a:pt x="1088" y="4584"/>
                  </a:cubicBezTo>
                  <a:cubicBezTo>
                    <a:pt x="1088" y="4584"/>
                    <a:pt x="629" y="4827"/>
                    <a:pt x="852" y="5482"/>
                  </a:cubicBezTo>
                  <a:cubicBezTo>
                    <a:pt x="1072" y="6110"/>
                    <a:pt x="2092" y="7785"/>
                    <a:pt x="6912" y="7785"/>
                  </a:cubicBezTo>
                  <a:cubicBezTo>
                    <a:pt x="7122" y="7785"/>
                    <a:pt x="7338" y="7782"/>
                    <a:pt x="7562" y="7776"/>
                  </a:cubicBezTo>
                  <a:cubicBezTo>
                    <a:pt x="13086" y="7618"/>
                    <a:pt x="13820" y="4106"/>
                    <a:pt x="13021" y="2022"/>
                  </a:cubicBezTo>
                  <a:cubicBezTo>
                    <a:pt x="12487" y="638"/>
                    <a:pt x="11234" y="1"/>
                    <a:pt x="9952" y="1"/>
                  </a:cubicBezTo>
                  <a:close/>
                </a:path>
              </a:pathLst>
            </a:custGeom>
            <a:solidFill>
              <a:srgbClr val="0E2231">
                <a:alpha val="253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5" name="Google Shape;775;p28"/>
            <p:cNvSpPr/>
            <p:nvPr/>
          </p:nvSpPr>
          <p:spPr>
            <a:xfrm>
              <a:off x="5044217" y="3871004"/>
              <a:ext cx="578029" cy="325630"/>
            </a:xfrm>
            <a:custGeom>
              <a:rect b="b" l="l" r="r" t="t"/>
              <a:pathLst>
                <a:path extrusionOk="0" h="7786" w="13821">
                  <a:moveTo>
                    <a:pt x="9952" y="1"/>
                  </a:moveTo>
                  <a:cubicBezTo>
                    <a:pt x="9299" y="1"/>
                    <a:pt x="8638" y="166"/>
                    <a:pt x="8060" y="482"/>
                  </a:cubicBezTo>
                  <a:cubicBezTo>
                    <a:pt x="6711" y="1216"/>
                    <a:pt x="4824" y="1294"/>
                    <a:pt x="4087" y="1294"/>
                  </a:cubicBezTo>
                  <a:cubicBezTo>
                    <a:pt x="3890" y="1294"/>
                    <a:pt x="3775" y="1288"/>
                    <a:pt x="3775" y="1288"/>
                  </a:cubicBezTo>
                  <a:cubicBezTo>
                    <a:pt x="3775" y="1288"/>
                    <a:pt x="2929" y="1236"/>
                    <a:pt x="1566" y="1039"/>
                  </a:cubicBezTo>
                  <a:cubicBezTo>
                    <a:pt x="1512" y="1032"/>
                    <a:pt x="1462" y="1028"/>
                    <a:pt x="1416" y="1028"/>
                  </a:cubicBezTo>
                  <a:cubicBezTo>
                    <a:pt x="659" y="1028"/>
                    <a:pt x="1003" y="2035"/>
                    <a:pt x="1003" y="2035"/>
                  </a:cubicBezTo>
                  <a:cubicBezTo>
                    <a:pt x="1003" y="2035"/>
                    <a:pt x="0" y="2062"/>
                    <a:pt x="112" y="2946"/>
                  </a:cubicBezTo>
                  <a:cubicBezTo>
                    <a:pt x="230" y="3837"/>
                    <a:pt x="1088" y="4584"/>
                    <a:pt x="1088" y="4584"/>
                  </a:cubicBezTo>
                  <a:cubicBezTo>
                    <a:pt x="1088" y="4584"/>
                    <a:pt x="629" y="4827"/>
                    <a:pt x="852" y="5482"/>
                  </a:cubicBezTo>
                  <a:cubicBezTo>
                    <a:pt x="1072" y="6110"/>
                    <a:pt x="2092" y="7785"/>
                    <a:pt x="6912" y="7785"/>
                  </a:cubicBezTo>
                  <a:cubicBezTo>
                    <a:pt x="7122" y="7785"/>
                    <a:pt x="7338" y="7782"/>
                    <a:pt x="7562" y="7776"/>
                  </a:cubicBezTo>
                  <a:cubicBezTo>
                    <a:pt x="13086" y="7618"/>
                    <a:pt x="13820" y="4106"/>
                    <a:pt x="13021" y="2022"/>
                  </a:cubicBezTo>
                  <a:cubicBezTo>
                    <a:pt x="12487" y="638"/>
                    <a:pt x="11234" y="1"/>
                    <a:pt x="9952"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6" name="Google Shape;776;p28"/>
            <p:cNvSpPr/>
            <p:nvPr/>
          </p:nvSpPr>
          <p:spPr>
            <a:xfrm>
              <a:off x="5617280" y="3502196"/>
              <a:ext cx="225298" cy="194182"/>
            </a:xfrm>
            <a:custGeom>
              <a:rect b="b" l="l" r="r" t="t"/>
              <a:pathLst>
                <a:path extrusionOk="0" h="4643" w="5387">
                  <a:moveTo>
                    <a:pt x="4926" y="1"/>
                  </a:moveTo>
                  <a:cubicBezTo>
                    <a:pt x="4804" y="1"/>
                    <a:pt x="4650" y="54"/>
                    <a:pt x="4463" y="171"/>
                  </a:cubicBezTo>
                  <a:cubicBezTo>
                    <a:pt x="3981" y="479"/>
                    <a:pt x="3391" y="735"/>
                    <a:pt x="2758" y="735"/>
                  </a:cubicBezTo>
                  <a:cubicBezTo>
                    <a:pt x="2231" y="735"/>
                    <a:pt x="1672" y="557"/>
                    <a:pt x="1121" y="80"/>
                  </a:cubicBezTo>
                  <a:cubicBezTo>
                    <a:pt x="1121" y="80"/>
                    <a:pt x="1114" y="79"/>
                    <a:pt x="1103" y="79"/>
                  </a:cubicBezTo>
                  <a:cubicBezTo>
                    <a:pt x="994" y="79"/>
                    <a:pt x="430" y="111"/>
                    <a:pt x="400" y="774"/>
                  </a:cubicBezTo>
                  <a:cubicBezTo>
                    <a:pt x="367" y="1515"/>
                    <a:pt x="623" y="1757"/>
                    <a:pt x="367" y="2393"/>
                  </a:cubicBezTo>
                  <a:cubicBezTo>
                    <a:pt x="112" y="3028"/>
                    <a:pt x="138" y="3284"/>
                    <a:pt x="413" y="3454"/>
                  </a:cubicBezTo>
                  <a:cubicBezTo>
                    <a:pt x="413" y="3454"/>
                    <a:pt x="0" y="4254"/>
                    <a:pt x="636" y="4437"/>
                  </a:cubicBezTo>
                  <a:cubicBezTo>
                    <a:pt x="727" y="4464"/>
                    <a:pt x="804" y="4475"/>
                    <a:pt x="874" y="4475"/>
                  </a:cubicBezTo>
                  <a:cubicBezTo>
                    <a:pt x="1227" y="4475"/>
                    <a:pt x="1377" y="4188"/>
                    <a:pt x="2046" y="4188"/>
                  </a:cubicBezTo>
                  <a:cubicBezTo>
                    <a:pt x="2157" y="4188"/>
                    <a:pt x="2282" y="4196"/>
                    <a:pt x="2425" y="4214"/>
                  </a:cubicBezTo>
                  <a:cubicBezTo>
                    <a:pt x="3360" y="4335"/>
                    <a:pt x="4058" y="4642"/>
                    <a:pt x="4376" y="4642"/>
                  </a:cubicBezTo>
                  <a:cubicBezTo>
                    <a:pt x="4456" y="4642"/>
                    <a:pt x="4512" y="4623"/>
                    <a:pt x="4541" y="4575"/>
                  </a:cubicBezTo>
                  <a:cubicBezTo>
                    <a:pt x="4679" y="4339"/>
                    <a:pt x="4227" y="3520"/>
                    <a:pt x="3532" y="3159"/>
                  </a:cubicBezTo>
                  <a:cubicBezTo>
                    <a:pt x="4161" y="2812"/>
                    <a:pt x="4666" y="2268"/>
                    <a:pt x="4967" y="1613"/>
                  </a:cubicBezTo>
                  <a:cubicBezTo>
                    <a:pt x="5386" y="740"/>
                    <a:pt x="5381" y="1"/>
                    <a:pt x="4926" y="1"/>
                  </a:cubicBezTo>
                  <a:close/>
                </a:path>
              </a:pathLst>
            </a:custGeom>
            <a:solidFill>
              <a:srgbClr val="0E2231">
                <a:alpha val="253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7" name="Google Shape;777;p28"/>
            <p:cNvSpPr/>
            <p:nvPr/>
          </p:nvSpPr>
          <p:spPr>
            <a:xfrm>
              <a:off x="5622215" y="3502113"/>
              <a:ext cx="220363" cy="149934"/>
            </a:xfrm>
            <a:custGeom>
              <a:rect b="b" l="l" r="r" t="t"/>
              <a:pathLst>
                <a:path extrusionOk="0" h="3585" w="5269">
                  <a:moveTo>
                    <a:pt x="4815" y="0"/>
                  </a:moveTo>
                  <a:cubicBezTo>
                    <a:pt x="4693" y="0"/>
                    <a:pt x="4539" y="54"/>
                    <a:pt x="4351" y="173"/>
                  </a:cubicBezTo>
                  <a:cubicBezTo>
                    <a:pt x="3871" y="480"/>
                    <a:pt x="3284" y="733"/>
                    <a:pt x="2653" y="733"/>
                  </a:cubicBezTo>
                  <a:cubicBezTo>
                    <a:pt x="2122" y="733"/>
                    <a:pt x="1560" y="554"/>
                    <a:pt x="1003" y="75"/>
                  </a:cubicBezTo>
                  <a:cubicBezTo>
                    <a:pt x="1003" y="75"/>
                    <a:pt x="997" y="75"/>
                    <a:pt x="985" y="75"/>
                  </a:cubicBezTo>
                  <a:cubicBezTo>
                    <a:pt x="878" y="75"/>
                    <a:pt x="318" y="107"/>
                    <a:pt x="289" y="776"/>
                  </a:cubicBezTo>
                  <a:cubicBezTo>
                    <a:pt x="249" y="1517"/>
                    <a:pt x="505" y="1759"/>
                    <a:pt x="256" y="2395"/>
                  </a:cubicBezTo>
                  <a:cubicBezTo>
                    <a:pt x="0" y="3030"/>
                    <a:pt x="20" y="3286"/>
                    <a:pt x="295" y="3456"/>
                  </a:cubicBezTo>
                  <a:cubicBezTo>
                    <a:pt x="295" y="3456"/>
                    <a:pt x="295" y="3463"/>
                    <a:pt x="295" y="3463"/>
                  </a:cubicBezTo>
                  <a:cubicBezTo>
                    <a:pt x="451" y="3527"/>
                    <a:pt x="712" y="3585"/>
                    <a:pt x="1138" y="3585"/>
                  </a:cubicBezTo>
                  <a:cubicBezTo>
                    <a:pt x="1323" y="3585"/>
                    <a:pt x="1538" y="3574"/>
                    <a:pt x="1789" y="3548"/>
                  </a:cubicBezTo>
                  <a:cubicBezTo>
                    <a:pt x="2628" y="3456"/>
                    <a:pt x="3159" y="3286"/>
                    <a:pt x="3467" y="3135"/>
                  </a:cubicBezTo>
                  <a:cubicBezTo>
                    <a:pt x="4070" y="2781"/>
                    <a:pt x="4555" y="2251"/>
                    <a:pt x="4856" y="1615"/>
                  </a:cubicBezTo>
                  <a:cubicBezTo>
                    <a:pt x="5269" y="742"/>
                    <a:pt x="5267" y="0"/>
                    <a:pt x="4815"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1">
  <p:cSld name="CUSTOM_9_1">
    <p:spTree>
      <p:nvGrpSpPr>
        <p:cNvPr id="778" name="Shape 778"/>
        <p:cNvGrpSpPr/>
        <p:nvPr/>
      </p:nvGrpSpPr>
      <p:grpSpPr>
        <a:xfrm>
          <a:off x="0" y="0"/>
          <a:ext cx="0" cy="0"/>
          <a:chOff x="0" y="0"/>
          <a:chExt cx="0" cy="0"/>
        </a:xfrm>
      </p:grpSpPr>
      <p:grpSp>
        <p:nvGrpSpPr>
          <p:cNvPr id="779" name="Google Shape;779;p29"/>
          <p:cNvGrpSpPr/>
          <p:nvPr/>
        </p:nvGrpSpPr>
        <p:grpSpPr>
          <a:xfrm>
            <a:off x="147950" y="139650"/>
            <a:ext cx="8848100" cy="4864225"/>
            <a:chOff x="147950" y="139650"/>
            <a:chExt cx="8848100" cy="4864225"/>
          </a:xfrm>
        </p:grpSpPr>
        <p:grpSp>
          <p:nvGrpSpPr>
            <p:cNvPr id="780" name="Google Shape;780;p29"/>
            <p:cNvGrpSpPr/>
            <p:nvPr/>
          </p:nvGrpSpPr>
          <p:grpSpPr>
            <a:xfrm flipH="1" rot="10800000">
              <a:off x="147950" y="4850275"/>
              <a:ext cx="950900" cy="153600"/>
              <a:chOff x="147950" y="139650"/>
              <a:chExt cx="950900" cy="153600"/>
            </a:xfrm>
          </p:grpSpPr>
          <p:sp>
            <p:nvSpPr>
              <p:cNvPr id="781" name="Google Shape;781;p29"/>
              <p:cNvSpPr/>
              <p:nvPr/>
            </p:nvSpPr>
            <p:spPr>
              <a:xfrm>
                <a:off x="147950" y="139650"/>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782" name="Google Shape;782;p29"/>
              <p:cNvSpPr/>
              <p:nvPr/>
            </p:nvSpPr>
            <p:spPr>
              <a:xfrm>
                <a:off x="347275" y="139650"/>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783" name="Google Shape;783;p29"/>
              <p:cNvSpPr/>
              <p:nvPr/>
            </p:nvSpPr>
            <p:spPr>
              <a:xfrm>
                <a:off x="546600" y="139650"/>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784" name="Google Shape;784;p29"/>
              <p:cNvSpPr/>
              <p:nvPr/>
            </p:nvSpPr>
            <p:spPr>
              <a:xfrm>
                <a:off x="745925" y="139650"/>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785" name="Google Shape;785;p29"/>
              <p:cNvSpPr/>
              <p:nvPr/>
            </p:nvSpPr>
            <p:spPr>
              <a:xfrm>
                <a:off x="945250" y="139650"/>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grpSp>
        <p:grpSp>
          <p:nvGrpSpPr>
            <p:cNvPr id="786" name="Google Shape;786;p29"/>
            <p:cNvGrpSpPr/>
            <p:nvPr/>
          </p:nvGrpSpPr>
          <p:grpSpPr>
            <a:xfrm flipH="1" rot="10800000">
              <a:off x="8045150" y="139650"/>
              <a:ext cx="950900" cy="153600"/>
              <a:chOff x="8045150" y="4850275"/>
              <a:chExt cx="950900" cy="153600"/>
            </a:xfrm>
          </p:grpSpPr>
          <p:sp>
            <p:nvSpPr>
              <p:cNvPr id="787" name="Google Shape;787;p29"/>
              <p:cNvSpPr/>
              <p:nvPr/>
            </p:nvSpPr>
            <p:spPr>
              <a:xfrm>
                <a:off x="8045150" y="4850275"/>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788" name="Google Shape;788;p29"/>
              <p:cNvSpPr/>
              <p:nvPr/>
            </p:nvSpPr>
            <p:spPr>
              <a:xfrm>
                <a:off x="8244475" y="4850275"/>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789" name="Google Shape;789;p29"/>
              <p:cNvSpPr/>
              <p:nvPr/>
            </p:nvSpPr>
            <p:spPr>
              <a:xfrm>
                <a:off x="8443800" y="4850275"/>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790" name="Google Shape;790;p29"/>
              <p:cNvSpPr/>
              <p:nvPr/>
            </p:nvSpPr>
            <p:spPr>
              <a:xfrm>
                <a:off x="8643125" y="4850275"/>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791" name="Google Shape;791;p29"/>
              <p:cNvSpPr/>
              <p:nvPr/>
            </p:nvSpPr>
            <p:spPr>
              <a:xfrm>
                <a:off x="8842450" y="4850275"/>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grpSp>
        <p:grpSp>
          <p:nvGrpSpPr>
            <p:cNvPr id="792" name="Google Shape;792;p29"/>
            <p:cNvGrpSpPr/>
            <p:nvPr/>
          </p:nvGrpSpPr>
          <p:grpSpPr>
            <a:xfrm flipH="1" rot="10800000">
              <a:off x="147950" y="139650"/>
              <a:ext cx="153600" cy="950900"/>
              <a:chOff x="147950" y="3855800"/>
              <a:chExt cx="153600" cy="950900"/>
            </a:xfrm>
          </p:grpSpPr>
          <p:sp>
            <p:nvSpPr>
              <p:cNvPr id="793" name="Google Shape;793;p29"/>
              <p:cNvSpPr/>
              <p:nvPr/>
            </p:nvSpPr>
            <p:spPr>
              <a:xfrm rot="-5400000">
                <a:off x="147950" y="4653100"/>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794" name="Google Shape;794;p29"/>
              <p:cNvSpPr/>
              <p:nvPr/>
            </p:nvSpPr>
            <p:spPr>
              <a:xfrm rot="-5400000">
                <a:off x="147950" y="4453775"/>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795" name="Google Shape;795;p29"/>
              <p:cNvSpPr/>
              <p:nvPr/>
            </p:nvSpPr>
            <p:spPr>
              <a:xfrm rot="-5400000">
                <a:off x="147950" y="4254450"/>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796" name="Google Shape;796;p29"/>
              <p:cNvSpPr/>
              <p:nvPr/>
            </p:nvSpPr>
            <p:spPr>
              <a:xfrm rot="-5400000">
                <a:off x="147950" y="4055125"/>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797" name="Google Shape;797;p29"/>
              <p:cNvSpPr/>
              <p:nvPr/>
            </p:nvSpPr>
            <p:spPr>
              <a:xfrm rot="-5400000">
                <a:off x="147950" y="3855800"/>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grpSp>
        <p:grpSp>
          <p:nvGrpSpPr>
            <p:cNvPr id="798" name="Google Shape;798;p29"/>
            <p:cNvGrpSpPr/>
            <p:nvPr/>
          </p:nvGrpSpPr>
          <p:grpSpPr>
            <a:xfrm flipH="1" rot="5400000">
              <a:off x="8443800" y="4451625"/>
              <a:ext cx="950900" cy="153600"/>
              <a:chOff x="147950" y="139650"/>
              <a:chExt cx="950900" cy="153600"/>
            </a:xfrm>
          </p:grpSpPr>
          <p:sp>
            <p:nvSpPr>
              <p:cNvPr id="799" name="Google Shape;799;p29"/>
              <p:cNvSpPr/>
              <p:nvPr/>
            </p:nvSpPr>
            <p:spPr>
              <a:xfrm>
                <a:off x="147950" y="139650"/>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800" name="Google Shape;800;p29"/>
              <p:cNvSpPr/>
              <p:nvPr/>
            </p:nvSpPr>
            <p:spPr>
              <a:xfrm>
                <a:off x="347275" y="139650"/>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801" name="Google Shape;801;p29"/>
              <p:cNvSpPr/>
              <p:nvPr/>
            </p:nvSpPr>
            <p:spPr>
              <a:xfrm>
                <a:off x="546600" y="139650"/>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802" name="Google Shape;802;p29"/>
              <p:cNvSpPr/>
              <p:nvPr/>
            </p:nvSpPr>
            <p:spPr>
              <a:xfrm>
                <a:off x="745925" y="139650"/>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803" name="Google Shape;803;p29"/>
              <p:cNvSpPr/>
              <p:nvPr/>
            </p:nvSpPr>
            <p:spPr>
              <a:xfrm>
                <a:off x="945250" y="139650"/>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grpSp>
      </p:grpSp>
      <p:grpSp>
        <p:nvGrpSpPr>
          <p:cNvPr id="804" name="Google Shape;804;p29"/>
          <p:cNvGrpSpPr/>
          <p:nvPr/>
        </p:nvGrpSpPr>
        <p:grpSpPr>
          <a:xfrm>
            <a:off x="7493939" y="689662"/>
            <a:ext cx="1051011" cy="1284215"/>
            <a:chOff x="3248052" y="3061412"/>
            <a:chExt cx="1051011" cy="1284215"/>
          </a:xfrm>
        </p:grpSpPr>
        <p:sp>
          <p:nvSpPr>
            <p:cNvPr id="805" name="Google Shape;805;p29"/>
            <p:cNvSpPr/>
            <p:nvPr/>
          </p:nvSpPr>
          <p:spPr>
            <a:xfrm flipH="1">
              <a:off x="3250387" y="3061412"/>
              <a:ext cx="1048676" cy="1284215"/>
            </a:xfrm>
            <a:custGeom>
              <a:rect b="b" l="l" r="r" t="t"/>
              <a:pathLst>
                <a:path extrusionOk="0" h="30767" w="25124">
                  <a:moveTo>
                    <a:pt x="13558" y="1"/>
                  </a:moveTo>
                  <a:lnTo>
                    <a:pt x="13578" y="112"/>
                  </a:lnTo>
                  <a:lnTo>
                    <a:pt x="13388" y="197"/>
                  </a:lnTo>
                  <a:lnTo>
                    <a:pt x="13250" y="217"/>
                  </a:lnTo>
                  <a:lnTo>
                    <a:pt x="13198" y="99"/>
                  </a:lnTo>
                  <a:lnTo>
                    <a:pt x="12674" y="387"/>
                  </a:lnTo>
                  <a:lnTo>
                    <a:pt x="12988" y="807"/>
                  </a:lnTo>
                  <a:lnTo>
                    <a:pt x="12765" y="604"/>
                  </a:lnTo>
                  <a:lnTo>
                    <a:pt x="12418" y="1082"/>
                  </a:lnTo>
                  <a:lnTo>
                    <a:pt x="13040" y="1423"/>
                  </a:lnTo>
                  <a:cubicBezTo>
                    <a:pt x="11979" y="1639"/>
                    <a:pt x="11068" y="2327"/>
                    <a:pt x="10564" y="3284"/>
                  </a:cubicBezTo>
                  <a:cubicBezTo>
                    <a:pt x="10321" y="3736"/>
                    <a:pt x="10144" y="4214"/>
                    <a:pt x="10033" y="4712"/>
                  </a:cubicBezTo>
                  <a:cubicBezTo>
                    <a:pt x="9967" y="4994"/>
                    <a:pt x="9921" y="5282"/>
                    <a:pt x="9889" y="5571"/>
                  </a:cubicBezTo>
                  <a:cubicBezTo>
                    <a:pt x="9856" y="5879"/>
                    <a:pt x="9830" y="6213"/>
                    <a:pt x="9823" y="6560"/>
                  </a:cubicBezTo>
                  <a:cubicBezTo>
                    <a:pt x="9581" y="6599"/>
                    <a:pt x="9410" y="6639"/>
                    <a:pt x="9364" y="6691"/>
                  </a:cubicBezTo>
                  <a:cubicBezTo>
                    <a:pt x="9109" y="6973"/>
                    <a:pt x="8820" y="8028"/>
                    <a:pt x="9718" y="8270"/>
                  </a:cubicBezTo>
                  <a:cubicBezTo>
                    <a:pt x="9463" y="8591"/>
                    <a:pt x="9246" y="8939"/>
                    <a:pt x="9083" y="9306"/>
                  </a:cubicBezTo>
                  <a:cubicBezTo>
                    <a:pt x="7562" y="12582"/>
                    <a:pt x="9436" y="15085"/>
                    <a:pt x="9738" y="15439"/>
                  </a:cubicBezTo>
                  <a:cubicBezTo>
                    <a:pt x="10564" y="16514"/>
                    <a:pt x="10740" y="17392"/>
                    <a:pt x="10138" y="18159"/>
                  </a:cubicBezTo>
                  <a:cubicBezTo>
                    <a:pt x="9557" y="18895"/>
                    <a:pt x="8603" y="19206"/>
                    <a:pt x="7472" y="19206"/>
                  </a:cubicBezTo>
                  <a:cubicBezTo>
                    <a:pt x="6740" y="19206"/>
                    <a:pt x="5934" y="19076"/>
                    <a:pt x="5105" y="18847"/>
                  </a:cubicBezTo>
                  <a:cubicBezTo>
                    <a:pt x="3002" y="18270"/>
                    <a:pt x="2654" y="17811"/>
                    <a:pt x="2182" y="17359"/>
                  </a:cubicBezTo>
                  <a:cubicBezTo>
                    <a:pt x="1946" y="17135"/>
                    <a:pt x="1729" y="17017"/>
                    <a:pt x="1530" y="17017"/>
                  </a:cubicBezTo>
                  <a:cubicBezTo>
                    <a:pt x="857" y="17017"/>
                    <a:pt x="405" y="18370"/>
                    <a:pt x="223" y="21527"/>
                  </a:cubicBezTo>
                  <a:cubicBezTo>
                    <a:pt x="0" y="25550"/>
                    <a:pt x="1049" y="28047"/>
                    <a:pt x="4378" y="29593"/>
                  </a:cubicBezTo>
                  <a:cubicBezTo>
                    <a:pt x="6242" y="30459"/>
                    <a:pt x="9285" y="30766"/>
                    <a:pt x="12383" y="30766"/>
                  </a:cubicBezTo>
                  <a:cubicBezTo>
                    <a:pt x="14815" y="30766"/>
                    <a:pt x="17282" y="30577"/>
                    <a:pt x="19239" y="30321"/>
                  </a:cubicBezTo>
                  <a:cubicBezTo>
                    <a:pt x="24049" y="29685"/>
                    <a:pt x="25124" y="26690"/>
                    <a:pt x="24672" y="23971"/>
                  </a:cubicBezTo>
                  <a:cubicBezTo>
                    <a:pt x="24324" y="21887"/>
                    <a:pt x="22057" y="20079"/>
                    <a:pt x="20045" y="19155"/>
                  </a:cubicBezTo>
                  <a:cubicBezTo>
                    <a:pt x="18827" y="18598"/>
                    <a:pt x="18329" y="17995"/>
                    <a:pt x="18230" y="17372"/>
                  </a:cubicBezTo>
                  <a:cubicBezTo>
                    <a:pt x="18152" y="16887"/>
                    <a:pt x="18381" y="16442"/>
                    <a:pt x="18519" y="16225"/>
                  </a:cubicBezTo>
                  <a:cubicBezTo>
                    <a:pt x="18814" y="15865"/>
                    <a:pt x="19069" y="15478"/>
                    <a:pt x="19285" y="15072"/>
                  </a:cubicBezTo>
                  <a:cubicBezTo>
                    <a:pt x="19302" y="15073"/>
                    <a:pt x="19319" y="15074"/>
                    <a:pt x="19335" y="15074"/>
                  </a:cubicBezTo>
                  <a:cubicBezTo>
                    <a:pt x="19695" y="15074"/>
                    <a:pt x="19840" y="14785"/>
                    <a:pt x="20517" y="14785"/>
                  </a:cubicBezTo>
                  <a:cubicBezTo>
                    <a:pt x="20627" y="14785"/>
                    <a:pt x="20750" y="14792"/>
                    <a:pt x="20891" y="14810"/>
                  </a:cubicBezTo>
                  <a:cubicBezTo>
                    <a:pt x="21829" y="14931"/>
                    <a:pt x="22528" y="15244"/>
                    <a:pt x="22841" y="15244"/>
                  </a:cubicBezTo>
                  <a:cubicBezTo>
                    <a:pt x="22919" y="15244"/>
                    <a:pt x="22973" y="15224"/>
                    <a:pt x="23001" y="15177"/>
                  </a:cubicBezTo>
                  <a:cubicBezTo>
                    <a:pt x="23138" y="14935"/>
                    <a:pt x="22686" y="14122"/>
                    <a:pt x="21998" y="13762"/>
                  </a:cubicBezTo>
                  <a:lnTo>
                    <a:pt x="22044" y="13735"/>
                  </a:lnTo>
                  <a:lnTo>
                    <a:pt x="22083" y="13709"/>
                  </a:lnTo>
                  <a:lnTo>
                    <a:pt x="22136" y="13683"/>
                  </a:lnTo>
                  <a:lnTo>
                    <a:pt x="22142" y="13683"/>
                  </a:lnTo>
                  <a:lnTo>
                    <a:pt x="22195" y="13644"/>
                  </a:lnTo>
                  <a:lnTo>
                    <a:pt x="22208" y="13637"/>
                  </a:lnTo>
                  <a:lnTo>
                    <a:pt x="22273" y="13591"/>
                  </a:lnTo>
                  <a:lnTo>
                    <a:pt x="22287" y="13585"/>
                  </a:lnTo>
                  <a:lnTo>
                    <a:pt x="22352" y="13532"/>
                  </a:lnTo>
                  <a:lnTo>
                    <a:pt x="22365" y="13526"/>
                  </a:lnTo>
                  <a:lnTo>
                    <a:pt x="22437" y="13473"/>
                  </a:lnTo>
                  <a:lnTo>
                    <a:pt x="22450" y="13460"/>
                  </a:lnTo>
                  <a:lnTo>
                    <a:pt x="22529" y="13395"/>
                  </a:lnTo>
                  <a:lnTo>
                    <a:pt x="22549" y="13375"/>
                  </a:lnTo>
                  <a:cubicBezTo>
                    <a:pt x="22575" y="13355"/>
                    <a:pt x="22601" y="13329"/>
                    <a:pt x="22634" y="13303"/>
                  </a:cubicBezTo>
                  <a:lnTo>
                    <a:pt x="22647" y="13283"/>
                  </a:lnTo>
                  <a:cubicBezTo>
                    <a:pt x="22673" y="13264"/>
                    <a:pt x="22699" y="13237"/>
                    <a:pt x="22732" y="13211"/>
                  </a:cubicBezTo>
                  <a:lnTo>
                    <a:pt x="22745" y="13198"/>
                  </a:lnTo>
                  <a:lnTo>
                    <a:pt x="22830" y="13106"/>
                  </a:lnTo>
                  <a:lnTo>
                    <a:pt x="22850" y="13080"/>
                  </a:lnTo>
                  <a:lnTo>
                    <a:pt x="22935" y="12982"/>
                  </a:lnTo>
                  <a:lnTo>
                    <a:pt x="22955" y="12962"/>
                  </a:lnTo>
                  <a:cubicBezTo>
                    <a:pt x="22988" y="12923"/>
                    <a:pt x="23014" y="12890"/>
                    <a:pt x="23047" y="12851"/>
                  </a:cubicBezTo>
                  <a:lnTo>
                    <a:pt x="23060" y="12838"/>
                  </a:lnTo>
                  <a:cubicBezTo>
                    <a:pt x="23086" y="12798"/>
                    <a:pt x="23112" y="12759"/>
                    <a:pt x="23138" y="12720"/>
                  </a:cubicBezTo>
                  <a:cubicBezTo>
                    <a:pt x="23145" y="12713"/>
                    <a:pt x="23145" y="12707"/>
                    <a:pt x="23152" y="12700"/>
                  </a:cubicBezTo>
                  <a:cubicBezTo>
                    <a:pt x="23178" y="12661"/>
                    <a:pt x="23211" y="12615"/>
                    <a:pt x="23237" y="12569"/>
                  </a:cubicBezTo>
                  <a:cubicBezTo>
                    <a:pt x="23237" y="12562"/>
                    <a:pt x="23243" y="12549"/>
                    <a:pt x="23250" y="12543"/>
                  </a:cubicBezTo>
                  <a:cubicBezTo>
                    <a:pt x="23276" y="12497"/>
                    <a:pt x="23302" y="12451"/>
                    <a:pt x="23335" y="12399"/>
                  </a:cubicBezTo>
                  <a:cubicBezTo>
                    <a:pt x="23335" y="12392"/>
                    <a:pt x="23342" y="12386"/>
                    <a:pt x="23348" y="12379"/>
                  </a:cubicBezTo>
                  <a:cubicBezTo>
                    <a:pt x="23374" y="12327"/>
                    <a:pt x="23401" y="12274"/>
                    <a:pt x="23427" y="12222"/>
                  </a:cubicBezTo>
                  <a:cubicBezTo>
                    <a:pt x="23845" y="11343"/>
                    <a:pt x="23840" y="10603"/>
                    <a:pt x="23385" y="10603"/>
                  </a:cubicBezTo>
                  <a:cubicBezTo>
                    <a:pt x="23263" y="10603"/>
                    <a:pt x="23109" y="10656"/>
                    <a:pt x="22922" y="10774"/>
                  </a:cubicBezTo>
                  <a:cubicBezTo>
                    <a:pt x="22441" y="11080"/>
                    <a:pt x="21852" y="11335"/>
                    <a:pt x="21220" y="11335"/>
                  </a:cubicBezTo>
                  <a:cubicBezTo>
                    <a:pt x="20692" y="11335"/>
                    <a:pt x="20133" y="11156"/>
                    <a:pt x="19580" y="10682"/>
                  </a:cubicBezTo>
                  <a:cubicBezTo>
                    <a:pt x="19384" y="9764"/>
                    <a:pt x="18912" y="8926"/>
                    <a:pt x="18224" y="8290"/>
                  </a:cubicBezTo>
                  <a:cubicBezTo>
                    <a:pt x="19207" y="8087"/>
                    <a:pt x="18912" y="6986"/>
                    <a:pt x="18650" y="6698"/>
                  </a:cubicBezTo>
                  <a:cubicBezTo>
                    <a:pt x="18604" y="6645"/>
                    <a:pt x="18447" y="6606"/>
                    <a:pt x="18217" y="6573"/>
                  </a:cubicBezTo>
                  <a:cubicBezTo>
                    <a:pt x="18211" y="6160"/>
                    <a:pt x="18178" y="5747"/>
                    <a:pt x="18125" y="5341"/>
                  </a:cubicBezTo>
                  <a:cubicBezTo>
                    <a:pt x="18073" y="4981"/>
                    <a:pt x="17994" y="4627"/>
                    <a:pt x="17890" y="4280"/>
                  </a:cubicBezTo>
                  <a:cubicBezTo>
                    <a:pt x="17765" y="3854"/>
                    <a:pt x="17582" y="3447"/>
                    <a:pt x="17352" y="3074"/>
                  </a:cubicBezTo>
                  <a:cubicBezTo>
                    <a:pt x="16808" y="2189"/>
                    <a:pt x="15917" y="1580"/>
                    <a:pt x="14895" y="1396"/>
                  </a:cubicBezTo>
                  <a:lnTo>
                    <a:pt x="15373" y="1134"/>
                  </a:lnTo>
                  <a:lnTo>
                    <a:pt x="15019" y="656"/>
                  </a:lnTo>
                  <a:lnTo>
                    <a:pt x="14325" y="1324"/>
                  </a:lnTo>
                  <a:lnTo>
                    <a:pt x="15065" y="427"/>
                  </a:lnTo>
                  <a:lnTo>
                    <a:pt x="14594" y="125"/>
                  </a:lnTo>
                  <a:lnTo>
                    <a:pt x="14600" y="99"/>
                  </a:lnTo>
                  <a:lnTo>
                    <a:pt x="14148" y="47"/>
                  </a:lnTo>
                  <a:lnTo>
                    <a:pt x="14154" y="1"/>
                  </a:lnTo>
                  <a:close/>
                </a:path>
              </a:pathLst>
            </a:custGeom>
            <a:solidFill>
              <a:schemeClr val="dk1"/>
            </a:solidFill>
            <a:ln cap="flat" cmpd="sng" w="1143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6" name="Google Shape;806;p29"/>
            <p:cNvSpPr/>
            <p:nvPr/>
          </p:nvSpPr>
          <p:spPr>
            <a:xfrm flipH="1">
              <a:off x="3248052" y="3336901"/>
              <a:ext cx="1048425" cy="1008647"/>
            </a:xfrm>
            <a:custGeom>
              <a:rect b="b" l="l" r="r" t="t"/>
              <a:pathLst>
                <a:path extrusionOk="0" h="24165" w="25118">
                  <a:moveTo>
                    <a:pt x="13799" y="0"/>
                  </a:moveTo>
                  <a:cubicBezTo>
                    <a:pt x="11923" y="0"/>
                    <a:pt x="10071" y="561"/>
                    <a:pt x="9082" y="2706"/>
                  </a:cubicBezTo>
                  <a:cubicBezTo>
                    <a:pt x="7562" y="5982"/>
                    <a:pt x="9436" y="8485"/>
                    <a:pt x="9738" y="8839"/>
                  </a:cubicBezTo>
                  <a:cubicBezTo>
                    <a:pt x="10563" y="9914"/>
                    <a:pt x="10740" y="10792"/>
                    <a:pt x="10137" y="11559"/>
                  </a:cubicBezTo>
                  <a:cubicBezTo>
                    <a:pt x="9557" y="12294"/>
                    <a:pt x="8605" y="12603"/>
                    <a:pt x="7474" y="12603"/>
                  </a:cubicBezTo>
                  <a:cubicBezTo>
                    <a:pt x="6742" y="12603"/>
                    <a:pt x="5934" y="12473"/>
                    <a:pt x="5105" y="12247"/>
                  </a:cubicBezTo>
                  <a:cubicBezTo>
                    <a:pt x="3001" y="11670"/>
                    <a:pt x="2654" y="11211"/>
                    <a:pt x="2182" y="10759"/>
                  </a:cubicBezTo>
                  <a:cubicBezTo>
                    <a:pt x="1946" y="10535"/>
                    <a:pt x="1727" y="10416"/>
                    <a:pt x="1528" y="10416"/>
                  </a:cubicBezTo>
                  <a:cubicBezTo>
                    <a:pt x="854" y="10416"/>
                    <a:pt x="400" y="11766"/>
                    <a:pt x="223" y="14927"/>
                  </a:cubicBezTo>
                  <a:cubicBezTo>
                    <a:pt x="0" y="18950"/>
                    <a:pt x="1049" y="21447"/>
                    <a:pt x="4377" y="22993"/>
                  </a:cubicBezTo>
                  <a:cubicBezTo>
                    <a:pt x="6242" y="23857"/>
                    <a:pt x="9292" y="24164"/>
                    <a:pt x="12397" y="24164"/>
                  </a:cubicBezTo>
                  <a:cubicBezTo>
                    <a:pt x="14825" y="24164"/>
                    <a:pt x="17287" y="23977"/>
                    <a:pt x="19239" y="23721"/>
                  </a:cubicBezTo>
                  <a:cubicBezTo>
                    <a:pt x="24043" y="23085"/>
                    <a:pt x="25117" y="20090"/>
                    <a:pt x="24672" y="17371"/>
                  </a:cubicBezTo>
                  <a:cubicBezTo>
                    <a:pt x="24324" y="15287"/>
                    <a:pt x="22057" y="13479"/>
                    <a:pt x="20039" y="12555"/>
                  </a:cubicBezTo>
                  <a:cubicBezTo>
                    <a:pt x="18820" y="11998"/>
                    <a:pt x="18328" y="11395"/>
                    <a:pt x="18230" y="10772"/>
                  </a:cubicBezTo>
                  <a:cubicBezTo>
                    <a:pt x="18152" y="10287"/>
                    <a:pt x="18374" y="9842"/>
                    <a:pt x="18519" y="9625"/>
                  </a:cubicBezTo>
                  <a:cubicBezTo>
                    <a:pt x="20137" y="7647"/>
                    <a:pt x="19927" y="5910"/>
                    <a:pt x="19600" y="4154"/>
                  </a:cubicBezTo>
                  <a:cubicBezTo>
                    <a:pt x="19383" y="3033"/>
                    <a:pt x="18748" y="2031"/>
                    <a:pt x="17824" y="1369"/>
                  </a:cubicBezTo>
                  <a:cubicBezTo>
                    <a:pt x="17824" y="1369"/>
                    <a:pt x="16808" y="130"/>
                    <a:pt x="14292" y="12"/>
                  </a:cubicBezTo>
                  <a:cubicBezTo>
                    <a:pt x="14128" y="5"/>
                    <a:pt x="13963" y="0"/>
                    <a:pt x="1379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7" name="Google Shape;807;p29"/>
            <p:cNvSpPr/>
            <p:nvPr/>
          </p:nvSpPr>
          <p:spPr>
            <a:xfrm flipH="1">
              <a:off x="3596234" y="3355726"/>
              <a:ext cx="42" cy="42"/>
            </a:xfrm>
            <a:custGeom>
              <a:rect b="b" l="l" r="r" t="t"/>
              <a:pathLst>
                <a:path extrusionOk="0" h="1" w="1">
                  <a:moveTo>
                    <a:pt x="0" y="1"/>
                  </a:moveTo>
                  <a:close/>
                </a:path>
              </a:pathLst>
            </a:custGeom>
            <a:solidFill>
              <a:srgbClr val="FED93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8" name="Google Shape;808;p29"/>
            <p:cNvSpPr/>
            <p:nvPr/>
          </p:nvSpPr>
          <p:spPr>
            <a:xfrm flipH="1">
              <a:off x="3301089" y="3503697"/>
              <a:ext cx="224603" cy="193799"/>
            </a:xfrm>
            <a:custGeom>
              <a:rect b="b" l="l" r="r" t="t"/>
              <a:pathLst>
                <a:path extrusionOk="0" h="4643" w="5381">
                  <a:moveTo>
                    <a:pt x="4925" y="0"/>
                  </a:moveTo>
                  <a:cubicBezTo>
                    <a:pt x="4803" y="0"/>
                    <a:pt x="4649" y="53"/>
                    <a:pt x="4463" y="171"/>
                  </a:cubicBezTo>
                  <a:cubicBezTo>
                    <a:pt x="3980" y="478"/>
                    <a:pt x="3389" y="735"/>
                    <a:pt x="2754" y="735"/>
                  </a:cubicBezTo>
                  <a:cubicBezTo>
                    <a:pt x="2225" y="735"/>
                    <a:pt x="1665" y="556"/>
                    <a:pt x="1114" y="79"/>
                  </a:cubicBezTo>
                  <a:cubicBezTo>
                    <a:pt x="1114" y="79"/>
                    <a:pt x="1108" y="79"/>
                    <a:pt x="1096" y="79"/>
                  </a:cubicBezTo>
                  <a:cubicBezTo>
                    <a:pt x="988" y="79"/>
                    <a:pt x="429" y="111"/>
                    <a:pt x="400" y="774"/>
                  </a:cubicBezTo>
                  <a:cubicBezTo>
                    <a:pt x="361" y="1514"/>
                    <a:pt x="616" y="1757"/>
                    <a:pt x="367" y="2392"/>
                  </a:cubicBezTo>
                  <a:cubicBezTo>
                    <a:pt x="111" y="3028"/>
                    <a:pt x="138" y="3284"/>
                    <a:pt x="406" y="3454"/>
                  </a:cubicBezTo>
                  <a:cubicBezTo>
                    <a:pt x="406" y="3454"/>
                    <a:pt x="0" y="4253"/>
                    <a:pt x="629" y="4437"/>
                  </a:cubicBezTo>
                  <a:cubicBezTo>
                    <a:pt x="721" y="4463"/>
                    <a:pt x="799" y="4474"/>
                    <a:pt x="869" y="4474"/>
                  </a:cubicBezTo>
                  <a:cubicBezTo>
                    <a:pt x="1227" y="4474"/>
                    <a:pt x="1377" y="4188"/>
                    <a:pt x="2046" y="4188"/>
                  </a:cubicBezTo>
                  <a:cubicBezTo>
                    <a:pt x="2157" y="4188"/>
                    <a:pt x="2282" y="4196"/>
                    <a:pt x="2425" y="4214"/>
                  </a:cubicBezTo>
                  <a:cubicBezTo>
                    <a:pt x="3355" y="4334"/>
                    <a:pt x="4056" y="4642"/>
                    <a:pt x="4371" y="4642"/>
                  </a:cubicBezTo>
                  <a:cubicBezTo>
                    <a:pt x="4452" y="4642"/>
                    <a:pt x="4507" y="4622"/>
                    <a:pt x="4535" y="4574"/>
                  </a:cubicBezTo>
                  <a:cubicBezTo>
                    <a:pt x="4672" y="4339"/>
                    <a:pt x="4220" y="3519"/>
                    <a:pt x="3532" y="3159"/>
                  </a:cubicBezTo>
                  <a:cubicBezTo>
                    <a:pt x="4155" y="2812"/>
                    <a:pt x="4659" y="2268"/>
                    <a:pt x="4967" y="1619"/>
                  </a:cubicBezTo>
                  <a:cubicBezTo>
                    <a:pt x="5381" y="740"/>
                    <a:pt x="5378" y="0"/>
                    <a:pt x="4925"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9" name="Google Shape;809;p29"/>
            <p:cNvSpPr/>
            <p:nvPr/>
          </p:nvSpPr>
          <p:spPr>
            <a:xfrm flipH="1">
              <a:off x="3530035" y="3449977"/>
              <a:ext cx="69789" cy="94124"/>
            </a:xfrm>
            <a:custGeom>
              <a:rect b="b" l="l" r="r" t="t"/>
              <a:pathLst>
                <a:path extrusionOk="0" h="2255" w="1672">
                  <a:moveTo>
                    <a:pt x="635" y="0"/>
                  </a:moveTo>
                  <a:cubicBezTo>
                    <a:pt x="596" y="0"/>
                    <a:pt x="556" y="5"/>
                    <a:pt x="518" y="16"/>
                  </a:cubicBezTo>
                  <a:cubicBezTo>
                    <a:pt x="151" y="121"/>
                    <a:pt x="0" y="698"/>
                    <a:pt x="171" y="1314"/>
                  </a:cubicBezTo>
                  <a:cubicBezTo>
                    <a:pt x="329" y="1865"/>
                    <a:pt x="692" y="2254"/>
                    <a:pt x="1030" y="2254"/>
                  </a:cubicBezTo>
                  <a:cubicBezTo>
                    <a:pt x="1070" y="2254"/>
                    <a:pt x="1109" y="2249"/>
                    <a:pt x="1147" y="2238"/>
                  </a:cubicBezTo>
                  <a:cubicBezTo>
                    <a:pt x="1514" y="2133"/>
                    <a:pt x="1671" y="1556"/>
                    <a:pt x="1494" y="940"/>
                  </a:cubicBezTo>
                  <a:cubicBezTo>
                    <a:pt x="1342" y="389"/>
                    <a:pt x="974" y="0"/>
                    <a:pt x="635"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0" name="Google Shape;810;p29"/>
            <p:cNvSpPr/>
            <p:nvPr/>
          </p:nvSpPr>
          <p:spPr>
            <a:xfrm flipH="1">
              <a:off x="3539342" y="3461957"/>
              <a:ext cx="47625" cy="68746"/>
            </a:xfrm>
            <a:custGeom>
              <a:rect b="b" l="l" r="r" t="t"/>
              <a:pathLst>
                <a:path extrusionOk="0" h="1647" w="1141">
                  <a:moveTo>
                    <a:pt x="414" y="1"/>
                  </a:moveTo>
                  <a:cubicBezTo>
                    <a:pt x="389" y="1"/>
                    <a:pt x="365" y="4"/>
                    <a:pt x="341" y="11"/>
                  </a:cubicBezTo>
                  <a:cubicBezTo>
                    <a:pt x="92" y="77"/>
                    <a:pt x="0" y="503"/>
                    <a:pt x="125" y="948"/>
                  </a:cubicBezTo>
                  <a:cubicBezTo>
                    <a:pt x="237" y="1356"/>
                    <a:pt x="499" y="1647"/>
                    <a:pt x="727" y="1647"/>
                  </a:cubicBezTo>
                  <a:cubicBezTo>
                    <a:pt x="752" y="1647"/>
                    <a:pt x="776" y="1643"/>
                    <a:pt x="800" y="1636"/>
                  </a:cubicBezTo>
                  <a:cubicBezTo>
                    <a:pt x="1042" y="1571"/>
                    <a:pt x="1140" y="1151"/>
                    <a:pt x="1009" y="699"/>
                  </a:cubicBezTo>
                  <a:cubicBezTo>
                    <a:pt x="897" y="291"/>
                    <a:pt x="641" y="1"/>
                    <a:pt x="41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1" name="Google Shape;811;p29"/>
            <p:cNvSpPr/>
            <p:nvPr/>
          </p:nvSpPr>
          <p:spPr>
            <a:xfrm flipH="1">
              <a:off x="3566139" y="3471682"/>
              <a:ext cx="14275" cy="12188"/>
            </a:xfrm>
            <a:custGeom>
              <a:rect b="b" l="l" r="r" t="t"/>
              <a:pathLst>
                <a:path extrusionOk="0" h="292" w="342">
                  <a:moveTo>
                    <a:pt x="191" y="1"/>
                  </a:moveTo>
                  <a:cubicBezTo>
                    <a:pt x="66" y="7"/>
                    <a:pt x="1" y="165"/>
                    <a:pt x="99" y="250"/>
                  </a:cubicBezTo>
                  <a:cubicBezTo>
                    <a:pt x="128" y="279"/>
                    <a:pt x="162" y="291"/>
                    <a:pt x="196" y="291"/>
                  </a:cubicBezTo>
                  <a:cubicBezTo>
                    <a:pt x="270" y="291"/>
                    <a:pt x="341" y="231"/>
                    <a:pt x="341" y="145"/>
                  </a:cubicBezTo>
                  <a:cubicBezTo>
                    <a:pt x="335" y="66"/>
                    <a:pt x="269" y="1"/>
                    <a:pt x="191"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2" name="Google Shape;812;p29"/>
            <p:cNvSpPr/>
            <p:nvPr/>
          </p:nvSpPr>
          <p:spPr>
            <a:xfrm flipH="1">
              <a:off x="3655049" y="3062790"/>
              <a:ext cx="123133" cy="77428"/>
            </a:xfrm>
            <a:custGeom>
              <a:rect b="b" l="l" r="r" t="t"/>
              <a:pathLst>
                <a:path extrusionOk="0" h="1855" w="2950">
                  <a:moveTo>
                    <a:pt x="1338" y="1416"/>
                  </a:moveTo>
                  <a:lnTo>
                    <a:pt x="1383" y="1481"/>
                  </a:lnTo>
                  <a:lnTo>
                    <a:pt x="1370" y="1521"/>
                  </a:lnTo>
                  <a:lnTo>
                    <a:pt x="1338" y="1494"/>
                  </a:lnTo>
                  <a:lnTo>
                    <a:pt x="1338" y="1416"/>
                  </a:lnTo>
                  <a:close/>
                  <a:moveTo>
                    <a:pt x="1639" y="1514"/>
                  </a:moveTo>
                  <a:lnTo>
                    <a:pt x="1665" y="1521"/>
                  </a:lnTo>
                  <a:lnTo>
                    <a:pt x="1646" y="1540"/>
                  </a:lnTo>
                  <a:lnTo>
                    <a:pt x="1639" y="1514"/>
                  </a:lnTo>
                  <a:close/>
                  <a:moveTo>
                    <a:pt x="1639" y="1547"/>
                  </a:moveTo>
                  <a:lnTo>
                    <a:pt x="1593" y="1599"/>
                  </a:lnTo>
                  <a:lnTo>
                    <a:pt x="1613" y="1553"/>
                  </a:lnTo>
                  <a:lnTo>
                    <a:pt x="1639" y="1547"/>
                  </a:lnTo>
                  <a:close/>
                  <a:moveTo>
                    <a:pt x="1587" y="0"/>
                  </a:moveTo>
                  <a:lnTo>
                    <a:pt x="1593" y="610"/>
                  </a:lnTo>
                  <a:lnTo>
                    <a:pt x="1488" y="1049"/>
                  </a:lnTo>
                  <a:lnTo>
                    <a:pt x="1338" y="577"/>
                  </a:lnTo>
                  <a:lnTo>
                    <a:pt x="1338" y="118"/>
                  </a:lnTo>
                  <a:lnTo>
                    <a:pt x="1200" y="138"/>
                  </a:lnTo>
                  <a:lnTo>
                    <a:pt x="1180" y="73"/>
                  </a:lnTo>
                  <a:lnTo>
                    <a:pt x="971" y="171"/>
                  </a:lnTo>
                  <a:lnTo>
                    <a:pt x="748" y="204"/>
                  </a:lnTo>
                  <a:lnTo>
                    <a:pt x="768" y="269"/>
                  </a:lnTo>
                  <a:lnTo>
                    <a:pt x="636" y="328"/>
                  </a:lnTo>
                  <a:lnTo>
                    <a:pt x="879" y="702"/>
                  </a:lnTo>
                  <a:lnTo>
                    <a:pt x="1010" y="1187"/>
                  </a:lnTo>
                  <a:lnTo>
                    <a:pt x="1010" y="1187"/>
                  </a:lnTo>
                  <a:lnTo>
                    <a:pt x="355" y="564"/>
                  </a:lnTo>
                  <a:lnTo>
                    <a:pt x="1" y="1049"/>
                  </a:lnTo>
                  <a:lnTo>
                    <a:pt x="1324" y="1763"/>
                  </a:lnTo>
                  <a:lnTo>
                    <a:pt x="1436" y="1671"/>
                  </a:lnTo>
                  <a:lnTo>
                    <a:pt x="1515" y="1730"/>
                  </a:lnTo>
                  <a:lnTo>
                    <a:pt x="1534" y="1698"/>
                  </a:lnTo>
                  <a:lnTo>
                    <a:pt x="1600" y="1855"/>
                  </a:lnTo>
                  <a:lnTo>
                    <a:pt x="2950" y="1095"/>
                  </a:lnTo>
                  <a:lnTo>
                    <a:pt x="2602" y="623"/>
                  </a:lnTo>
                  <a:lnTo>
                    <a:pt x="1855" y="1344"/>
                  </a:lnTo>
                  <a:lnTo>
                    <a:pt x="1967" y="918"/>
                  </a:lnTo>
                  <a:lnTo>
                    <a:pt x="2262" y="374"/>
                  </a:lnTo>
                  <a:lnTo>
                    <a:pt x="2117" y="315"/>
                  </a:lnTo>
                  <a:lnTo>
                    <a:pt x="2183" y="73"/>
                  </a:lnTo>
                  <a:lnTo>
                    <a:pt x="1587"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3" name="Google Shape;813;p29"/>
            <p:cNvSpPr/>
            <p:nvPr/>
          </p:nvSpPr>
          <p:spPr>
            <a:xfrm flipH="1">
              <a:off x="3667612" y="3061412"/>
              <a:ext cx="62944" cy="67619"/>
            </a:xfrm>
            <a:custGeom>
              <a:rect b="b" l="l" r="r" t="t"/>
              <a:pathLst>
                <a:path extrusionOk="0" h="1620" w="1508">
                  <a:moveTo>
                    <a:pt x="0" y="1"/>
                  </a:moveTo>
                  <a:lnTo>
                    <a:pt x="197" y="1488"/>
                  </a:lnTo>
                  <a:lnTo>
                    <a:pt x="400" y="1541"/>
                  </a:lnTo>
                  <a:lnTo>
                    <a:pt x="400" y="1501"/>
                  </a:lnTo>
                  <a:lnTo>
                    <a:pt x="518" y="1619"/>
                  </a:lnTo>
                  <a:lnTo>
                    <a:pt x="1507" y="427"/>
                  </a:lnTo>
                  <a:lnTo>
                    <a:pt x="1003" y="106"/>
                  </a:lnTo>
                  <a:lnTo>
                    <a:pt x="419" y="1383"/>
                  </a:lnTo>
                  <a:lnTo>
                    <a:pt x="596"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4" name="Google Shape;814;p29"/>
            <p:cNvSpPr/>
            <p:nvPr/>
          </p:nvSpPr>
          <p:spPr>
            <a:xfrm flipH="1">
              <a:off x="3721791" y="3065503"/>
              <a:ext cx="45455" cy="62443"/>
            </a:xfrm>
            <a:custGeom>
              <a:rect b="b" l="l" r="r" t="t"/>
              <a:pathLst>
                <a:path extrusionOk="0" h="1496" w="1089">
                  <a:moveTo>
                    <a:pt x="519" y="1"/>
                  </a:moveTo>
                  <a:lnTo>
                    <a:pt x="1" y="289"/>
                  </a:lnTo>
                  <a:lnTo>
                    <a:pt x="892" y="1495"/>
                  </a:lnTo>
                  <a:lnTo>
                    <a:pt x="1089" y="1443"/>
                  </a:lnTo>
                  <a:lnTo>
                    <a:pt x="519"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5" name="Google Shape;815;p29"/>
            <p:cNvSpPr/>
            <p:nvPr/>
          </p:nvSpPr>
          <p:spPr>
            <a:xfrm flipH="1">
              <a:off x="3535800" y="3116385"/>
              <a:ext cx="350699" cy="229278"/>
            </a:xfrm>
            <a:custGeom>
              <a:rect b="b" l="l" r="r" t="t"/>
              <a:pathLst>
                <a:path extrusionOk="0" h="5493" w="8402">
                  <a:moveTo>
                    <a:pt x="4195" y="1"/>
                  </a:moveTo>
                  <a:cubicBezTo>
                    <a:pt x="3887" y="1"/>
                    <a:pt x="3579" y="34"/>
                    <a:pt x="3277" y="93"/>
                  </a:cubicBezTo>
                  <a:cubicBezTo>
                    <a:pt x="2190" y="296"/>
                    <a:pt x="1252" y="990"/>
                    <a:pt x="741" y="1973"/>
                  </a:cubicBezTo>
                  <a:cubicBezTo>
                    <a:pt x="499" y="2419"/>
                    <a:pt x="315" y="2897"/>
                    <a:pt x="211" y="3395"/>
                  </a:cubicBezTo>
                  <a:cubicBezTo>
                    <a:pt x="145" y="3677"/>
                    <a:pt x="99" y="3965"/>
                    <a:pt x="66" y="4254"/>
                  </a:cubicBezTo>
                  <a:cubicBezTo>
                    <a:pt x="27" y="4562"/>
                    <a:pt x="7" y="4896"/>
                    <a:pt x="1" y="5250"/>
                  </a:cubicBezTo>
                  <a:lnTo>
                    <a:pt x="1" y="5492"/>
                  </a:lnTo>
                  <a:lnTo>
                    <a:pt x="8402" y="5492"/>
                  </a:lnTo>
                  <a:cubicBezTo>
                    <a:pt x="8402" y="5413"/>
                    <a:pt x="8402" y="5328"/>
                    <a:pt x="8395" y="5256"/>
                  </a:cubicBezTo>
                  <a:cubicBezTo>
                    <a:pt x="8389" y="4843"/>
                    <a:pt x="8356" y="4437"/>
                    <a:pt x="8297" y="4031"/>
                  </a:cubicBezTo>
                  <a:cubicBezTo>
                    <a:pt x="8251" y="3670"/>
                    <a:pt x="8172" y="3310"/>
                    <a:pt x="8067" y="2963"/>
                  </a:cubicBezTo>
                  <a:cubicBezTo>
                    <a:pt x="7943" y="2537"/>
                    <a:pt x="7759" y="2137"/>
                    <a:pt x="7530" y="1757"/>
                  </a:cubicBezTo>
                  <a:cubicBezTo>
                    <a:pt x="6836" y="650"/>
                    <a:pt x="5813" y="184"/>
                    <a:pt x="4870" y="47"/>
                  </a:cubicBezTo>
                  <a:cubicBezTo>
                    <a:pt x="4647" y="14"/>
                    <a:pt x="4424" y="1"/>
                    <a:pt x="4195"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6" name="Google Shape;816;p29"/>
            <p:cNvSpPr/>
            <p:nvPr/>
          </p:nvSpPr>
          <p:spPr>
            <a:xfrm flipH="1">
              <a:off x="3494228" y="3328386"/>
              <a:ext cx="434931" cy="85984"/>
            </a:xfrm>
            <a:custGeom>
              <a:rect b="b" l="l" r="r" t="t"/>
              <a:pathLst>
                <a:path extrusionOk="0" h="2060" w="10420">
                  <a:moveTo>
                    <a:pt x="5210" y="0"/>
                  </a:moveTo>
                  <a:cubicBezTo>
                    <a:pt x="5210" y="0"/>
                    <a:pt x="826" y="0"/>
                    <a:pt x="564" y="295"/>
                  </a:cubicBezTo>
                  <a:cubicBezTo>
                    <a:pt x="296" y="590"/>
                    <a:pt x="1" y="1697"/>
                    <a:pt x="1003" y="1894"/>
                  </a:cubicBezTo>
                  <a:cubicBezTo>
                    <a:pt x="1760" y="2041"/>
                    <a:pt x="3748" y="2060"/>
                    <a:pt x="4695" y="2060"/>
                  </a:cubicBezTo>
                  <a:cubicBezTo>
                    <a:pt x="5010" y="2060"/>
                    <a:pt x="5210" y="2058"/>
                    <a:pt x="5210" y="2058"/>
                  </a:cubicBezTo>
                  <a:cubicBezTo>
                    <a:pt x="5210" y="2058"/>
                    <a:pt x="5410" y="2060"/>
                    <a:pt x="5725" y="2060"/>
                  </a:cubicBezTo>
                  <a:cubicBezTo>
                    <a:pt x="6669" y="2060"/>
                    <a:pt x="8654" y="2041"/>
                    <a:pt x="9411" y="1894"/>
                  </a:cubicBezTo>
                  <a:cubicBezTo>
                    <a:pt x="10420" y="1697"/>
                    <a:pt x="10118" y="590"/>
                    <a:pt x="9856" y="295"/>
                  </a:cubicBezTo>
                  <a:cubicBezTo>
                    <a:pt x="9587" y="0"/>
                    <a:pt x="5210" y="0"/>
                    <a:pt x="5210"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7" name="Google Shape;817;p29"/>
            <p:cNvSpPr/>
            <p:nvPr/>
          </p:nvSpPr>
          <p:spPr>
            <a:xfrm flipH="1">
              <a:off x="3883452" y="3345876"/>
              <a:ext cx="13691" cy="50631"/>
            </a:xfrm>
            <a:custGeom>
              <a:rect b="b" l="l" r="r" t="t"/>
              <a:pathLst>
                <a:path extrusionOk="0" h="1213" w="328">
                  <a:moveTo>
                    <a:pt x="321" y="1"/>
                  </a:moveTo>
                  <a:lnTo>
                    <a:pt x="33" y="73"/>
                  </a:lnTo>
                  <a:lnTo>
                    <a:pt x="0" y="1180"/>
                  </a:lnTo>
                  <a:lnTo>
                    <a:pt x="328" y="1213"/>
                  </a:lnTo>
                  <a:lnTo>
                    <a:pt x="328" y="1213"/>
                  </a:lnTo>
                  <a:lnTo>
                    <a:pt x="321"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8" name="Google Shape;818;p29"/>
            <p:cNvSpPr/>
            <p:nvPr/>
          </p:nvSpPr>
          <p:spPr>
            <a:xfrm flipH="1">
              <a:off x="3853900" y="3342328"/>
              <a:ext cx="13440" cy="55306"/>
            </a:xfrm>
            <a:custGeom>
              <a:rect b="b" l="l" r="r" t="t"/>
              <a:pathLst>
                <a:path extrusionOk="0" h="1325" w="322">
                  <a:moveTo>
                    <a:pt x="322" y="0"/>
                  </a:moveTo>
                  <a:lnTo>
                    <a:pt x="1" y="33"/>
                  </a:lnTo>
                  <a:lnTo>
                    <a:pt x="60" y="1265"/>
                  </a:lnTo>
                  <a:lnTo>
                    <a:pt x="263" y="1324"/>
                  </a:lnTo>
                  <a:lnTo>
                    <a:pt x="322"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9" name="Google Shape;819;p29"/>
            <p:cNvSpPr/>
            <p:nvPr/>
          </p:nvSpPr>
          <p:spPr>
            <a:xfrm flipH="1">
              <a:off x="3826560" y="3342328"/>
              <a:ext cx="13691" cy="55306"/>
            </a:xfrm>
            <a:custGeom>
              <a:rect b="b" l="l" r="r" t="t"/>
              <a:pathLst>
                <a:path extrusionOk="0" h="1325" w="328">
                  <a:moveTo>
                    <a:pt x="0" y="0"/>
                  </a:moveTo>
                  <a:lnTo>
                    <a:pt x="59" y="1324"/>
                  </a:lnTo>
                  <a:lnTo>
                    <a:pt x="328" y="1324"/>
                  </a:lnTo>
                  <a:lnTo>
                    <a:pt x="328"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0" name="Google Shape;820;p29"/>
            <p:cNvSpPr/>
            <p:nvPr/>
          </p:nvSpPr>
          <p:spPr>
            <a:xfrm flipH="1">
              <a:off x="3795630" y="3341242"/>
              <a:ext cx="16195" cy="56391"/>
            </a:xfrm>
            <a:custGeom>
              <a:rect b="b" l="l" r="r" t="t"/>
              <a:pathLst>
                <a:path extrusionOk="0" h="1351" w="388">
                  <a:moveTo>
                    <a:pt x="1" y="0"/>
                  </a:moveTo>
                  <a:lnTo>
                    <a:pt x="86" y="1350"/>
                  </a:lnTo>
                  <a:lnTo>
                    <a:pt x="387" y="1350"/>
                  </a:lnTo>
                  <a:lnTo>
                    <a:pt x="355"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1" name="Google Shape;821;p29"/>
            <p:cNvSpPr/>
            <p:nvPr/>
          </p:nvSpPr>
          <p:spPr>
            <a:xfrm flipH="1">
              <a:off x="3768540" y="3341242"/>
              <a:ext cx="12355" cy="59104"/>
            </a:xfrm>
            <a:custGeom>
              <a:rect b="b" l="l" r="r" t="t"/>
              <a:pathLst>
                <a:path extrusionOk="0" h="1416" w="296">
                  <a:moveTo>
                    <a:pt x="0" y="0"/>
                  </a:moveTo>
                  <a:lnTo>
                    <a:pt x="0" y="1350"/>
                  </a:lnTo>
                  <a:lnTo>
                    <a:pt x="295" y="1416"/>
                  </a:lnTo>
                  <a:lnTo>
                    <a:pt x="295" y="1416"/>
                  </a:lnTo>
                  <a:lnTo>
                    <a:pt x="236"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2" name="Google Shape;822;p29"/>
            <p:cNvSpPr/>
            <p:nvPr/>
          </p:nvSpPr>
          <p:spPr>
            <a:xfrm flipH="1">
              <a:off x="3737652" y="3341242"/>
              <a:ext cx="12355" cy="59104"/>
            </a:xfrm>
            <a:custGeom>
              <a:rect b="b" l="l" r="r" t="t"/>
              <a:pathLst>
                <a:path extrusionOk="0" h="1416" w="296">
                  <a:moveTo>
                    <a:pt x="1" y="0"/>
                  </a:moveTo>
                  <a:lnTo>
                    <a:pt x="1" y="1350"/>
                  </a:lnTo>
                  <a:lnTo>
                    <a:pt x="296" y="1416"/>
                  </a:lnTo>
                  <a:lnTo>
                    <a:pt x="296" y="1416"/>
                  </a:lnTo>
                  <a:lnTo>
                    <a:pt x="237"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3" name="Google Shape;823;p29"/>
            <p:cNvSpPr/>
            <p:nvPr/>
          </p:nvSpPr>
          <p:spPr>
            <a:xfrm flipH="1">
              <a:off x="3705637" y="3341242"/>
              <a:ext cx="12355" cy="59104"/>
            </a:xfrm>
            <a:custGeom>
              <a:rect b="b" l="l" r="r" t="t"/>
              <a:pathLst>
                <a:path extrusionOk="0" h="1416" w="296">
                  <a:moveTo>
                    <a:pt x="0" y="0"/>
                  </a:moveTo>
                  <a:lnTo>
                    <a:pt x="0" y="1350"/>
                  </a:lnTo>
                  <a:lnTo>
                    <a:pt x="295" y="1416"/>
                  </a:lnTo>
                  <a:lnTo>
                    <a:pt x="295" y="1416"/>
                  </a:lnTo>
                  <a:lnTo>
                    <a:pt x="236"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4" name="Google Shape;824;p29"/>
            <p:cNvSpPr/>
            <p:nvPr/>
          </p:nvSpPr>
          <p:spPr>
            <a:xfrm flipH="1">
              <a:off x="3674749" y="3341242"/>
              <a:ext cx="12355" cy="59104"/>
            </a:xfrm>
            <a:custGeom>
              <a:rect b="b" l="l" r="r" t="t"/>
              <a:pathLst>
                <a:path extrusionOk="0" h="1416" w="296">
                  <a:moveTo>
                    <a:pt x="1" y="0"/>
                  </a:moveTo>
                  <a:lnTo>
                    <a:pt x="1" y="1350"/>
                  </a:lnTo>
                  <a:lnTo>
                    <a:pt x="296" y="1416"/>
                  </a:lnTo>
                  <a:lnTo>
                    <a:pt x="296" y="1416"/>
                  </a:lnTo>
                  <a:lnTo>
                    <a:pt x="237"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5" name="Google Shape;825;p29"/>
            <p:cNvSpPr/>
            <p:nvPr/>
          </p:nvSpPr>
          <p:spPr>
            <a:xfrm flipH="1">
              <a:off x="3526486" y="3345876"/>
              <a:ext cx="13732" cy="50631"/>
            </a:xfrm>
            <a:custGeom>
              <a:rect b="b" l="l" r="r" t="t"/>
              <a:pathLst>
                <a:path extrusionOk="0" h="1213" w="329">
                  <a:moveTo>
                    <a:pt x="14" y="1"/>
                  </a:moveTo>
                  <a:lnTo>
                    <a:pt x="1" y="1213"/>
                  </a:lnTo>
                  <a:lnTo>
                    <a:pt x="328" y="1180"/>
                  </a:lnTo>
                  <a:lnTo>
                    <a:pt x="302" y="73"/>
                  </a:lnTo>
                  <a:lnTo>
                    <a:pt x="14"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6" name="Google Shape;826;p29"/>
            <p:cNvSpPr/>
            <p:nvPr/>
          </p:nvSpPr>
          <p:spPr>
            <a:xfrm flipH="1">
              <a:off x="3556038" y="3342328"/>
              <a:ext cx="13691" cy="55306"/>
            </a:xfrm>
            <a:custGeom>
              <a:rect b="b" l="l" r="r" t="t"/>
              <a:pathLst>
                <a:path extrusionOk="0" h="1325" w="328">
                  <a:moveTo>
                    <a:pt x="0" y="0"/>
                  </a:moveTo>
                  <a:lnTo>
                    <a:pt x="59" y="1324"/>
                  </a:lnTo>
                  <a:lnTo>
                    <a:pt x="269" y="1265"/>
                  </a:lnTo>
                  <a:lnTo>
                    <a:pt x="328" y="33"/>
                  </a:lnTo>
                  <a:lnTo>
                    <a:pt x="0"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7" name="Google Shape;827;p29"/>
            <p:cNvSpPr/>
            <p:nvPr/>
          </p:nvSpPr>
          <p:spPr>
            <a:xfrm flipH="1">
              <a:off x="3583378" y="3342328"/>
              <a:ext cx="13440" cy="55306"/>
            </a:xfrm>
            <a:custGeom>
              <a:rect b="b" l="l" r="r" t="t"/>
              <a:pathLst>
                <a:path extrusionOk="0" h="1325" w="322">
                  <a:moveTo>
                    <a:pt x="0" y="0"/>
                  </a:moveTo>
                  <a:lnTo>
                    <a:pt x="0" y="1324"/>
                  </a:lnTo>
                  <a:lnTo>
                    <a:pt x="262" y="1324"/>
                  </a:lnTo>
                  <a:lnTo>
                    <a:pt x="321"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8" name="Google Shape;828;p29"/>
            <p:cNvSpPr/>
            <p:nvPr/>
          </p:nvSpPr>
          <p:spPr>
            <a:xfrm flipH="1">
              <a:off x="3611846" y="3341242"/>
              <a:ext cx="15903" cy="56391"/>
            </a:xfrm>
            <a:custGeom>
              <a:rect b="b" l="l" r="r" t="t"/>
              <a:pathLst>
                <a:path extrusionOk="0" h="1351" w="381">
                  <a:moveTo>
                    <a:pt x="27" y="0"/>
                  </a:moveTo>
                  <a:lnTo>
                    <a:pt x="1" y="1350"/>
                  </a:lnTo>
                  <a:lnTo>
                    <a:pt x="296" y="1350"/>
                  </a:lnTo>
                  <a:lnTo>
                    <a:pt x="381"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9" name="Google Shape;829;p29"/>
            <p:cNvSpPr/>
            <p:nvPr/>
          </p:nvSpPr>
          <p:spPr>
            <a:xfrm flipH="1">
              <a:off x="3642441" y="3341242"/>
              <a:ext cx="12647" cy="59104"/>
            </a:xfrm>
            <a:custGeom>
              <a:rect b="b" l="l" r="r" t="t"/>
              <a:pathLst>
                <a:path extrusionOk="0" h="1416" w="303">
                  <a:moveTo>
                    <a:pt x="60" y="0"/>
                  </a:moveTo>
                  <a:lnTo>
                    <a:pt x="1" y="1416"/>
                  </a:lnTo>
                  <a:lnTo>
                    <a:pt x="1" y="1416"/>
                  </a:lnTo>
                  <a:lnTo>
                    <a:pt x="302" y="1350"/>
                  </a:lnTo>
                  <a:lnTo>
                    <a:pt x="302"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0" name="Google Shape;830;p29"/>
            <p:cNvSpPr/>
            <p:nvPr/>
          </p:nvSpPr>
          <p:spPr>
            <a:xfrm flipH="1">
              <a:off x="3571904" y="3116343"/>
              <a:ext cx="283665" cy="96378"/>
            </a:xfrm>
            <a:custGeom>
              <a:rect b="b" l="l" r="r" t="t"/>
              <a:pathLst>
                <a:path extrusionOk="0" h="2309" w="6796">
                  <a:moveTo>
                    <a:pt x="3547" y="1"/>
                  </a:moveTo>
                  <a:cubicBezTo>
                    <a:pt x="3518" y="1"/>
                    <a:pt x="3489" y="1"/>
                    <a:pt x="3460" y="2"/>
                  </a:cubicBezTo>
                  <a:cubicBezTo>
                    <a:pt x="3434" y="1"/>
                    <a:pt x="3408" y="1"/>
                    <a:pt x="3382" y="1"/>
                  </a:cubicBezTo>
                  <a:cubicBezTo>
                    <a:pt x="3100" y="1"/>
                    <a:pt x="2819" y="33"/>
                    <a:pt x="2543" y="87"/>
                  </a:cubicBezTo>
                  <a:cubicBezTo>
                    <a:pt x="1449" y="297"/>
                    <a:pt x="518" y="991"/>
                    <a:pt x="0" y="1968"/>
                  </a:cubicBezTo>
                  <a:lnTo>
                    <a:pt x="1160" y="1463"/>
                  </a:lnTo>
                  <a:lnTo>
                    <a:pt x="2798" y="2308"/>
                  </a:lnTo>
                  <a:lnTo>
                    <a:pt x="4037" y="1509"/>
                  </a:lnTo>
                  <a:lnTo>
                    <a:pt x="5577" y="2308"/>
                  </a:lnTo>
                  <a:lnTo>
                    <a:pt x="6796" y="1758"/>
                  </a:lnTo>
                  <a:cubicBezTo>
                    <a:pt x="6095" y="651"/>
                    <a:pt x="5079" y="185"/>
                    <a:pt x="4129" y="48"/>
                  </a:cubicBezTo>
                  <a:cubicBezTo>
                    <a:pt x="3935" y="19"/>
                    <a:pt x="3741" y="1"/>
                    <a:pt x="3547"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1" name="Google Shape;831;p29"/>
            <p:cNvSpPr/>
            <p:nvPr/>
          </p:nvSpPr>
          <p:spPr>
            <a:xfrm flipH="1">
              <a:off x="3539640" y="3235388"/>
              <a:ext cx="344105" cy="72502"/>
            </a:xfrm>
            <a:custGeom>
              <a:rect b="b" l="l" r="r" t="t"/>
              <a:pathLst>
                <a:path extrusionOk="0" h="1737" w="8244">
                  <a:moveTo>
                    <a:pt x="1534" y="0"/>
                  </a:moveTo>
                  <a:lnTo>
                    <a:pt x="145" y="544"/>
                  </a:lnTo>
                  <a:cubicBezTo>
                    <a:pt x="86" y="826"/>
                    <a:pt x="33" y="1114"/>
                    <a:pt x="0" y="1403"/>
                  </a:cubicBezTo>
                  <a:lnTo>
                    <a:pt x="1488" y="891"/>
                  </a:lnTo>
                  <a:lnTo>
                    <a:pt x="3270" y="1737"/>
                  </a:lnTo>
                  <a:lnTo>
                    <a:pt x="4961" y="846"/>
                  </a:lnTo>
                  <a:lnTo>
                    <a:pt x="6455" y="1691"/>
                  </a:lnTo>
                  <a:lnTo>
                    <a:pt x="8244" y="1173"/>
                  </a:lnTo>
                  <a:cubicBezTo>
                    <a:pt x="8191" y="813"/>
                    <a:pt x="8113" y="459"/>
                    <a:pt x="8008" y="112"/>
                  </a:cubicBezTo>
                  <a:lnTo>
                    <a:pt x="6599" y="800"/>
                  </a:lnTo>
                  <a:lnTo>
                    <a:pt x="4863" y="99"/>
                  </a:lnTo>
                  <a:lnTo>
                    <a:pt x="3375" y="846"/>
                  </a:lnTo>
                  <a:lnTo>
                    <a:pt x="1534"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2" name="Google Shape;832;p29"/>
            <p:cNvSpPr/>
            <p:nvPr/>
          </p:nvSpPr>
          <p:spPr>
            <a:xfrm flipH="1">
              <a:off x="3520565" y="3947876"/>
              <a:ext cx="576889" cy="324946"/>
            </a:xfrm>
            <a:custGeom>
              <a:rect b="b" l="l" r="r" t="t"/>
              <a:pathLst>
                <a:path extrusionOk="0" h="7785" w="13821">
                  <a:moveTo>
                    <a:pt x="9959" y="0"/>
                  </a:moveTo>
                  <a:cubicBezTo>
                    <a:pt x="9306" y="0"/>
                    <a:pt x="8644" y="166"/>
                    <a:pt x="8067" y="482"/>
                  </a:cubicBezTo>
                  <a:cubicBezTo>
                    <a:pt x="6718" y="1216"/>
                    <a:pt x="4826" y="1294"/>
                    <a:pt x="4088" y="1294"/>
                  </a:cubicBezTo>
                  <a:cubicBezTo>
                    <a:pt x="3890" y="1294"/>
                    <a:pt x="3775" y="1288"/>
                    <a:pt x="3775" y="1288"/>
                  </a:cubicBezTo>
                  <a:cubicBezTo>
                    <a:pt x="3775" y="1288"/>
                    <a:pt x="2930" y="1242"/>
                    <a:pt x="1567" y="1039"/>
                  </a:cubicBezTo>
                  <a:cubicBezTo>
                    <a:pt x="1512" y="1031"/>
                    <a:pt x="1462" y="1027"/>
                    <a:pt x="1416" y="1027"/>
                  </a:cubicBezTo>
                  <a:cubicBezTo>
                    <a:pt x="659" y="1027"/>
                    <a:pt x="1003" y="2035"/>
                    <a:pt x="1003" y="2035"/>
                  </a:cubicBezTo>
                  <a:cubicBezTo>
                    <a:pt x="1003" y="2035"/>
                    <a:pt x="1" y="2061"/>
                    <a:pt x="118" y="2952"/>
                  </a:cubicBezTo>
                  <a:cubicBezTo>
                    <a:pt x="230" y="3837"/>
                    <a:pt x="1095" y="4591"/>
                    <a:pt x="1095" y="4591"/>
                  </a:cubicBezTo>
                  <a:cubicBezTo>
                    <a:pt x="1095" y="4591"/>
                    <a:pt x="630" y="4833"/>
                    <a:pt x="859" y="5482"/>
                  </a:cubicBezTo>
                  <a:cubicBezTo>
                    <a:pt x="1079" y="6110"/>
                    <a:pt x="2093" y="7785"/>
                    <a:pt x="6918" y="7785"/>
                  </a:cubicBezTo>
                  <a:cubicBezTo>
                    <a:pt x="7128" y="7785"/>
                    <a:pt x="7345" y="7782"/>
                    <a:pt x="7569" y="7775"/>
                  </a:cubicBezTo>
                  <a:cubicBezTo>
                    <a:pt x="13087" y="7611"/>
                    <a:pt x="13820" y="4106"/>
                    <a:pt x="13021" y="2022"/>
                  </a:cubicBezTo>
                  <a:cubicBezTo>
                    <a:pt x="12491" y="637"/>
                    <a:pt x="11240" y="0"/>
                    <a:pt x="9959" y="0"/>
                  </a:cubicBezTo>
                  <a:close/>
                </a:path>
              </a:pathLst>
            </a:custGeom>
            <a:solidFill>
              <a:srgbClr val="0E2231">
                <a:alpha val="253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3" name="Google Shape;833;p29"/>
            <p:cNvSpPr/>
            <p:nvPr/>
          </p:nvSpPr>
          <p:spPr>
            <a:xfrm flipH="1">
              <a:off x="3521028" y="3871676"/>
              <a:ext cx="576889" cy="324946"/>
            </a:xfrm>
            <a:custGeom>
              <a:rect b="b" l="l" r="r" t="t"/>
              <a:pathLst>
                <a:path extrusionOk="0" h="7785" w="13821">
                  <a:moveTo>
                    <a:pt x="9959" y="0"/>
                  </a:moveTo>
                  <a:cubicBezTo>
                    <a:pt x="9306" y="0"/>
                    <a:pt x="8644" y="166"/>
                    <a:pt x="8067" y="482"/>
                  </a:cubicBezTo>
                  <a:cubicBezTo>
                    <a:pt x="6718" y="1216"/>
                    <a:pt x="4826" y="1294"/>
                    <a:pt x="4088" y="1294"/>
                  </a:cubicBezTo>
                  <a:cubicBezTo>
                    <a:pt x="3890" y="1294"/>
                    <a:pt x="3775" y="1288"/>
                    <a:pt x="3775" y="1288"/>
                  </a:cubicBezTo>
                  <a:cubicBezTo>
                    <a:pt x="3775" y="1288"/>
                    <a:pt x="2930" y="1242"/>
                    <a:pt x="1567" y="1039"/>
                  </a:cubicBezTo>
                  <a:cubicBezTo>
                    <a:pt x="1512" y="1031"/>
                    <a:pt x="1462" y="1027"/>
                    <a:pt x="1416" y="1027"/>
                  </a:cubicBezTo>
                  <a:cubicBezTo>
                    <a:pt x="659" y="1027"/>
                    <a:pt x="1003" y="2035"/>
                    <a:pt x="1003" y="2035"/>
                  </a:cubicBezTo>
                  <a:cubicBezTo>
                    <a:pt x="1003" y="2035"/>
                    <a:pt x="1" y="2061"/>
                    <a:pt x="118" y="2952"/>
                  </a:cubicBezTo>
                  <a:cubicBezTo>
                    <a:pt x="230" y="3837"/>
                    <a:pt x="1095" y="4591"/>
                    <a:pt x="1095" y="4591"/>
                  </a:cubicBezTo>
                  <a:cubicBezTo>
                    <a:pt x="1095" y="4591"/>
                    <a:pt x="630" y="4833"/>
                    <a:pt x="859" y="5482"/>
                  </a:cubicBezTo>
                  <a:cubicBezTo>
                    <a:pt x="1079" y="6110"/>
                    <a:pt x="2093" y="7785"/>
                    <a:pt x="6918" y="7785"/>
                  </a:cubicBezTo>
                  <a:cubicBezTo>
                    <a:pt x="7128" y="7785"/>
                    <a:pt x="7345" y="7782"/>
                    <a:pt x="7569" y="7775"/>
                  </a:cubicBezTo>
                  <a:cubicBezTo>
                    <a:pt x="13087" y="7611"/>
                    <a:pt x="13820" y="4106"/>
                    <a:pt x="13021" y="2022"/>
                  </a:cubicBezTo>
                  <a:cubicBezTo>
                    <a:pt x="12491" y="637"/>
                    <a:pt x="11240" y="0"/>
                    <a:pt x="995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4" name="Google Shape;834;p29"/>
            <p:cNvSpPr/>
            <p:nvPr/>
          </p:nvSpPr>
          <p:spPr>
            <a:xfrm flipH="1">
              <a:off x="3301089" y="3504872"/>
              <a:ext cx="224603" cy="193799"/>
            </a:xfrm>
            <a:custGeom>
              <a:rect b="b" l="l" r="r" t="t"/>
              <a:pathLst>
                <a:path extrusionOk="0" h="4643" w="5381">
                  <a:moveTo>
                    <a:pt x="4925" y="0"/>
                  </a:moveTo>
                  <a:cubicBezTo>
                    <a:pt x="4803" y="0"/>
                    <a:pt x="4649" y="53"/>
                    <a:pt x="4463" y="171"/>
                  </a:cubicBezTo>
                  <a:cubicBezTo>
                    <a:pt x="3980" y="478"/>
                    <a:pt x="3389" y="735"/>
                    <a:pt x="2754" y="735"/>
                  </a:cubicBezTo>
                  <a:cubicBezTo>
                    <a:pt x="2225" y="735"/>
                    <a:pt x="1665" y="556"/>
                    <a:pt x="1114" y="79"/>
                  </a:cubicBezTo>
                  <a:cubicBezTo>
                    <a:pt x="1114" y="79"/>
                    <a:pt x="1108" y="79"/>
                    <a:pt x="1096" y="79"/>
                  </a:cubicBezTo>
                  <a:cubicBezTo>
                    <a:pt x="988" y="79"/>
                    <a:pt x="429" y="111"/>
                    <a:pt x="400" y="774"/>
                  </a:cubicBezTo>
                  <a:cubicBezTo>
                    <a:pt x="361" y="1514"/>
                    <a:pt x="616" y="1757"/>
                    <a:pt x="367" y="2392"/>
                  </a:cubicBezTo>
                  <a:cubicBezTo>
                    <a:pt x="111" y="3028"/>
                    <a:pt x="138" y="3284"/>
                    <a:pt x="406" y="3454"/>
                  </a:cubicBezTo>
                  <a:cubicBezTo>
                    <a:pt x="406" y="3454"/>
                    <a:pt x="0" y="4253"/>
                    <a:pt x="629" y="4437"/>
                  </a:cubicBezTo>
                  <a:cubicBezTo>
                    <a:pt x="721" y="4463"/>
                    <a:pt x="799" y="4474"/>
                    <a:pt x="869" y="4474"/>
                  </a:cubicBezTo>
                  <a:cubicBezTo>
                    <a:pt x="1227" y="4474"/>
                    <a:pt x="1377" y="4188"/>
                    <a:pt x="2046" y="4188"/>
                  </a:cubicBezTo>
                  <a:cubicBezTo>
                    <a:pt x="2157" y="4188"/>
                    <a:pt x="2282" y="4196"/>
                    <a:pt x="2425" y="4214"/>
                  </a:cubicBezTo>
                  <a:cubicBezTo>
                    <a:pt x="3355" y="4334"/>
                    <a:pt x="4056" y="4642"/>
                    <a:pt x="4371" y="4642"/>
                  </a:cubicBezTo>
                  <a:cubicBezTo>
                    <a:pt x="4452" y="4642"/>
                    <a:pt x="4507" y="4622"/>
                    <a:pt x="4535" y="4574"/>
                  </a:cubicBezTo>
                  <a:cubicBezTo>
                    <a:pt x="4672" y="4339"/>
                    <a:pt x="4220" y="3519"/>
                    <a:pt x="3532" y="3159"/>
                  </a:cubicBezTo>
                  <a:cubicBezTo>
                    <a:pt x="4155" y="2812"/>
                    <a:pt x="4659" y="2268"/>
                    <a:pt x="4967" y="1619"/>
                  </a:cubicBezTo>
                  <a:cubicBezTo>
                    <a:pt x="5381" y="740"/>
                    <a:pt x="5378" y="0"/>
                    <a:pt x="4925" y="0"/>
                  </a:cubicBezTo>
                  <a:close/>
                </a:path>
              </a:pathLst>
            </a:custGeom>
            <a:solidFill>
              <a:srgbClr val="0E2231">
                <a:alpha val="253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5" name="Google Shape;835;p29"/>
            <p:cNvSpPr/>
            <p:nvPr/>
          </p:nvSpPr>
          <p:spPr>
            <a:xfrm flipH="1">
              <a:off x="3300881" y="3503572"/>
              <a:ext cx="220179" cy="149680"/>
            </a:xfrm>
            <a:custGeom>
              <a:rect b="b" l="l" r="r" t="t"/>
              <a:pathLst>
                <a:path extrusionOk="0" h="3586" w="5275">
                  <a:moveTo>
                    <a:pt x="4816" y="1"/>
                  </a:moveTo>
                  <a:cubicBezTo>
                    <a:pt x="4694" y="1"/>
                    <a:pt x="4539" y="54"/>
                    <a:pt x="4352" y="174"/>
                  </a:cubicBezTo>
                  <a:cubicBezTo>
                    <a:pt x="3871" y="480"/>
                    <a:pt x="3284" y="734"/>
                    <a:pt x="2654" y="734"/>
                  </a:cubicBezTo>
                  <a:cubicBezTo>
                    <a:pt x="2124" y="734"/>
                    <a:pt x="1563" y="555"/>
                    <a:pt x="1010" y="76"/>
                  </a:cubicBezTo>
                  <a:cubicBezTo>
                    <a:pt x="1010" y="76"/>
                    <a:pt x="1003" y="75"/>
                    <a:pt x="992" y="75"/>
                  </a:cubicBezTo>
                  <a:cubicBezTo>
                    <a:pt x="884" y="75"/>
                    <a:pt x="318" y="107"/>
                    <a:pt x="289" y="777"/>
                  </a:cubicBezTo>
                  <a:cubicBezTo>
                    <a:pt x="256" y="1517"/>
                    <a:pt x="512" y="1760"/>
                    <a:pt x="256" y="2395"/>
                  </a:cubicBezTo>
                  <a:cubicBezTo>
                    <a:pt x="0" y="3031"/>
                    <a:pt x="27" y="3287"/>
                    <a:pt x="295" y="3457"/>
                  </a:cubicBezTo>
                  <a:lnTo>
                    <a:pt x="295" y="3463"/>
                  </a:lnTo>
                  <a:cubicBezTo>
                    <a:pt x="455" y="3528"/>
                    <a:pt x="715" y="3585"/>
                    <a:pt x="1142" y="3585"/>
                  </a:cubicBezTo>
                  <a:cubicBezTo>
                    <a:pt x="1327" y="3585"/>
                    <a:pt x="1543" y="3574"/>
                    <a:pt x="1796" y="3549"/>
                  </a:cubicBezTo>
                  <a:cubicBezTo>
                    <a:pt x="2635" y="3457"/>
                    <a:pt x="3166" y="3287"/>
                    <a:pt x="3467" y="3136"/>
                  </a:cubicBezTo>
                  <a:cubicBezTo>
                    <a:pt x="4076" y="2782"/>
                    <a:pt x="4555" y="2251"/>
                    <a:pt x="4856" y="1616"/>
                  </a:cubicBezTo>
                  <a:cubicBezTo>
                    <a:pt x="5274" y="743"/>
                    <a:pt x="5269" y="1"/>
                    <a:pt x="481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36" name="Google Shape;836;p29"/>
          <p:cNvGrpSpPr/>
          <p:nvPr/>
        </p:nvGrpSpPr>
        <p:grpSpPr>
          <a:xfrm>
            <a:off x="599052" y="3319849"/>
            <a:ext cx="1396520" cy="1284160"/>
            <a:chOff x="3674664" y="2399050"/>
            <a:chExt cx="1673482" cy="1538838"/>
          </a:xfrm>
        </p:grpSpPr>
        <p:sp>
          <p:nvSpPr>
            <p:cNvPr id="837" name="Google Shape;837;p29"/>
            <p:cNvSpPr/>
            <p:nvPr/>
          </p:nvSpPr>
          <p:spPr>
            <a:xfrm>
              <a:off x="3674675" y="2399205"/>
              <a:ext cx="1673471" cy="1538683"/>
            </a:xfrm>
            <a:custGeom>
              <a:rect b="b" l="l" r="r" t="t"/>
              <a:pathLst>
                <a:path extrusionOk="0" h="49555" w="53896">
                  <a:moveTo>
                    <a:pt x="24339" y="20581"/>
                  </a:moveTo>
                  <a:lnTo>
                    <a:pt x="24339" y="20581"/>
                  </a:lnTo>
                  <a:cubicBezTo>
                    <a:pt x="24625" y="20638"/>
                    <a:pt x="24796" y="20650"/>
                    <a:pt x="24796" y="20650"/>
                  </a:cubicBezTo>
                  <a:lnTo>
                    <a:pt x="24762" y="20707"/>
                  </a:lnTo>
                  <a:cubicBezTo>
                    <a:pt x="24568" y="20661"/>
                    <a:pt x="24408" y="20650"/>
                    <a:pt x="24339" y="20581"/>
                  </a:cubicBezTo>
                  <a:close/>
                  <a:moveTo>
                    <a:pt x="25002" y="20707"/>
                  </a:moveTo>
                  <a:cubicBezTo>
                    <a:pt x="25002" y="20707"/>
                    <a:pt x="25002" y="20730"/>
                    <a:pt x="25014" y="20776"/>
                  </a:cubicBezTo>
                  <a:lnTo>
                    <a:pt x="25002" y="20764"/>
                  </a:lnTo>
                  <a:cubicBezTo>
                    <a:pt x="25002" y="20753"/>
                    <a:pt x="25002" y="20730"/>
                    <a:pt x="25002" y="20707"/>
                  </a:cubicBezTo>
                  <a:close/>
                  <a:moveTo>
                    <a:pt x="17033" y="21759"/>
                  </a:moveTo>
                  <a:cubicBezTo>
                    <a:pt x="17147" y="21862"/>
                    <a:pt x="17113" y="22079"/>
                    <a:pt x="17044" y="22308"/>
                  </a:cubicBezTo>
                  <a:cubicBezTo>
                    <a:pt x="16930" y="22239"/>
                    <a:pt x="16804" y="22182"/>
                    <a:pt x="16679" y="22148"/>
                  </a:cubicBezTo>
                  <a:cubicBezTo>
                    <a:pt x="16804" y="22022"/>
                    <a:pt x="16919" y="21885"/>
                    <a:pt x="17033" y="21759"/>
                  </a:cubicBezTo>
                  <a:close/>
                  <a:moveTo>
                    <a:pt x="25631" y="20353"/>
                  </a:moveTo>
                  <a:cubicBezTo>
                    <a:pt x="25986" y="21233"/>
                    <a:pt x="26454" y="22056"/>
                    <a:pt x="27049" y="22799"/>
                  </a:cubicBezTo>
                  <a:cubicBezTo>
                    <a:pt x="28501" y="24674"/>
                    <a:pt x="28810" y="26207"/>
                    <a:pt x="27746" y="27544"/>
                  </a:cubicBezTo>
                  <a:cubicBezTo>
                    <a:pt x="27140" y="28310"/>
                    <a:pt x="26306" y="28813"/>
                    <a:pt x="25311" y="29088"/>
                  </a:cubicBezTo>
                  <a:cubicBezTo>
                    <a:pt x="25814" y="28493"/>
                    <a:pt x="26500" y="28105"/>
                    <a:pt x="27026" y="27373"/>
                  </a:cubicBezTo>
                  <a:cubicBezTo>
                    <a:pt x="27986" y="26047"/>
                    <a:pt x="26946" y="25086"/>
                    <a:pt x="25700" y="24755"/>
                  </a:cubicBezTo>
                  <a:cubicBezTo>
                    <a:pt x="24042" y="24309"/>
                    <a:pt x="24236" y="23348"/>
                    <a:pt x="25139" y="22159"/>
                  </a:cubicBezTo>
                  <a:cubicBezTo>
                    <a:pt x="25380" y="21828"/>
                    <a:pt x="25608" y="21519"/>
                    <a:pt x="25494" y="21222"/>
                  </a:cubicBezTo>
                  <a:cubicBezTo>
                    <a:pt x="25837" y="20981"/>
                    <a:pt x="25185" y="20547"/>
                    <a:pt x="25185" y="20547"/>
                  </a:cubicBezTo>
                  <a:cubicBezTo>
                    <a:pt x="25345" y="20490"/>
                    <a:pt x="25494" y="20421"/>
                    <a:pt x="25631" y="20353"/>
                  </a:cubicBezTo>
                  <a:close/>
                  <a:moveTo>
                    <a:pt x="18988" y="17140"/>
                  </a:moveTo>
                  <a:cubicBezTo>
                    <a:pt x="19034" y="17208"/>
                    <a:pt x="19080" y="17277"/>
                    <a:pt x="19137" y="17346"/>
                  </a:cubicBezTo>
                  <a:lnTo>
                    <a:pt x="19114" y="17357"/>
                  </a:lnTo>
                  <a:lnTo>
                    <a:pt x="19137" y="17357"/>
                  </a:lnTo>
                  <a:cubicBezTo>
                    <a:pt x="19205" y="17448"/>
                    <a:pt x="19285" y="17551"/>
                    <a:pt x="19365" y="17654"/>
                  </a:cubicBezTo>
                  <a:cubicBezTo>
                    <a:pt x="19365" y="17734"/>
                    <a:pt x="19423" y="17814"/>
                    <a:pt x="19503" y="17837"/>
                  </a:cubicBezTo>
                  <a:lnTo>
                    <a:pt x="19514" y="17837"/>
                  </a:lnTo>
                  <a:cubicBezTo>
                    <a:pt x="19560" y="17883"/>
                    <a:pt x="19606" y="17929"/>
                    <a:pt x="19640" y="17974"/>
                  </a:cubicBezTo>
                  <a:cubicBezTo>
                    <a:pt x="19331" y="18352"/>
                    <a:pt x="18965" y="18775"/>
                    <a:pt x="18942" y="19026"/>
                  </a:cubicBezTo>
                  <a:cubicBezTo>
                    <a:pt x="18874" y="20318"/>
                    <a:pt x="21686" y="20707"/>
                    <a:pt x="22487" y="21233"/>
                  </a:cubicBezTo>
                  <a:cubicBezTo>
                    <a:pt x="24213" y="22365"/>
                    <a:pt x="23607" y="23840"/>
                    <a:pt x="22052" y="24663"/>
                  </a:cubicBezTo>
                  <a:cubicBezTo>
                    <a:pt x="21538" y="24937"/>
                    <a:pt x="21012" y="25166"/>
                    <a:pt x="20497" y="25441"/>
                  </a:cubicBezTo>
                  <a:cubicBezTo>
                    <a:pt x="21000" y="25200"/>
                    <a:pt x="21526" y="25006"/>
                    <a:pt x="21892" y="24812"/>
                  </a:cubicBezTo>
                  <a:cubicBezTo>
                    <a:pt x="23424" y="23988"/>
                    <a:pt x="25082" y="22399"/>
                    <a:pt x="22887" y="20947"/>
                  </a:cubicBezTo>
                  <a:cubicBezTo>
                    <a:pt x="22064" y="20410"/>
                    <a:pt x="19274" y="20044"/>
                    <a:pt x="19343" y="18752"/>
                  </a:cubicBezTo>
                  <a:cubicBezTo>
                    <a:pt x="19354" y="18580"/>
                    <a:pt x="19525" y="18329"/>
                    <a:pt x="19731" y="18066"/>
                  </a:cubicBezTo>
                  <a:cubicBezTo>
                    <a:pt x="20909" y="19301"/>
                    <a:pt x="22418" y="20158"/>
                    <a:pt x="24088" y="20524"/>
                  </a:cubicBezTo>
                  <a:cubicBezTo>
                    <a:pt x="23687" y="20959"/>
                    <a:pt x="24168" y="20913"/>
                    <a:pt x="24591" y="21039"/>
                  </a:cubicBezTo>
                  <a:cubicBezTo>
                    <a:pt x="24545" y="21187"/>
                    <a:pt x="24556" y="21313"/>
                    <a:pt x="24705" y="21324"/>
                  </a:cubicBezTo>
                  <a:cubicBezTo>
                    <a:pt x="24713" y="21325"/>
                    <a:pt x="24721" y="21326"/>
                    <a:pt x="24728" y="21326"/>
                  </a:cubicBezTo>
                  <a:cubicBezTo>
                    <a:pt x="24810" y="21326"/>
                    <a:pt x="24880" y="21272"/>
                    <a:pt x="24922" y="21199"/>
                  </a:cubicBezTo>
                  <a:cubicBezTo>
                    <a:pt x="24956" y="21233"/>
                    <a:pt x="24991" y="21267"/>
                    <a:pt x="25025" y="21313"/>
                  </a:cubicBezTo>
                  <a:cubicBezTo>
                    <a:pt x="25631" y="22193"/>
                    <a:pt x="23710" y="23017"/>
                    <a:pt x="24019" y="24126"/>
                  </a:cubicBezTo>
                  <a:cubicBezTo>
                    <a:pt x="24350" y="25303"/>
                    <a:pt x="25883" y="24789"/>
                    <a:pt x="26591" y="25566"/>
                  </a:cubicBezTo>
                  <a:cubicBezTo>
                    <a:pt x="27598" y="26664"/>
                    <a:pt x="26569" y="27727"/>
                    <a:pt x="25734" y="28425"/>
                  </a:cubicBezTo>
                  <a:cubicBezTo>
                    <a:pt x="25471" y="28642"/>
                    <a:pt x="25219" y="28882"/>
                    <a:pt x="25002" y="29156"/>
                  </a:cubicBezTo>
                  <a:cubicBezTo>
                    <a:pt x="24453" y="29282"/>
                    <a:pt x="23893" y="29351"/>
                    <a:pt x="23333" y="29362"/>
                  </a:cubicBezTo>
                  <a:cubicBezTo>
                    <a:pt x="24042" y="28150"/>
                    <a:pt x="24373" y="26915"/>
                    <a:pt x="22658" y="26527"/>
                  </a:cubicBezTo>
                  <a:cubicBezTo>
                    <a:pt x="21915" y="26355"/>
                    <a:pt x="20440" y="26572"/>
                    <a:pt x="20120" y="25658"/>
                  </a:cubicBezTo>
                  <a:cubicBezTo>
                    <a:pt x="20246" y="25578"/>
                    <a:pt x="20372" y="25509"/>
                    <a:pt x="20497" y="25441"/>
                  </a:cubicBezTo>
                  <a:lnTo>
                    <a:pt x="20497" y="25441"/>
                  </a:lnTo>
                  <a:cubicBezTo>
                    <a:pt x="20372" y="25498"/>
                    <a:pt x="20234" y="25566"/>
                    <a:pt x="20109" y="25635"/>
                  </a:cubicBezTo>
                  <a:cubicBezTo>
                    <a:pt x="20063" y="25486"/>
                    <a:pt x="20051" y="25338"/>
                    <a:pt x="20051" y="25189"/>
                  </a:cubicBezTo>
                  <a:cubicBezTo>
                    <a:pt x="20086" y="24331"/>
                    <a:pt x="21343" y="23783"/>
                    <a:pt x="20337" y="22971"/>
                  </a:cubicBezTo>
                  <a:cubicBezTo>
                    <a:pt x="20170" y="22832"/>
                    <a:pt x="19981" y="22780"/>
                    <a:pt x="19781" y="22780"/>
                  </a:cubicBezTo>
                  <a:cubicBezTo>
                    <a:pt x="19178" y="22780"/>
                    <a:pt x="18476" y="23256"/>
                    <a:pt x="17953" y="23256"/>
                  </a:cubicBezTo>
                  <a:cubicBezTo>
                    <a:pt x="17693" y="23256"/>
                    <a:pt x="17478" y="23139"/>
                    <a:pt x="17342" y="22788"/>
                  </a:cubicBezTo>
                  <a:cubicBezTo>
                    <a:pt x="17204" y="22445"/>
                    <a:pt x="17662" y="21770"/>
                    <a:pt x="17479" y="21519"/>
                  </a:cubicBezTo>
                  <a:cubicBezTo>
                    <a:pt x="17433" y="21462"/>
                    <a:pt x="17376" y="21427"/>
                    <a:pt x="17296" y="21416"/>
                  </a:cubicBezTo>
                  <a:cubicBezTo>
                    <a:pt x="18245" y="20170"/>
                    <a:pt x="18828" y="18695"/>
                    <a:pt x="18988" y="17140"/>
                  </a:cubicBezTo>
                  <a:close/>
                  <a:moveTo>
                    <a:pt x="18760" y="1"/>
                  </a:moveTo>
                  <a:cubicBezTo>
                    <a:pt x="16826" y="1"/>
                    <a:pt x="15238" y="687"/>
                    <a:pt x="15238" y="687"/>
                  </a:cubicBezTo>
                  <a:cubicBezTo>
                    <a:pt x="12334" y="2013"/>
                    <a:pt x="11007" y="4220"/>
                    <a:pt x="10824" y="6598"/>
                  </a:cubicBezTo>
                  <a:cubicBezTo>
                    <a:pt x="7634" y="6655"/>
                    <a:pt x="5211" y="9434"/>
                    <a:pt x="5211" y="9434"/>
                  </a:cubicBezTo>
                  <a:cubicBezTo>
                    <a:pt x="1" y="15699"/>
                    <a:pt x="6504" y="22734"/>
                    <a:pt x="13452" y="22734"/>
                  </a:cubicBezTo>
                  <a:cubicBezTo>
                    <a:pt x="14403" y="22734"/>
                    <a:pt x="15363" y="22603"/>
                    <a:pt x="16301" y="22319"/>
                  </a:cubicBezTo>
                  <a:lnTo>
                    <a:pt x="16301" y="22319"/>
                  </a:lnTo>
                  <a:cubicBezTo>
                    <a:pt x="16301" y="22319"/>
                    <a:pt x="16086" y="23041"/>
                    <a:pt x="16460" y="23041"/>
                  </a:cubicBezTo>
                  <a:cubicBezTo>
                    <a:pt x="16472" y="23041"/>
                    <a:pt x="16483" y="23041"/>
                    <a:pt x="16496" y="23039"/>
                  </a:cubicBezTo>
                  <a:cubicBezTo>
                    <a:pt x="16907" y="22994"/>
                    <a:pt x="16553" y="22319"/>
                    <a:pt x="16553" y="22319"/>
                  </a:cubicBezTo>
                  <a:lnTo>
                    <a:pt x="16553" y="22319"/>
                  </a:lnTo>
                  <a:cubicBezTo>
                    <a:pt x="16553" y="22319"/>
                    <a:pt x="16747" y="22616"/>
                    <a:pt x="16953" y="22674"/>
                  </a:cubicBezTo>
                  <a:cubicBezTo>
                    <a:pt x="16907" y="22811"/>
                    <a:pt x="16907" y="22937"/>
                    <a:pt x="16953" y="23074"/>
                  </a:cubicBezTo>
                  <a:cubicBezTo>
                    <a:pt x="17100" y="23431"/>
                    <a:pt x="17324" y="23550"/>
                    <a:pt x="17588" y="23550"/>
                  </a:cubicBezTo>
                  <a:cubicBezTo>
                    <a:pt x="18124" y="23550"/>
                    <a:pt x="18828" y="23056"/>
                    <a:pt x="19401" y="23056"/>
                  </a:cubicBezTo>
                  <a:cubicBezTo>
                    <a:pt x="19531" y="23056"/>
                    <a:pt x="19653" y="23081"/>
                    <a:pt x="19766" y="23142"/>
                  </a:cubicBezTo>
                  <a:cubicBezTo>
                    <a:pt x="21035" y="23828"/>
                    <a:pt x="19766" y="24514"/>
                    <a:pt x="19674" y="25360"/>
                  </a:cubicBezTo>
                  <a:cubicBezTo>
                    <a:pt x="19651" y="25543"/>
                    <a:pt x="19663" y="25726"/>
                    <a:pt x="19708" y="25898"/>
                  </a:cubicBezTo>
                  <a:cubicBezTo>
                    <a:pt x="19606" y="25966"/>
                    <a:pt x="19503" y="26047"/>
                    <a:pt x="19400" y="26138"/>
                  </a:cubicBezTo>
                  <a:cubicBezTo>
                    <a:pt x="19468" y="26092"/>
                    <a:pt x="19537" y="26035"/>
                    <a:pt x="19617" y="25978"/>
                  </a:cubicBezTo>
                  <a:lnTo>
                    <a:pt x="19720" y="25921"/>
                  </a:lnTo>
                  <a:cubicBezTo>
                    <a:pt x="20017" y="26813"/>
                    <a:pt x="21526" y="26630"/>
                    <a:pt x="22258" y="26801"/>
                  </a:cubicBezTo>
                  <a:cubicBezTo>
                    <a:pt x="23847" y="27178"/>
                    <a:pt x="23687" y="28265"/>
                    <a:pt x="23093" y="29374"/>
                  </a:cubicBezTo>
                  <a:cubicBezTo>
                    <a:pt x="22098" y="29362"/>
                    <a:pt x="21103" y="29248"/>
                    <a:pt x="20131" y="29042"/>
                  </a:cubicBezTo>
                  <a:cubicBezTo>
                    <a:pt x="19411" y="28550"/>
                    <a:pt x="18828" y="27922"/>
                    <a:pt x="18885" y="27121"/>
                  </a:cubicBezTo>
                  <a:cubicBezTo>
                    <a:pt x="18920" y="26744"/>
                    <a:pt x="19102" y="26390"/>
                    <a:pt x="19400" y="26149"/>
                  </a:cubicBezTo>
                  <a:lnTo>
                    <a:pt x="19400" y="26149"/>
                  </a:lnTo>
                  <a:cubicBezTo>
                    <a:pt x="18233" y="27076"/>
                    <a:pt x="18508" y="28047"/>
                    <a:pt x="19308" y="28848"/>
                  </a:cubicBezTo>
                  <a:cubicBezTo>
                    <a:pt x="19205" y="28813"/>
                    <a:pt x="19091" y="28791"/>
                    <a:pt x="18977" y="28756"/>
                  </a:cubicBezTo>
                  <a:cubicBezTo>
                    <a:pt x="15295" y="27750"/>
                    <a:pt x="14700" y="26950"/>
                    <a:pt x="13866" y="26161"/>
                  </a:cubicBezTo>
                  <a:cubicBezTo>
                    <a:pt x="13454" y="25770"/>
                    <a:pt x="13074" y="25564"/>
                    <a:pt x="12727" y="25564"/>
                  </a:cubicBezTo>
                  <a:cubicBezTo>
                    <a:pt x="11554" y="25564"/>
                    <a:pt x="10768" y="27924"/>
                    <a:pt x="10459" y="33433"/>
                  </a:cubicBezTo>
                  <a:cubicBezTo>
                    <a:pt x="10058" y="40453"/>
                    <a:pt x="11899" y="44809"/>
                    <a:pt x="17708" y="47507"/>
                  </a:cubicBezTo>
                  <a:cubicBezTo>
                    <a:pt x="20955" y="49019"/>
                    <a:pt x="26261" y="49554"/>
                    <a:pt x="31667" y="49554"/>
                  </a:cubicBezTo>
                  <a:cubicBezTo>
                    <a:pt x="35912" y="49554"/>
                    <a:pt x="40219" y="49224"/>
                    <a:pt x="43639" y="48776"/>
                  </a:cubicBezTo>
                  <a:cubicBezTo>
                    <a:pt x="52020" y="47656"/>
                    <a:pt x="53895" y="42431"/>
                    <a:pt x="53106" y="37686"/>
                  </a:cubicBezTo>
                  <a:cubicBezTo>
                    <a:pt x="52500" y="34039"/>
                    <a:pt x="48544" y="30894"/>
                    <a:pt x="45034" y="29282"/>
                  </a:cubicBezTo>
                  <a:cubicBezTo>
                    <a:pt x="42907" y="28310"/>
                    <a:pt x="42038" y="27258"/>
                    <a:pt x="41867" y="26172"/>
                  </a:cubicBezTo>
                  <a:cubicBezTo>
                    <a:pt x="41730" y="25326"/>
                    <a:pt x="42130" y="24549"/>
                    <a:pt x="42381" y="24171"/>
                  </a:cubicBezTo>
                  <a:cubicBezTo>
                    <a:pt x="42896" y="23543"/>
                    <a:pt x="43342" y="22868"/>
                    <a:pt x="43708" y="22148"/>
                  </a:cubicBezTo>
                  <a:cubicBezTo>
                    <a:pt x="43737" y="22150"/>
                    <a:pt x="43766" y="22151"/>
                    <a:pt x="43795" y="22151"/>
                  </a:cubicBezTo>
                  <a:cubicBezTo>
                    <a:pt x="44422" y="22151"/>
                    <a:pt x="44675" y="21646"/>
                    <a:pt x="45857" y="21646"/>
                  </a:cubicBezTo>
                  <a:cubicBezTo>
                    <a:pt x="46048" y="21646"/>
                    <a:pt x="46264" y="21660"/>
                    <a:pt x="46509" y="21690"/>
                  </a:cubicBezTo>
                  <a:cubicBezTo>
                    <a:pt x="48137" y="21900"/>
                    <a:pt x="49353" y="22442"/>
                    <a:pt x="49903" y="22442"/>
                  </a:cubicBezTo>
                  <a:cubicBezTo>
                    <a:pt x="50044" y="22442"/>
                    <a:pt x="50141" y="22406"/>
                    <a:pt x="50191" y="22319"/>
                  </a:cubicBezTo>
                  <a:cubicBezTo>
                    <a:pt x="50431" y="21908"/>
                    <a:pt x="49642" y="20490"/>
                    <a:pt x="48441" y="19861"/>
                  </a:cubicBezTo>
                  <a:cubicBezTo>
                    <a:pt x="48441" y="19861"/>
                    <a:pt x="48498" y="19827"/>
                    <a:pt x="48601" y="19769"/>
                  </a:cubicBezTo>
                  <a:lnTo>
                    <a:pt x="48681" y="19712"/>
                  </a:lnTo>
                  <a:lnTo>
                    <a:pt x="48693" y="19712"/>
                  </a:lnTo>
                  <a:lnTo>
                    <a:pt x="48784" y="19655"/>
                  </a:lnTo>
                  <a:lnTo>
                    <a:pt x="48807" y="19644"/>
                  </a:lnTo>
                  <a:lnTo>
                    <a:pt x="48910" y="19575"/>
                  </a:lnTo>
                  <a:lnTo>
                    <a:pt x="48944" y="19552"/>
                  </a:lnTo>
                  <a:lnTo>
                    <a:pt x="49059" y="19461"/>
                  </a:lnTo>
                  <a:lnTo>
                    <a:pt x="49082" y="19449"/>
                  </a:lnTo>
                  <a:lnTo>
                    <a:pt x="49196" y="19358"/>
                  </a:lnTo>
                  <a:lnTo>
                    <a:pt x="49230" y="19335"/>
                  </a:lnTo>
                  <a:cubicBezTo>
                    <a:pt x="49276" y="19301"/>
                    <a:pt x="49322" y="19266"/>
                    <a:pt x="49367" y="19221"/>
                  </a:cubicBezTo>
                  <a:lnTo>
                    <a:pt x="49402" y="19186"/>
                  </a:lnTo>
                  <a:cubicBezTo>
                    <a:pt x="49447" y="19152"/>
                    <a:pt x="49493" y="19106"/>
                    <a:pt x="49539" y="19061"/>
                  </a:cubicBezTo>
                  <a:lnTo>
                    <a:pt x="49573" y="19038"/>
                  </a:lnTo>
                  <a:lnTo>
                    <a:pt x="49722" y="18889"/>
                  </a:lnTo>
                  <a:lnTo>
                    <a:pt x="49733" y="18878"/>
                  </a:lnTo>
                  <a:lnTo>
                    <a:pt x="49893" y="18718"/>
                  </a:lnTo>
                  <a:lnTo>
                    <a:pt x="49928" y="18672"/>
                  </a:lnTo>
                  <a:cubicBezTo>
                    <a:pt x="49973" y="18615"/>
                    <a:pt x="50030" y="18558"/>
                    <a:pt x="50076" y="18500"/>
                  </a:cubicBezTo>
                  <a:lnTo>
                    <a:pt x="50111" y="18466"/>
                  </a:lnTo>
                  <a:cubicBezTo>
                    <a:pt x="50168" y="18397"/>
                    <a:pt x="50213" y="18329"/>
                    <a:pt x="50271" y="18260"/>
                  </a:cubicBezTo>
                  <a:lnTo>
                    <a:pt x="50282" y="18237"/>
                  </a:lnTo>
                  <a:cubicBezTo>
                    <a:pt x="50328" y="18180"/>
                    <a:pt x="50385" y="18112"/>
                    <a:pt x="50431" y="18032"/>
                  </a:cubicBezTo>
                  <a:cubicBezTo>
                    <a:pt x="50431" y="18020"/>
                    <a:pt x="50442" y="18020"/>
                    <a:pt x="50454" y="18009"/>
                  </a:cubicBezTo>
                  <a:cubicBezTo>
                    <a:pt x="50499" y="17929"/>
                    <a:pt x="50545" y="17860"/>
                    <a:pt x="50591" y="17780"/>
                  </a:cubicBezTo>
                  <a:lnTo>
                    <a:pt x="50625" y="17734"/>
                  </a:lnTo>
                  <a:cubicBezTo>
                    <a:pt x="50671" y="17654"/>
                    <a:pt x="50717" y="17563"/>
                    <a:pt x="50762" y="17483"/>
                  </a:cubicBezTo>
                  <a:cubicBezTo>
                    <a:pt x="50774" y="17471"/>
                    <a:pt x="50774" y="17460"/>
                    <a:pt x="50785" y="17437"/>
                  </a:cubicBezTo>
                  <a:cubicBezTo>
                    <a:pt x="50831" y="17357"/>
                    <a:pt x="50877" y="17266"/>
                    <a:pt x="50934" y="17163"/>
                  </a:cubicBezTo>
                  <a:cubicBezTo>
                    <a:pt x="51654" y="15640"/>
                    <a:pt x="51651" y="14345"/>
                    <a:pt x="50862" y="14345"/>
                  </a:cubicBezTo>
                  <a:cubicBezTo>
                    <a:pt x="50650" y="14345"/>
                    <a:pt x="50381" y="14439"/>
                    <a:pt x="50053" y="14647"/>
                  </a:cubicBezTo>
                  <a:cubicBezTo>
                    <a:pt x="49215" y="15181"/>
                    <a:pt x="48191" y="15624"/>
                    <a:pt x="47089" y="15624"/>
                  </a:cubicBezTo>
                  <a:cubicBezTo>
                    <a:pt x="46163" y="15624"/>
                    <a:pt x="45182" y="15311"/>
                    <a:pt x="44211" y="14476"/>
                  </a:cubicBezTo>
                  <a:cubicBezTo>
                    <a:pt x="43822" y="12578"/>
                    <a:pt x="42724" y="10886"/>
                    <a:pt x="41158" y="9754"/>
                  </a:cubicBezTo>
                  <a:cubicBezTo>
                    <a:pt x="41158" y="9754"/>
                    <a:pt x="39374" y="7593"/>
                    <a:pt x="34984" y="7387"/>
                  </a:cubicBezTo>
                  <a:cubicBezTo>
                    <a:pt x="34729" y="7373"/>
                    <a:pt x="34475" y="7366"/>
                    <a:pt x="34221" y="7366"/>
                  </a:cubicBezTo>
                  <a:cubicBezTo>
                    <a:pt x="33196" y="7366"/>
                    <a:pt x="32175" y="7478"/>
                    <a:pt x="31176" y="7707"/>
                  </a:cubicBezTo>
                  <a:cubicBezTo>
                    <a:pt x="30353" y="5718"/>
                    <a:pt x="28604" y="4140"/>
                    <a:pt x="25768" y="3568"/>
                  </a:cubicBezTo>
                  <a:cubicBezTo>
                    <a:pt x="25358" y="3498"/>
                    <a:pt x="24957" y="3463"/>
                    <a:pt x="24549" y="3463"/>
                  </a:cubicBezTo>
                  <a:cubicBezTo>
                    <a:pt x="24490" y="3463"/>
                    <a:pt x="24432" y="3464"/>
                    <a:pt x="24373" y="3465"/>
                  </a:cubicBezTo>
                  <a:cubicBezTo>
                    <a:pt x="22993" y="693"/>
                    <a:pt x="20702" y="1"/>
                    <a:pt x="18760" y="1"/>
                  </a:cubicBezTo>
                  <a:close/>
                </a:path>
              </a:pathLst>
            </a:custGeom>
            <a:solidFill>
              <a:schemeClr val="dk1"/>
            </a:solidFill>
            <a:ln cap="flat" cmpd="sng" w="1143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8" name="Google Shape;838;p29"/>
            <p:cNvSpPr/>
            <p:nvPr/>
          </p:nvSpPr>
          <p:spPr>
            <a:xfrm>
              <a:off x="3986956" y="2628255"/>
              <a:ext cx="1361170" cy="1309161"/>
            </a:xfrm>
            <a:custGeom>
              <a:rect b="b" l="l" r="r" t="t"/>
              <a:pathLst>
                <a:path extrusionOk="0" h="42163" w="43838">
                  <a:moveTo>
                    <a:pt x="24066" y="0"/>
                  </a:moveTo>
                  <a:cubicBezTo>
                    <a:pt x="20794" y="0"/>
                    <a:pt x="17571" y="978"/>
                    <a:pt x="15836" y="4721"/>
                  </a:cubicBezTo>
                  <a:cubicBezTo>
                    <a:pt x="13195" y="10437"/>
                    <a:pt x="16465" y="14805"/>
                    <a:pt x="16980" y="15422"/>
                  </a:cubicBezTo>
                  <a:cubicBezTo>
                    <a:pt x="18432" y="17297"/>
                    <a:pt x="18740" y="18830"/>
                    <a:pt x="17689" y="20167"/>
                  </a:cubicBezTo>
                  <a:cubicBezTo>
                    <a:pt x="16673" y="21447"/>
                    <a:pt x="15003" y="21986"/>
                    <a:pt x="13024" y="21986"/>
                  </a:cubicBezTo>
                  <a:cubicBezTo>
                    <a:pt x="11749" y="21986"/>
                    <a:pt x="10346" y="21762"/>
                    <a:pt x="8907" y="21368"/>
                  </a:cubicBezTo>
                  <a:cubicBezTo>
                    <a:pt x="5226" y="20350"/>
                    <a:pt x="4631" y="19561"/>
                    <a:pt x="3808" y="18772"/>
                  </a:cubicBezTo>
                  <a:cubicBezTo>
                    <a:pt x="3396" y="18381"/>
                    <a:pt x="3015" y="18175"/>
                    <a:pt x="2668" y="18175"/>
                  </a:cubicBezTo>
                  <a:cubicBezTo>
                    <a:pt x="1495" y="18175"/>
                    <a:pt x="710" y="20530"/>
                    <a:pt x="401" y="26044"/>
                  </a:cubicBezTo>
                  <a:cubicBezTo>
                    <a:pt x="1" y="33064"/>
                    <a:pt x="1841" y="37421"/>
                    <a:pt x="7638" y="40119"/>
                  </a:cubicBezTo>
                  <a:cubicBezTo>
                    <a:pt x="10898" y="41627"/>
                    <a:pt x="16220" y="42162"/>
                    <a:pt x="21635" y="42162"/>
                  </a:cubicBezTo>
                  <a:cubicBezTo>
                    <a:pt x="25870" y="42162"/>
                    <a:pt x="30163" y="41835"/>
                    <a:pt x="33570" y="41388"/>
                  </a:cubicBezTo>
                  <a:cubicBezTo>
                    <a:pt x="41962" y="40279"/>
                    <a:pt x="43837" y="35054"/>
                    <a:pt x="43048" y="30309"/>
                  </a:cubicBezTo>
                  <a:cubicBezTo>
                    <a:pt x="42442" y="26662"/>
                    <a:pt x="38486" y="23517"/>
                    <a:pt x="34976" y="21905"/>
                  </a:cubicBezTo>
                  <a:cubicBezTo>
                    <a:pt x="32850" y="20933"/>
                    <a:pt x="31981" y="19881"/>
                    <a:pt x="31809" y="18795"/>
                  </a:cubicBezTo>
                  <a:cubicBezTo>
                    <a:pt x="31672" y="17949"/>
                    <a:pt x="32072" y="17172"/>
                    <a:pt x="32312" y="16794"/>
                  </a:cubicBezTo>
                  <a:cubicBezTo>
                    <a:pt x="35148" y="13341"/>
                    <a:pt x="34782" y="10300"/>
                    <a:pt x="34199" y="7236"/>
                  </a:cubicBezTo>
                  <a:cubicBezTo>
                    <a:pt x="33833" y="5281"/>
                    <a:pt x="32724" y="3543"/>
                    <a:pt x="31112" y="2377"/>
                  </a:cubicBezTo>
                  <a:cubicBezTo>
                    <a:pt x="31112" y="2377"/>
                    <a:pt x="29328" y="227"/>
                    <a:pt x="24926" y="21"/>
                  </a:cubicBezTo>
                  <a:cubicBezTo>
                    <a:pt x="24640" y="8"/>
                    <a:pt x="24353" y="0"/>
                    <a:pt x="24066"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9" name="Google Shape;839;p29"/>
            <p:cNvSpPr/>
            <p:nvPr/>
          </p:nvSpPr>
          <p:spPr>
            <a:xfrm>
              <a:off x="4987359" y="2844574"/>
              <a:ext cx="291808" cy="251660"/>
            </a:xfrm>
            <a:custGeom>
              <a:rect b="b" l="l" r="r" t="t"/>
              <a:pathLst>
                <a:path extrusionOk="0" h="8105" w="9398">
                  <a:moveTo>
                    <a:pt x="8597" y="1"/>
                  </a:moveTo>
                  <a:cubicBezTo>
                    <a:pt x="8384" y="1"/>
                    <a:pt x="8114" y="95"/>
                    <a:pt x="7787" y="303"/>
                  </a:cubicBezTo>
                  <a:cubicBezTo>
                    <a:pt x="6949" y="837"/>
                    <a:pt x="5921" y="1280"/>
                    <a:pt x="4818" y="1280"/>
                  </a:cubicBezTo>
                  <a:cubicBezTo>
                    <a:pt x="3891" y="1280"/>
                    <a:pt x="2911" y="967"/>
                    <a:pt x="1944" y="132"/>
                  </a:cubicBezTo>
                  <a:cubicBezTo>
                    <a:pt x="1944" y="132"/>
                    <a:pt x="1936" y="131"/>
                    <a:pt x="1922" y="131"/>
                  </a:cubicBezTo>
                  <a:cubicBezTo>
                    <a:pt x="1757" y="131"/>
                    <a:pt x="751" y="180"/>
                    <a:pt x="698" y="1355"/>
                  </a:cubicBezTo>
                  <a:cubicBezTo>
                    <a:pt x="630" y="2647"/>
                    <a:pt x="1087" y="3070"/>
                    <a:pt x="641" y="4179"/>
                  </a:cubicBezTo>
                  <a:cubicBezTo>
                    <a:pt x="195" y="5288"/>
                    <a:pt x="241" y="5734"/>
                    <a:pt x="721" y="6031"/>
                  </a:cubicBezTo>
                  <a:cubicBezTo>
                    <a:pt x="721" y="6031"/>
                    <a:pt x="1" y="7426"/>
                    <a:pt x="1098" y="7746"/>
                  </a:cubicBezTo>
                  <a:cubicBezTo>
                    <a:pt x="1258" y="7793"/>
                    <a:pt x="1395" y="7812"/>
                    <a:pt x="1517" y="7812"/>
                  </a:cubicBezTo>
                  <a:cubicBezTo>
                    <a:pt x="2141" y="7812"/>
                    <a:pt x="2403" y="7312"/>
                    <a:pt x="3571" y="7312"/>
                  </a:cubicBezTo>
                  <a:cubicBezTo>
                    <a:pt x="3764" y="7312"/>
                    <a:pt x="3982" y="7326"/>
                    <a:pt x="4231" y="7358"/>
                  </a:cubicBezTo>
                  <a:cubicBezTo>
                    <a:pt x="5864" y="7567"/>
                    <a:pt x="7081" y="8105"/>
                    <a:pt x="7629" y="8105"/>
                  </a:cubicBezTo>
                  <a:cubicBezTo>
                    <a:pt x="7768" y="8105"/>
                    <a:pt x="7864" y="8070"/>
                    <a:pt x="7913" y="7987"/>
                  </a:cubicBezTo>
                  <a:cubicBezTo>
                    <a:pt x="8153" y="7575"/>
                    <a:pt x="7364" y="6146"/>
                    <a:pt x="6163" y="5517"/>
                  </a:cubicBezTo>
                  <a:cubicBezTo>
                    <a:pt x="7261" y="4911"/>
                    <a:pt x="8130" y="3962"/>
                    <a:pt x="8667" y="2819"/>
                  </a:cubicBezTo>
                  <a:cubicBezTo>
                    <a:pt x="9397" y="1296"/>
                    <a:pt x="9389" y="1"/>
                    <a:pt x="859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0" name="Google Shape;840;p29"/>
            <p:cNvSpPr/>
            <p:nvPr/>
          </p:nvSpPr>
          <p:spPr>
            <a:xfrm>
              <a:off x="4890796" y="2774993"/>
              <a:ext cx="90573" cy="122151"/>
            </a:xfrm>
            <a:custGeom>
              <a:rect b="b" l="l" r="r" t="t"/>
              <a:pathLst>
                <a:path extrusionOk="0" h="3934" w="2917">
                  <a:moveTo>
                    <a:pt x="1119" y="0"/>
                  </a:moveTo>
                  <a:cubicBezTo>
                    <a:pt x="1051" y="0"/>
                    <a:pt x="982" y="10"/>
                    <a:pt x="915" y="29"/>
                  </a:cubicBezTo>
                  <a:cubicBezTo>
                    <a:pt x="275" y="212"/>
                    <a:pt x="1" y="1218"/>
                    <a:pt x="309" y="2293"/>
                  </a:cubicBezTo>
                  <a:cubicBezTo>
                    <a:pt x="576" y="3255"/>
                    <a:pt x="1218" y="3933"/>
                    <a:pt x="1809" y="3933"/>
                  </a:cubicBezTo>
                  <a:cubicBezTo>
                    <a:pt x="1878" y="3933"/>
                    <a:pt x="1946" y="3924"/>
                    <a:pt x="2013" y="3905"/>
                  </a:cubicBezTo>
                  <a:cubicBezTo>
                    <a:pt x="2653" y="3733"/>
                    <a:pt x="2916" y="2716"/>
                    <a:pt x="2619" y="1641"/>
                  </a:cubicBezTo>
                  <a:cubicBezTo>
                    <a:pt x="2343" y="679"/>
                    <a:pt x="1709" y="0"/>
                    <a:pt x="1119"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1" name="Google Shape;841;p29"/>
            <p:cNvSpPr/>
            <p:nvPr/>
          </p:nvSpPr>
          <p:spPr>
            <a:xfrm>
              <a:off x="4907842" y="2790579"/>
              <a:ext cx="61821" cy="89207"/>
            </a:xfrm>
            <a:custGeom>
              <a:rect b="b" l="l" r="r" t="t"/>
              <a:pathLst>
                <a:path extrusionOk="0" h="2873" w="1991">
                  <a:moveTo>
                    <a:pt x="722" y="0"/>
                  </a:moveTo>
                  <a:cubicBezTo>
                    <a:pt x="679" y="0"/>
                    <a:pt x="637" y="6"/>
                    <a:pt x="595" y="18"/>
                  </a:cubicBezTo>
                  <a:cubicBezTo>
                    <a:pt x="161" y="133"/>
                    <a:pt x="1" y="876"/>
                    <a:pt x="218" y="1653"/>
                  </a:cubicBezTo>
                  <a:cubicBezTo>
                    <a:pt x="424" y="2365"/>
                    <a:pt x="872" y="2872"/>
                    <a:pt x="1269" y="2872"/>
                  </a:cubicBezTo>
                  <a:cubicBezTo>
                    <a:pt x="1312" y="2872"/>
                    <a:pt x="1354" y="2866"/>
                    <a:pt x="1395" y="2854"/>
                  </a:cubicBezTo>
                  <a:cubicBezTo>
                    <a:pt x="1819" y="2740"/>
                    <a:pt x="1990" y="2008"/>
                    <a:pt x="1773" y="1219"/>
                  </a:cubicBezTo>
                  <a:cubicBezTo>
                    <a:pt x="1566" y="507"/>
                    <a:pt x="1118" y="0"/>
                    <a:pt x="72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2" name="Google Shape;842;p29"/>
            <p:cNvSpPr/>
            <p:nvPr/>
          </p:nvSpPr>
          <p:spPr>
            <a:xfrm>
              <a:off x="4916722" y="2803216"/>
              <a:ext cx="18133" cy="15742"/>
            </a:xfrm>
            <a:custGeom>
              <a:rect b="b" l="l" r="r" t="t"/>
              <a:pathLst>
                <a:path extrusionOk="0" h="507" w="584">
                  <a:moveTo>
                    <a:pt x="321" y="0"/>
                  </a:moveTo>
                  <a:cubicBezTo>
                    <a:pt x="103" y="12"/>
                    <a:pt x="0" y="286"/>
                    <a:pt x="160" y="435"/>
                  </a:cubicBezTo>
                  <a:cubicBezTo>
                    <a:pt x="211" y="485"/>
                    <a:pt x="271" y="507"/>
                    <a:pt x="330" y="507"/>
                  </a:cubicBezTo>
                  <a:cubicBezTo>
                    <a:pt x="460" y="507"/>
                    <a:pt x="584" y="401"/>
                    <a:pt x="584" y="252"/>
                  </a:cubicBezTo>
                  <a:cubicBezTo>
                    <a:pt x="584" y="103"/>
                    <a:pt x="458" y="0"/>
                    <a:pt x="321"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3" name="Google Shape;843;p29"/>
            <p:cNvSpPr/>
            <p:nvPr/>
          </p:nvSpPr>
          <p:spPr>
            <a:xfrm>
              <a:off x="4144564" y="3063874"/>
              <a:ext cx="309941" cy="468576"/>
            </a:xfrm>
            <a:custGeom>
              <a:rect b="b" l="l" r="r" t="t"/>
              <a:pathLst>
                <a:path extrusionOk="0" h="15091" w="9982">
                  <a:moveTo>
                    <a:pt x="8358" y="14815"/>
                  </a:moveTo>
                  <a:lnTo>
                    <a:pt x="8358" y="14815"/>
                  </a:lnTo>
                  <a:cubicBezTo>
                    <a:pt x="8358" y="14815"/>
                    <a:pt x="8358" y="14815"/>
                    <a:pt x="8358" y="14815"/>
                  </a:cubicBezTo>
                  <a:cubicBezTo>
                    <a:pt x="8358" y="14815"/>
                    <a:pt x="8358" y="14815"/>
                    <a:pt x="8358" y="14815"/>
                  </a:cubicBezTo>
                  <a:close/>
                  <a:moveTo>
                    <a:pt x="1536" y="1"/>
                  </a:moveTo>
                  <a:cubicBezTo>
                    <a:pt x="1170" y="1"/>
                    <a:pt x="602" y="352"/>
                    <a:pt x="400" y="466"/>
                  </a:cubicBezTo>
                  <a:cubicBezTo>
                    <a:pt x="252" y="546"/>
                    <a:pt x="137" y="661"/>
                    <a:pt x="0" y="729"/>
                  </a:cubicBezTo>
                  <a:lnTo>
                    <a:pt x="0" y="741"/>
                  </a:lnTo>
                  <a:cubicBezTo>
                    <a:pt x="213" y="620"/>
                    <a:pt x="778" y="275"/>
                    <a:pt x="1137" y="275"/>
                  </a:cubicBezTo>
                  <a:cubicBezTo>
                    <a:pt x="1221" y="275"/>
                    <a:pt x="1295" y="295"/>
                    <a:pt x="1349" y="340"/>
                  </a:cubicBezTo>
                  <a:cubicBezTo>
                    <a:pt x="1624" y="592"/>
                    <a:pt x="1109" y="1301"/>
                    <a:pt x="1258" y="1655"/>
                  </a:cubicBezTo>
                  <a:cubicBezTo>
                    <a:pt x="1406" y="2018"/>
                    <a:pt x="1631" y="2139"/>
                    <a:pt x="1897" y="2139"/>
                  </a:cubicBezTo>
                  <a:cubicBezTo>
                    <a:pt x="2436" y="2139"/>
                    <a:pt x="3144" y="1641"/>
                    <a:pt x="3722" y="1641"/>
                  </a:cubicBezTo>
                  <a:cubicBezTo>
                    <a:pt x="3849" y="1641"/>
                    <a:pt x="3970" y="1665"/>
                    <a:pt x="4082" y="1724"/>
                  </a:cubicBezTo>
                  <a:cubicBezTo>
                    <a:pt x="5351" y="2421"/>
                    <a:pt x="4082" y="3107"/>
                    <a:pt x="3979" y="3953"/>
                  </a:cubicBezTo>
                  <a:cubicBezTo>
                    <a:pt x="3807" y="5474"/>
                    <a:pt x="5717" y="5188"/>
                    <a:pt x="6574" y="5394"/>
                  </a:cubicBezTo>
                  <a:cubicBezTo>
                    <a:pt x="9524" y="6092"/>
                    <a:pt x="6437" y="9213"/>
                    <a:pt x="5785" y="10402"/>
                  </a:cubicBezTo>
                  <a:cubicBezTo>
                    <a:pt x="4836" y="12129"/>
                    <a:pt x="5991" y="14655"/>
                    <a:pt x="7969" y="15090"/>
                  </a:cubicBezTo>
                  <a:cubicBezTo>
                    <a:pt x="7973" y="15091"/>
                    <a:pt x="7976" y="15091"/>
                    <a:pt x="7980" y="15091"/>
                  </a:cubicBezTo>
                  <a:cubicBezTo>
                    <a:pt x="8081" y="15091"/>
                    <a:pt x="8246" y="14814"/>
                    <a:pt x="8347" y="14814"/>
                  </a:cubicBezTo>
                  <a:cubicBezTo>
                    <a:pt x="8351" y="14814"/>
                    <a:pt x="8354" y="14815"/>
                    <a:pt x="8358" y="14815"/>
                  </a:cubicBezTo>
                  <a:lnTo>
                    <a:pt x="8358" y="14815"/>
                  </a:lnTo>
                  <a:cubicBezTo>
                    <a:pt x="6483" y="14404"/>
                    <a:pt x="5248" y="11957"/>
                    <a:pt x="6117" y="10265"/>
                  </a:cubicBezTo>
                  <a:cubicBezTo>
                    <a:pt x="6723" y="9076"/>
                    <a:pt x="9982" y="5806"/>
                    <a:pt x="6975" y="5120"/>
                  </a:cubicBezTo>
                  <a:cubicBezTo>
                    <a:pt x="6128" y="4925"/>
                    <a:pt x="4322" y="5234"/>
                    <a:pt x="4368" y="3782"/>
                  </a:cubicBezTo>
                  <a:cubicBezTo>
                    <a:pt x="4402" y="2924"/>
                    <a:pt x="5660" y="2376"/>
                    <a:pt x="4654" y="1564"/>
                  </a:cubicBezTo>
                  <a:cubicBezTo>
                    <a:pt x="4486" y="1425"/>
                    <a:pt x="4297" y="1373"/>
                    <a:pt x="4098" y="1373"/>
                  </a:cubicBezTo>
                  <a:cubicBezTo>
                    <a:pt x="3494" y="1373"/>
                    <a:pt x="2792" y="1849"/>
                    <a:pt x="2269" y="1849"/>
                  </a:cubicBezTo>
                  <a:cubicBezTo>
                    <a:pt x="2010" y="1849"/>
                    <a:pt x="1795" y="1732"/>
                    <a:pt x="1658" y="1381"/>
                  </a:cubicBezTo>
                  <a:cubicBezTo>
                    <a:pt x="1521" y="1049"/>
                    <a:pt x="1989" y="363"/>
                    <a:pt x="1795" y="112"/>
                  </a:cubicBezTo>
                  <a:cubicBezTo>
                    <a:pt x="1737" y="33"/>
                    <a:pt x="1645" y="1"/>
                    <a:pt x="1536" y="1"/>
                  </a:cubicBezTo>
                  <a:close/>
                </a:path>
              </a:pathLst>
            </a:custGeom>
            <a:solidFill>
              <a:schemeClr val="accent3"/>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4" name="Google Shape;844;p29"/>
            <p:cNvSpPr/>
            <p:nvPr/>
          </p:nvSpPr>
          <p:spPr>
            <a:xfrm>
              <a:off x="4402632" y="2998991"/>
              <a:ext cx="271967" cy="567687"/>
            </a:xfrm>
            <a:custGeom>
              <a:rect b="b" l="l" r="r" t="t"/>
              <a:pathLst>
                <a:path extrusionOk="0" h="18283" w="8759">
                  <a:moveTo>
                    <a:pt x="2128" y="1"/>
                  </a:moveTo>
                  <a:cubicBezTo>
                    <a:pt x="2109" y="9"/>
                    <a:pt x="2091" y="19"/>
                    <a:pt x="2073" y="30"/>
                  </a:cubicBezTo>
                  <a:lnTo>
                    <a:pt x="2073" y="30"/>
                  </a:lnTo>
                  <a:cubicBezTo>
                    <a:pt x="2095" y="20"/>
                    <a:pt x="2117" y="10"/>
                    <a:pt x="2139" y="1"/>
                  </a:cubicBezTo>
                  <a:close/>
                  <a:moveTo>
                    <a:pt x="2073" y="30"/>
                  </a:moveTo>
                  <a:lnTo>
                    <a:pt x="2073" y="30"/>
                  </a:lnTo>
                  <a:cubicBezTo>
                    <a:pt x="1722" y="190"/>
                    <a:pt x="1400" y="380"/>
                    <a:pt x="1106" y="616"/>
                  </a:cubicBezTo>
                  <a:lnTo>
                    <a:pt x="1106" y="616"/>
                  </a:lnTo>
                  <a:cubicBezTo>
                    <a:pt x="1134" y="597"/>
                    <a:pt x="1162" y="578"/>
                    <a:pt x="1191" y="560"/>
                  </a:cubicBezTo>
                  <a:lnTo>
                    <a:pt x="1191" y="560"/>
                  </a:lnTo>
                  <a:cubicBezTo>
                    <a:pt x="1159" y="582"/>
                    <a:pt x="1128" y="603"/>
                    <a:pt x="1099" y="622"/>
                  </a:cubicBezTo>
                  <a:lnTo>
                    <a:pt x="1099" y="622"/>
                  </a:lnTo>
                  <a:cubicBezTo>
                    <a:pt x="1101" y="620"/>
                    <a:pt x="1104" y="618"/>
                    <a:pt x="1106" y="616"/>
                  </a:cubicBezTo>
                  <a:lnTo>
                    <a:pt x="1106" y="616"/>
                  </a:lnTo>
                  <a:cubicBezTo>
                    <a:pt x="1100" y="621"/>
                    <a:pt x="1093" y="625"/>
                    <a:pt x="1087" y="630"/>
                  </a:cubicBezTo>
                  <a:cubicBezTo>
                    <a:pt x="1091" y="627"/>
                    <a:pt x="1095" y="625"/>
                    <a:pt x="1099" y="622"/>
                  </a:cubicBezTo>
                  <a:lnTo>
                    <a:pt x="1099" y="622"/>
                  </a:lnTo>
                  <a:cubicBezTo>
                    <a:pt x="1091" y="628"/>
                    <a:pt x="1083" y="635"/>
                    <a:pt x="1076" y="641"/>
                  </a:cubicBezTo>
                  <a:cubicBezTo>
                    <a:pt x="1" y="1579"/>
                    <a:pt x="1362" y="1098"/>
                    <a:pt x="1750" y="1681"/>
                  </a:cubicBezTo>
                  <a:cubicBezTo>
                    <a:pt x="2356" y="2550"/>
                    <a:pt x="447" y="3385"/>
                    <a:pt x="756" y="4483"/>
                  </a:cubicBezTo>
                  <a:cubicBezTo>
                    <a:pt x="1076" y="5660"/>
                    <a:pt x="2608" y="5146"/>
                    <a:pt x="3328" y="5935"/>
                  </a:cubicBezTo>
                  <a:cubicBezTo>
                    <a:pt x="4323" y="7032"/>
                    <a:pt x="3305" y="8096"/>
                    <a:pt x="2471" y="8782"/>
                  </a:cubicBezTo>
                  <a:cubicBezTo>
                    <a:pt x="1362" y="9708"/>
                    <a:pt x="767" y="10840"/>
                    <a:pt x="893" y="12326"/>
                  </a:cubicBezTo>
                  <a:cubicBezTo>
                    <a:pt x="985" y="13355"/>
                    <a:pt x="1502" y="13671"/>
                    <a:pt x="2181" y="13671"/>
                  </a:cubicBezTo>
                  <a:cubicBezTo>
                    <a:pt x="3185" y="13671"/>
                    <a:pt x="4543" y="12982"/>
                    <a:pt x="5409" y="12886"/>
                  </a:cubicBezTo>
                  <a:cubicBezTo>
                    <a:pt x="5510" y="12876"/>
                    <a:pt x="5605" y="12870"/>
                    <a:pt x="5695" y="12870"/>
                  </a:cubicBezTo>
                  <a:cubicBezTo>
                    <a:pt x="8294" y="12870"/>
                    <a:pt x="6378" y="17211"/>
                    <a:pt x="5306" y="18283"/>
                  </a:cubicBezTo>
                  <a:cubicBezTo>
                    <a:pt x="5421" y="18169"/>
                    <a:pt x="5592" y="18123"/>
                    <a:pt x="5706" y="18009"/>
                  </a:cubicBezTo>
                  <a:cubicBezTo>
                    <a:pt x="6760" y="16966"/>
                    <a:pt x="8758" y="12595"/>
                    <a:pt x="6069" y="12595"/>
                  </a:cubicBezTo>
                  <a:cubicBezTo>
                    <a:pt x="6015" y="12595"/>
                    <a:pt x="5959" y="12597"/>
                    <a:pt x="5901" y="12601"/>
                  </a:cubicBezTo>
                  <a:cubicBezTo>
                    <a:pt x="4815" y="12669"/>
                    <a:pt x="3831" y="13344"/>
                    <a:pt x="2745" y="13412"/>
                  </a:cubicBezTo>
                  <a:cubicBezTo>
                    <a:pt x="2701" y="13415"/>
                    <a:pt x="2658" y="13416"/>
                    <a:pt x="2616" y="13416"/>
                  </a:cubicBezTo>
                  <a:cubicBezTo>
                    <a:pt x="1208" y="13416"/>
                    <a:pt x="1129" y="11948"/>
                    <a:pt x="1373" y="10771"/>
                  </a:cubicBezTo>
                  <a:cubicBezTo>
                    <a:pt x="1705" y="9182"/>
                    <a:pt x="2905" y="8885"/>
                    <a:pt x="3740" y="7730"/>
                  </a:cubicBezTo>
                  <a:cubicBezTo>
                    <a:pt x="4700" y="6404"/>
                    <a:pt x="3660" y="5443"/>
                    <a:pt x="2413" y="5112"/>
                  </a:cubicBezTo>
                  <a:cubicBezTo>
                    <a:pt x="756" y="4666"/>
                    <a:pt x="950" y="3705"/>
                    <a:pt x="1853" y="2516"/>
                  </a:cubicBezTo>
                  <a:cubicBezTo>
                    <a:pt x="2208" y="2036"/>
                    <a:pt x="2516" y="1590"/>
                    <a:pt x="1853" y="1190"/>
                  </a:cubicBezTo>
                  <a:cubicBezTo>
                    <a:pt x="1385" y="911"/>
                    <a:pt x="589" y="1176"/>
                    <a:pt x="1327" y="477"/>
                  </a:cubicBezTo>
                  <a:lnTo>
                    <a:pt x="1327" y="477"/>
                  </a:lnTo>
                  <a:cubicBezTo>
                    <a:pt x="1455" y="404"/>
                    <a:pt x="1589" y="337"/>
                    <a:pt x="1727" y="275"/>
                  </a:cubicBezTo>
                  <a:cubicBezTo>
                    <a:pt x="1857" y="225"/>
                    <a:pt x="1952" y="105"/>
                    <a:pt x="2073" y="30"/>
                  </a:cubicBezTo>
                  <a:close/>
                </a:path>
              </a:pathLst>
            </a:custGeom>
            <a:solidFill>
              <a:schemeClr val="accent3"/>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5" name="Google Shape;845;p29"/>
            <p:cNvSpPr/>
            <p:nvPr/>
          </p:nvSpPr>
          <p:spPr>
            <a:xfrm>
              <a:off x="4213397" y="2924184"/>
              <a:ext cx="311804" cy="579859"/>
            </a:xfrm>
            <a:custGeom>
              <a:rect b="b" l="l" r="r" t="t"/>
              <a:pathLst>
                <a:path extrusionOk="0" h="18675" w="10042">
                  <a:moveTo>
                    <a:pt x="2911" y="0"/>
                  </a:moveTo>
                  <a:cubicBezTo>
                    <a:pt x="2760" y="0"/>
                    <a:pt x="2517" y="49"/>
                    <a:pt x="2152" y="163"/>
                  </a:cubicBezTo>
                  <a:cubicBezTo>
                    <a:pt x="2003" y="220"/>
                    <a:pt x="1900" y="392"/>
                    <a:pt x="1752" y="438"/>
                  </a:cubicBezTo>
                  <a:lnTo>
                    <a:pt x="1763" y="449"/>
                  </a:lnTo>
                  <a:cubicBezTo>
                    <a:pt x="2131" y="332"/>
                    <a:pt x="2375" y="281"/>
                    <a:pt x="2524" y="281"/>
                  </a:cubicBezTo>
                  <a:cubicBezTo>
                    <a:pt x="3278" y="281"/>
                    <a:pt x="1632" y="1574"/>
                    <a:pt x="1603" y="2118"/>
                  </a:cubicBezTo>
                  <a:cubicBezTo>
                    <a:pt x="1523" y="3410"/>
                    <a:pt x="4336" y="3799"/>
                    <a:pt x="5136" y="4325"/>
                  </a:cubicBezTo>
                  <a:cubicBezTo>
                    <a:pt x="6874" y="5457"/>
                    <a:pt x="6257" y="6932"/>
                    <a:pt x="4713" y="7755"/>
                  </a:cubicBezTo>
                  <a:cubicBezTo>
                    <a:pt x="4208" y="8015"/>
                    <a:pt x="3690" y="8248"/>
                    <a:pt x="3186" y="8511"/>
                  </a:cubicBezTo>
                  <a:lnTo>
                    <a:pt x="3186" y="8511"/>
                  </a:lnTo>
                  <a:cubicBezTo>
                    <a:pt x="3678" y="8284"/>
                    <a:pt x="4181" y="8097"/>
                    <a:pt x="4542" y="7904"/>
                  </a:cubicBezTo>
                  <a:cubicBezTo>
                    <a:pt x="6074" y="7080"/>
                    <a:pt x="7731" y="5491"/>
                    <a:pt x="5536" y="4039"/>
                  </a:cubicBezTo>
                  <a:cubicBezTo>
                    <a:pt x="4713" y="3502"/>
                    <a:pt x="1923" y="3136"/>
                    <a:pt x="1992" y="1844"/>
                  </a:cubicBezTo>
                  <a:cubicBezTo>
                    <a:pt x="2021" y="1298"/>
                    <a:pt x="3683" y="0"/>
                    <a:pt x="2911" y="0"/>
                  </a:cubicBezTo>
                  <a:close/>
                  <a:moveTo>
                    <a:pt x="3186" y="8511"/>
                  </a:moveTo>
                  <a:cubicBezTo>
                    <a:pt x="2762" y="8708"/>
                    <a:pt x="2346" y="8934"/>
                    <a:pt x="2036" y="9221"/>
                  </a:cubicBezTo>
                  <a:lnTo>
                    <a:pt x="2036" y="9221"/>
                  </a:lnTo>
                  <a:cubicBezTo>
                    <a:pt x="2104" y="9167"/>
                    <a:pt x="2177" y="9112"/>
                    <a:pt x="2255" y="9058"/>
                  </a:cubicBezTo>
                  <a:cubicBezTo>
                    <a:pt x="2555" y="8855"/>
                    <a:pt x="2868" y="8677"/>
                    <a:pt x="3186" y="8511"/>
                  </a:cubicBezTo>
                  <a:close/>
                  <a:moveTo>
                    <a:pt x="2036" y="9221"/>
                  </a:moveTo>
                  <a:cubicBezTo>
                    <a:pt x="1" y="10847"/>
                    <a:pt x="2364" y="12614"/>
                    <a:pt x="4256" y="13300"/>
                  </a:cubicBezTo>
                  <a:cubicBezTo>
                    <a:pt x="5502" y="13758"/>
                    <a:pt x="7114" y="13906"/>
                    <a:pt x="8200" y="14730"/>
                  </a:cubicBezTo>
                  <a:cubicBezTo>
                    <a:pt x="9649" y="15813"/>
                    <a:pt x="8583" y="17500"/>
                    <a:pt x="7795" y="18665"/>
                  </a:cubicBezTo>
                  <a:lnTo>
                    <a:pt x="7795" y="18665"/>
                  </a:lnTo>
                  <a:cubicBezTo>
                    <a:pt x="7879" y="18547"/>
                    <a:pt x="8100" y="18523"/>
                    <a:pt x="8189" y="18400"/>
                  </a:cubicBezTo>
                  <a:cubicBezTo>
                    <a:pt x="8978" y="17233"/>
                    <a:pt x="10041" y="15541"/>
                    <a:pt x="8600" y="14455"/>
                  </a:cubicBezTo>
                  <a:cubicBezTo>
                    <a:pt x="7514" y="13632"/>
                    <a:pt x="5902" y="13483"/>
                    <a:pt x="4644" y="13026"/>
                  </a:cubicBezTo>
                  <a:cubicBezTo>
                    <a:pt x="3535" y="12626"/>
                    <a:pt x="1432" y="11688"/>
                    <a:pt x="1523" y="10202"/>
                  </a:cubicBezTo>
                  <a:cubicBezTo>
                    <a:pt x="1551" y="9807"/>
                    <a:pt x="1748" y="9488"/>
                    <a:pt x="2036" y="9221"/>
                  </a:cubicBezTo>
                  <a:close/>
                  <a:moveTo>
                    <a:pt x="7795" y="18665"/>
                  </a:moveTo>
                  <a:cubicBezTo>
                    <a:pt x="7792" y="18668"/>
                    <a:pt x="7791" y="18671"/>
                    <a:pt x="7789" y="18674"/>
                  </a:cubicBezTo>
                  <a:cubicBezTo>
                    <a:pt x="7791" y="18671"/>
                    <a:pt x="7793" y="18668"/>
                    <a:pt x="7795" y="18665"/>
                  </a:cubicBezTo>
                  <a:close/>
                </a:path>
              </a:pathLst>
            </a:custGeom>
            <a:solidFill>
              <a:schemeClr val="accent3"/>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6" name="Google Shape;846;p29"/>
            <p:cNvSpPr/>
            <p:nvPr/>
          </p:nvSpPr>
          <p:spPr>
            <a:xfrm>
              <a:off x="4219142" y="3438044"/>
              <a:ext cx="749112" cy="421783"/>
            </a:xfrm>
            <a:custGeom>
              <a:rect b="b" l="l" r="r" t="t"/>
              <a:pathLst>
                <a:path extrusionOk="0" h="13584" w="24126">
                  <a:moveTo>
                    <a:pt x="17376" y="0"/>
                  </a:moveTo>
                  <a:cubicBezTo>
                    <a:pt x="16236" y="0"/>
                    <a:pt x="15083" y="289"/>
                    <a:pt x="14075" y="841"/>
                  </a:cubicBezTo>
                  <a:cubicBezTo>
                    <a:pt x="11721" y="2122"/>
                    <a:pt x="8420" y="2257"/>
                    <a:pt x="7132" y="2257"/>
                  </a:cubicBezTo>
                  <a:cubicBezTo>
                    <a:pt x="6787" y="2257"/>
                    <a:pt x="6586" y="2247"/>
                    <a:pt x="6586" y="2247"/>
                  </a:cubicBezTo>
                  <a:cubicBezTo>
                    <a:pt x="6586" y="2247"/>
                    <a:pt x="5111" y="2156"/>
                    <a:pt x="2733" y="1813"/>
                  </a:cubicBezTo>
                  <a:cubicBezTo>
                    <a:pt x="2638" y="1799"/>
                    <a:pt x="2551" y="1792"/>
                    <a:pt x="2471" y="1792"/>
                  </a:cubicBezTo>
                  <a:cubicBezTo>
                    <a:pt x="1151" y="1792"/>
                    <a:pt x="1761" y="3550"/>
                    <a:pt x="1761" y="3550"/>
                  </a:cubicBezTo>
                  <a:cubicBezTo>
                    <a:pt x="1761" y="3550"/>
                    <a:pt x="0" y="3596"/>
                    <a:pt x="206" y="5140"/>
                  </a:cubicBezTo>
                  <a:cubicBezTo>
                    <a:pt x="412" y="6683"/>
                    <a:pt x="1910" y="7998"/>
                    <a:pt x="1910" y="7998"/>
                  </a:cubicBezTo>
                  <a:cubicBezTo>
                    <a:pt x="1910" y="7998"/>
                    <a:pt x="1109" y="8421"/>
                    <a:pt x="1498" y="9565"/>
                  </a:cubicBezTo>
                  <a:cubicBezTo>
                    <a:pt x="1882" y="10660"/>
                    <a:pt x="3651" y="13583"/>
                    <a:pt x="12071" y="13583"/>
                  </a:cubicBezTo>
                  <a:cubicBezTo>
                    <a:pt x="12436" y="13583"/>
                    <a:pt x="12815" y="13578"/>
                    <a:pt x="13206" y="13566"/>
                  </a:cubicBezTo>
                  <a:cubicBezTo>
                    <a:pt x="22845" y="13280"/>
                    <a:pt x="24125" y="7163"/>
                    <a:pt x="22719" y="3528"/>
                  </a:cubicBezTo>
                  <a:cubicBezTo>
                    <a:pt x="21795" y="1112"/>
                    <a:pt x="19612" y="0"/>
                    <a:pt x="17376" y="0"/>
                  </a:cubicBezTo>
                  <a:close/>
                </a:path>
              </a:pathLst>
            </a:custGeom>
            <a:solidFill>
              <a:srgbClr val="0E2231">
                <a:alpha val="253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7" name="Google Shape;847;p29"/>
            <p:cNvSpPr/>
            <p:nvPr/>
          </p:nvSpPr>
          <p:spPr>
            <a:xfrm>
              <a:off x="4219142" y="3361844"/>
              <a:ext cx="749112" cy="421783"/>
            </a:xfrm>
            <a:custGeom>
              <a:rect b="b" l="l" r="r" t="t"/>
              <a:pathLst>
                <a:path extrusionOk="0" h="13584" w="24126">
                  <a:moveTo>
                    <a:pt x="17376" y="0"/>
                  </a:moveTo>
                  <a:cubicBezTo>
                    <a:pt x="16236" y="0"/>
                    <a:pt x="15083" y="289"/>
                    <a:pt x="14075" y="841"/>
                  </a:cubicBezTo>
                  <a:cubicBezTo>
                    <a:pt x="11721" y="2122"/>
                    <a:pt x="8420" y="2257"/>
                    <a:pt x="7132" y="2257"/>
                  </a:cubicBezTo>
                  <a:cubicBezTo>
                    <a:pt x="6787" y="2257"/>
                    <a:pt x="6586" y="2247"/>
                    <a:pt x="6586" y="2247"/>
                  </a:cubicBezTo>
                  <a:cubicBezTo>
                    <a:pt x="6586" y="2247"/>
                    <a:pt x="5111" y="2156"/>
                    <a:pt x="2733" y="1813"/>
                  </a:cubicBezTo>
                  <a:cubicBezTo>
                    <a:pt x="2638" y="1799"/>
                    <a:pt x="2551" y="1792"/>
                    <a:pt x="2471" y="1792"/>
                  </a:cubicBezTo>
                  <a:cubicBezTo>
                    <a:pt x="1151" y="1792"/>
                    <a:pt x="1761" y="3550"/>
                    <a:pt x="1761" y="3550"/>
                  </a:cubicBezTo>
                  <a:cubicBezTo>
                    <a:pt x="1761" y="3550"/>
                    <a:pt x="0" y="3596"/>
                    <a:pt x="206" y="5140"/>
                  </a:cubicBezTo>
                  <a:cubicBezTo>
                    <a:pt x="412" y="6683"/>
                    <a:pt x="1910" y="7998"/>
                    <a:pt x="1910" y="7998"/>
                  </a:cubicBezTo>
                  <a:cubicBezTo>
                    <a:pt x="1910" y="7998"/>
                    <a:pt x="1109" y="8421"/>
                    <a:pt x="1498" y="9565"/>
                  </a:cubicBezTo>
                  <a:cubicBezTo>
                    <a:pt x="1882" y="10660"/>
                    <a:pt x="3651" y="13583"/>
                    <a:pt x="12071" y="13583"/>
                  </a:cubicBezTo>
                  <a:cubicBezTo>
                    <a:pt x="12436" y="13583"/>
                    <a:pt x="12815" y="13578"/>
                    <a:pt x="13206" y="13566"/>
                  </a:cubicBezTo>
                  <a:cubicBezTo>
                    <a:pt x="22845" y="13280"/>
                    <a:pt x="24125" y="7163"/>
                    <a:pt x="22719" y="3528"/>
                  </a:cubicBezTo>
                  <a:cubicBezTo>
                    <a:pt x="21795" y="1112"/>
                    <a:pt x="19612" y="0"/>
                    <a:pt x="1737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8" name="Google Shape;848;p29"/>
            <p:cNvSpPr/>
            <p:nvPr/>
          </p:nvSpPr>
          <p:spPr>
            <a:xfrm>
              <a:off x="4990396" y="2844574"/>
              <a:ext cx="291808" cy="251660"/>
            </a:xfrm>
            <a:custGeom>
              <a:rect b="b" l="l" r="r" t="t"/>
              <a:pathLst>
                <a:path extrusionOk="0" h="8105" w="9398">
                  <a:moveTo>
                    <a:pt x="8597" y="1"/>
                  </a:moveTo>
                  <a:cubicBezTo>
                    <a:pt x="8384" y="1"/>
                    <a:pt x="8114" y="95"/>
                    <a:pt x="7787" y="303"/>
                  </a:cubicBezTo>
                  <a:cubicBezTo>
                    <a:pt x="6949" y="837"/>
                    <a:pt x="5921" y="1280"/>
                    <a:pt x="4818" y="1280"/>
                  </a:cubicBezTo>
                  <a:cubicBezTo>
                    <a:pt x="3891" y="1280"/>
                    <a:pt x="2911" y="967"/>
                    <a:pt x="1944" y="132"/>
                  </a:cubicBezTo>
                  <a:cubicBezTo>
                    <a:pt x="1944" y="132"/>
                    <a:pt x="1936" y="131"/>
                    <a:pt x="1922" y="131"/>
                  </a:cubicBezTo>
                  <a:cubicBezTo>
                    <a:pt x="1757" y="131"/>
                    <a:pt x="751" y="180"/>
                    <a:pt x="698" y="1355"/>
                  </a:cubicBezTo>
                  <a:cubicBezTo>
                    <a:pt x="630" y="2647"/>
                    <a:pt x="1087" y="3070"/>
                    <a:pt x="641" y="4179"/>
                  </a:cubicBezTo>
                  <a:cubicBezTo>
                    <a:pt x="195" y="5288"/>
                    <a:pt x="241" y="5734"/>
                    <a:pt x="721" y="6031"/>
                  </a:cubicBezTo>
                  <a:cubicBezTo>
                    <a:pt x="721" y="6031"/>
                    <a:pt x="1" y="7426"/>
                    <a:pt x="1098" y="7746"/>
                  </a:cubicBezTo>
                  <a:cubicBezTo>
                    <a:pt x="1258" y="7793"/>
                    <a:pt x="1395" y="7812"/>
                    <a:pt x="1517" y="7812"/>
                  </a:cubicBezTo>
                  <a:cubicBezTo>
                    <a:pt x="2141" y="7812"/>
                    <a:pt x="2403" y="7312"/>
                    <a:pt x="3571" y="7312"/>
                  </a:cubicBezTo>
                  <a:cubicBezTo>
                    <a:pt x="3764" y="7312"/>
                    <a:pt x="3982" y="7326"/>
                    <a:pt x="4231" y="7358"/>
                  </a:cubicBezTo>
                  <a:cubicBezTo>
                    <a:pt x="5864" y="7567"/>
                    <a:pt x="7081" y="8105"/>
                    <a:pt x="7629" y="8105"/>
                  </a:cubicBezTo>
                  <a:cubicBezTo>
                    <a:pt x="7768" y="8105"/>
                    <a:pt x="7864" y="8070"/>
                    <a:pt x="7913" y="7987"/>
                  </a:cubicBezTo>
                  <a:cubicBezTo>
                    <a:pt x="8153" y="7575"/>
                    <a:pt x="7364" y="6146"/>
                    <a:pt x="6163" y="5517"/>
                  </a:cubicBezTo>
                  <a:cubicBezTo>
                    <a:pt x="7261" y="4911"/>
                    <a:pt x="8130" y="3962"/>
                    <a:pt x="8667" y="2819"/>
                  </a:cubicBezTo>
                  <a:cubicBezTo>
                    <a:pt x="9397" y="1296"/>
                    <a:pt x="9389" y="1"/>
                    <a:pt x="8597" y="1"/>
                  </a:cubicBezTo>
                  <a:close/>
                </a:path>
              </a:pathLst>
            </a:custGeom>
            <a:solidFill>
              <a:srgbClr val="0E2231">
                <a:alpha val="253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9" name="Google Shape;849;p29"/>
            <p:cNvSpPr/>
            <p:nvPr/>
          </p:nvSpPr>
          <p:spPr>
            <a:xfrm>
              <a:off x="4993413" y="2844574"/>
              <a:ext cx="285753" cy="194125"/>
            </a:xfrm>
            <a:custGeom>
              <a:rect b="b" l="l" r="r" t="t"/>
              <a:pathLst>
                <a:path extrusionOk="0" h="6252" w="9203">
                  <a:moveTo>
                    <a:pt x="8402" y="1"/>
                  </a:moveTo>
                  <a:cubicBezTo>
                    <a:pt x="8189" y="1"/>
                    <a:pt x="7919" y="95"/>
                    <a:pt x="7592" y="303"/>
                  </a:cubicBezTo>
                  <a:cubicBezTo>
                    <a:pt x="6752" y="832"/>
                    <a:pt x="5725" y="1277"/>
                    <a:pt x="4623" y="1277"/>
                  </a:cubicBezTo>
                  <a:cubicBezTo>
                    <a:pt x="3700" y="1277"/>
                    <a:pt x="2725" y="965"/>
                    <a:pt x="1761" y="132"/>
                  </a:cubicBezTo>
                  <a:cubicBezTo>
                    <a:pt x="1761" y="132"/>
                    <a:pt x="1750" y="131"/>
                    <a:pt x="1730" y="131"/>
                  </a:cubicBezTo>
                  <a:cubicBezTo>
                    <a:pt x="1541" y="131"/>
                    <a:pt x="555" y="187"/>
                    <a:pt x="503" y="1355"/>
                  </a:cubicBezTo>
                  <a:cubicBezTo>
                    <a:pt x="446" y="2647"/>
                    <a:pt x="892" y="3070"/>
                    <a:pt x="446" y="4179"/>
                  </a:cubicBezTo>
                  <a:cubicBezTo>
                    <a:pt x="0" y="5288"/>
                    <a:pt x="46" y="5734"/>
                    <a:pt x="515" y="6031"/>
                  </a:cubicBezTo>
                  <a:cubicBezTo>
                    <a:pt x="515" y="6031"/>
                    <a:pt x="515" y="6043"/>
                    <a:pt x="515" y="6043"/>
                  </a:cubicBezTo>
                  <a:cubicBezTo>
                    <a:pt x="789" y="6153"/>
                    <a:pt x="1229" y="6251"/>
                    <a:pt x="1950" y="6251"/>
                  </a:cubicBezTo>
                  <a:cubicBezTo>
                    <a:pt x="2281" y="6251"/>
                    <a:pt x="2672" y="6231"/>
                    <a:pt x="3133" y="6180"/>
                  </a:cubicBezTo>
                  <a:cubicBezTo>
                    <a:pt x="4596" y="6031"/>
                    <a:pt x="5523" y="5723"/>
                    <a:pt x="6049" y="5471"/>
                  </a:cubicBezTo>
                  <a:cubicBezTo>
                    <a:pt x="7112" y="4854"/>
                    <a:pt x="7946" y="3928"/>
                    <a:pt x="8472" y="2819"/>
                  </a:cubicBezTo>
                  <a:cubicBezTo>
                    <a:pt x="9202" y="1296"/>
                    <a:pt x="9194" y="1"/>
                    <a:pt x="840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0" name="Google Shape;850;p29"/>
            <p:cNvSpPr/>
            <p:nvPr/>
          </p:nvSpPr>
          <p:spPr>
            <a:xfrm>
              <a:off x="3674664" y="2603633"/>
              <a:ext cx="678722" cy="510679"/>
            </a:xfrm>
            <a:custGeom>
              <a:rect b="b" l="l" r="r" t="t"/>
              <a:pathLst>
                <a:path extrusionOk="0" h="16447" w="21859">
                  <a:moveTo>
                    <a:pt x="10918" y="1"/>
                  </a:moveTo>
                  <a:cubicBezTo>
                    <a:pt x="7674" y="1"/>
                    <a:pt x="5211" y="2838"/>
                    <a:pt x="5211" y="2838"/>
                  </a:cubicBezTo>
                  <a:cubicBezTo>
                    <a:pt x="0" y="9105"/>
                    <a:pt x="6506" y="16150"/>
                    <a:pt x="13456" y="16150"/>
                  </a:cubicBezTo>
                  <a:cubicBezTo>
                    <a:pt x="14406" y="16150"/>
                    <a:pt x="15364" y="16018"/>
                    <a:pt x="16301" y="15735"/>
                  </a:cubicBezTo>
                  <a:lnTo>
                    <a:pt x="16301" y="15735"/>
                  </a:lnTo>
                  <a:cubicBezTo>
                    <a:pt x="16301" y="15735"/>
                    <a:pt x="16086" y="16446"/>
                    <a:pt x="16460" y="16446"/>
                  </a:cubicBezTo>
                  <a:cubicBezTo>
                    <a:pt x="16472" y="16446"/>
                    <a:pt x="16483" y="16445"/>
                    <a:pt x="16496" y="16444"/>
                  </a:cubicBezTo>
                  <a:cubicBezTo>
                    <a:pt x="16907" y="16398"/>
                    <a:pt x="16553" y="15735"/>
                    <a:pt x="16553" y="15735"/>
                  </a:cubicBezTo>
                  <a:lnTo>
                    <a:pt x="16553" y="15735"/>
                  </a:lnTo>
                  <a:cubicBezTo>
                    <a:pt x="16553" y="15735"/>
                    <a:pt x="16792" y="16105"/>
                    <a:pt x="17023" y="16105"/>
                  </a:cubicBezTo>
                  <a:cubicBezTo>
                    <a:pt x="17073" y="16105"/>
                    <a:pt x="17123" y="16087"/>
                    <a:pt x="17170" y="16044"/>
                  </a:cubicBezTo>
                  <a:cubicBezTo>
                    <a:pt x="17422" y="15804"/>
                    <a:pt x="16679" y="15564"/>
                    <a:pt x="16679" y="15564"/>
                  </a:cubicBezTo>
                  <a:cubicBezTo>
                    <a:pt x="16679" y="15564"/>
                    <a:pt x="21858" y="10682"/>
                    <a:pt x="16839" y="3707"/>
                  </a:cubicBezTo>
                  <a:cubicBezTo>
                    <a:pt x="14817" y="899"/>
                    <a:pt x="12744" y="1"/>
                    <a:pt x="10918"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1" name="Google Shape;851;p29"/>
            <p:cNvSpPr/>
            <p:nvPr/>
          </p:nvSpPr>
          <p:spPr>
            <a:xfrm>
              <a:off x="3823576" y="2762418"/>
              <a:ext cx="31795" cy="22667"/>
            </a:xfrm>
            <a:custGeom>
              <a:rect b="b" l="l" r="r" t="t"/>
              <a:pathLst>
                <a:path extrusionOk="0" h="730" w="1024">
                  <a:moveTo>
                    <a:pt x="516" y="1"/>
                  </a:moveTo>
                  <a:cubicBezTo>
                    <a:pt x="477" y="1"/>
                    <a:pt x="436" y="8"/>
                    <a:pt x="392" y="22"/>
                  </a:cubicBezTo>
                  <a:cubicBezTo>
                    <a:pt x="0" y="167"/>
                    <a:pt x="157" y="729"/>
                    <a:pt x="510" y="729"/>
                  </a:cubicBezTo>
                  <a:cubicBezTo>
                    <a:pt x="549" y="729"/>
                    <a:pt x="589" y="723"/>
                    <a:pt x="632" y="708"/>
                  </a:cubicBezTo>
                  <a:cubicBezTo>
                    <a:pt x="1024" y="564"/>
                    <a:pt x="876" y="1"/>
                    <a:pt x="516"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2" name="Google Shape;852;p29"/>
            <p:cNvSpPr/>
            <p:nvPr/>
          </p:nvSpPr>
          <p:spPr>
            <a:xfrm>
              <a:off x="3825066" y="2823181"/>
              <a:ext cx="125069" cy="183506"/>
            </a:xfrm>
            <a:custGeom>
              <a:rect b="b" l="l" r="r" t="t"/>
              <a:pathLst>
                <a:path extrusionOk="0" h="5910" w="4028">
                  <a:moveTo>
                    <a:pt x="395" y="0"/>
                  </a:moveTo>
                  <a:cubicBezTo>
                    <a:pt x="267" y="0"/>
                    <a:pt x="92" y="114"/>
                    <a:pt x="92" y="238"/>
                  </a:cubicBezTo>
                  <a:cubicBezTo>
                    <a:pt x="1" y="2639"/>
                    <a:pt x="1350" y="4868"/>
                    <a:pt x="3522" y="5897"/>
                  </a:cubicBezTo>
                  <a:cubicBezTo>
                    <a:pt x="3541" y="5906"/>
                    <a:pt x="3562" y="5910"/>
                    <a:pt x="3584" y="5910"/>
                  </a:cubicBezTo>
                  <a:cubicBezTo>
                    <a:pt x="3765" y="5910"/>
                    <a:pt x="4027" y="5647"/>
                    <a:pt x="3854" y="5566"/>
                  </a:cubicBezTo>
                  <a:cubicBezTo>
                    <a:pt x="1762" y="4582"/>
                    <a:pt x="447" y="2444"/>
                    <a:pt x="527" y="135"/>
                  </a:cubicBezTo>
                  <a:cubicBezTo>
                    <a:pt x="527" y="38"/>
                    <a:pt x="469" y="0"/>
                    <a:pt x="395"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3" name="Google Shape;853;p29"/>
            <p:cNvSpPr/>
            <p:nvPr/>
          </p:nvSpPr>
          <p:spPr>
            <a:xfrm>
              <a:off x="4198339" y="2506325"/>
              <a:ext cx="558310" cy="555391"/>
            </a:xfrm>
            <a:custGeom>
              <a:rect b="b" l="l" r="r" t="t"/>
              <a:pathLst>
                <a:path extrusionOk="0" h="17887" w="17981">
                  <a:moveTo>
                    <a:pt x="7454" y="1"/>
                  </a:moveTo>
                  <a:cubicBezTo>
                    <a:pt x="4924" y="1"/>
                    <a:pt x="1" y="910"/>
                    <a:pt x="384" y="8053"/>
                  </a:cubicBezTo>
                  <a:cubicBezTo>
                    <a:pt x="842" y="16640"/>
                    <a:pt x="7931" y="17200"/>
                    <a:pt x="7931" y="17200"/>
                  </a:cubicBezTo>
                  <a:cubicBezTo>
                    <a:pt x="7931" y="17200"/>
                    <a:pt x="7508" y="17852"/>
                    <a:pt x="7851" y="17886"/>
                  </a:cubicBezTo>
                  <a:cubicBezTo>
                    <a:pt x="7857" y="17886"/>
                    <a:pt x="7862" y="17886"/>
                    <a:pt x="7868" y="17886"/>
                  </a:cubicBezTo>
                  <a:cubicBezTo>
                    <a:pt x="8192" y="17886"/>
                    <a:pt x="8136" y="17257"/>
                    <a:pt x="8136" y="17257"/>
                  </a:cubicBezTo>
                  <a:lnTo>
                    <a:pt x="8136" y="17257"/>
                  </a:lnTo>
                  <a:cubicBezTo>
                    <a:pt x="8136" y="17257"/>
                    <a:pt x="8240" y="17815"/>
                    <a:pt x="8498" y="17815"/>
                  </a:cubicBezTo>
                  <a:cubicBezTo>
                    <a:pt x="8537" y="17815"/>
                    <a:pt x="8581" y="17802"/>
                    <a:pt x="8628" y="17772"/>
                  </a:cubicBezTo>
                  <a:cubicBezTo>
                    <a:pt x="8983" y="17543"/>
                    <a:pt x="8331" y="17097"/>
                    <a:pt x="8331" y="17097"/>
                  </a:cubicBezTo>
                  <a:cubicBezTo>
                    <a:pt x="15888" y="14056"/>
                    <a:pt x="17981" y="1947"/>
                    <a:pt x="8903" y="107"/>
                  </a:cubicBezTo>
                  <a:cubicBezTo>
                    <a:pt x="8903" y="107"/>
                    <a:pt x="8318" y="1"/>
                    <a:pt x="7454"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4" name="Google Shape;854;p29"/>
            <p:cNvSpPr/>
            <p:nvPr/>
          </p:nvSpPr>
          <p:spPr>
            <a:xfrm>
              <a:off x="4479985" y="2740404"/>
              <a:ext cx="117276" cy="211047"/>
            </a:xfrm>
            <a:custGeom>
              <a:rect b="b" l="l" r="r" t="t"/>
              <a:pathLst>
                <a:path extrusionOk="0" h="6797" w="3777">
                  <a:moveTo>
                    <a:pt x="3208" y="0"/>
                  </a:moveTo>
                  <a:cubicBezTo>
                    <a:pt x="3074" y="0"/>
                    <a:pt x="2872" y="149"/>
                    <a:pt x="2896" y="285"/>
                  </a:cubicBezTo>
                  <a:lnTo>
                    <a:pt x="2884" y="297"/>
                  </a:lnTo>
                  <a:cubicBezTo>
                    <a:pt x="3284" y="2709"/>
                    <a:pt x="2233" y="5133"/>
                    <a:pt x="186" y="6494"/>
                  </a:cubicBezTo>
                  <a:cubicBezTo>
                    <a:pt x="0" y="6618"/>
                    <a:pt x="61" y="6797"/>
                    <a:pt x="215" y="6797"/>
                  </a:cubicBezTo>
                  <a:cubicBezTo>
                    <a:pt x="260" y="6797"/>
                    <a:pt x="312" y="6781"/>
                    <a:pt x="369" y="6745"/>
                  </a:cubicBezTo>
                  <a:cubicBezTo>
                    <a:pt x="2530" y="5282"/>
                    <a:pt x="3776" y="2698"/>
                    <a:pt x="3319" y="91"/>
                  </a:cubicBezTo>
                  <a:cubicBezTo>
                    <a:pt x="3309" y="27"/>
                    <a:pt x="3264" y="0"/>
                    <a:pt x="3208"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5" name="Google Shape;855;p29"/>
            <p:cNvSpPr/>
            <p:nvPr/>
          </p:nvSpPr>
          <p:spPr>
            <a:xfrm>
              <a:off x="3885798" y="2399050"/>
              <a:ext cx="622366" cy="554242"/>
            </a:xfrm>
            <a:custGeom>
              <a:rect b="b" l="l" r="r" t="t"/>
              <a:pathLst>
                <a:path extrusionOk="0" h="17850" w="20044">
                  <a:moveTo>
                    <a:pt x="11975" y="0"/>
                  </a:moveTo>
                  <a:cubicBezTo>
                    <a:pt x="10034" y="0"/>
                    <a:pt x="8438" y="692"/>
                    <a:pt x="8438" y="692"/>
                  </a:cubicBezTo>
                  <a:cubicBezTo>
                    <a:pt x="0" y="4545"/>
                    <a:pt x="4791" y="15853"/>
                    <a:pt x="12852" y="17110"/>
                  </a:cubicBezTo>
                  <a:cubicBezTo>
                    <a:pt x="12852" y="17110"/>
                    <a:pt x="12314" y="17694"/>
                    <a:pt x="12703" y="17831"/>
                  </a:cubicBezTo>
                  <a:cubicBezTo>
                    <a:pt x="12738" y="17844"/>
                    <a:pt x="12770" y="17850"/>
                    <a:pt x="12799" y="17850"/>
                  </a:cubicBezTo>
                  <a:cubicBezTo>
                    <a:pt x="13097" y="17850"/>
                    <a:pt x="13069" y="17214"/>
                    <a:pt x="13069" y="17213"/>
                  </a:cubicBezTo>
                  <a:lnTo>
                    <a:pt x="13069" y="17213"/>
                  </a:lnTo>
                  <a:cubicBezTo>
                    <a:pt x="13069" y="17214"/>
                    <a:pt x="13147" y="17773"/>
                    <a:pt x="13423" y="17773"/>
                  </a:cubicBezTo>
                  <a:cubicBezTo>
                    <a:pt x="13445" y="17773"/>
                    <a:pt x="13468" y="17770"/>
                    <a:pt x="13492" y="17762"/>
                  </a:cubicBezTo>
                  <a:cubicBezTo>
                    <a:pt x="13823" y="17659"/>
                    <a:pt x="13263" y="17122"/>
                    <a:pt x="13263" y="17122"/>
                  </a:cubicBezTo>
                  <a:cubicBezTo>
                    <a:pt x="13263" y="17122"/>
                    <a:pt x="20043" y="14972"/>
                    <a:pt x="18534" y="6500"/>
                  </a:cubicBezTo>
                  <a:cubicBezTo>
                    <a:pt x="17585" y="1162"/>
                    <a:pt x="14490" y="0"/>
                    <a:pt x="11975"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6" name="Google Shape;856;p29"/>
            <p:cNvSpPr/>
            <p:nvPr/>
          </p:nvSpPr>
          <p:spPr>
            <a:xfrm>
              <a:off x="4045546" y="2538181"/>
              <a:ext cx="70173" cy="211326"/>
            </a:xfrm>
            <a:custGeom>
              <a:rect b="b" l="l" r="r" t="t"/>
              <a:pathLst>
                <a:path extrusionOk="0" h="6806" w="2260">
                  <a:moveTo>
                    <a:pt x="1434" y="0"/>
                  </a:moveTo>
                  <a:cubicBezTo>
                    <a:pt x="1324" y="0"/>
                    <a:pt x="1165" y="71"/>
                    <a:pt x="1121" y="167"/>
                  </a:cubicBezTo>
                  <a:cubicBezTo>
                    <a:pt x="0" y="2293"/>
                    <a:pt x="252" y="4889"/>
                    <a:pt x="1761" y="6753"/>
                  </a:cubicBezTo>
                  <a:cubicBezTo>
                    <a:pt x="1791" y="6790"/>
                    <a:pt x="1833" y="6806"/>
                    <a:pt x="1878" y="6806"/>
                  </a:cubicBezTo>
                  <a:cubicBezTo>
                    <a:pt x="2043" y="6806"/>
                    <a:pt x="2260" y="6603"/>
                    <a:pt x="2161" y="6478"/>
                  </a:cubicBezTo>
                  <a:cubicBezTo>
                    <a:pt x="698" y="4695"/>
                    <a:pt x="446" y="2202"/>
                    <a:pt x="1521" y="155"/>
                  </a:cubicBezTo>
                  <a:cubicBezTo>
                    <a:pt x="1576" y="44"/>
                    <a:pt x="1521" y="0"/>
                    <a:pt x="1434"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860" name="Shape 860"/>
        <p:cNvGrpSpPr/>
        <p:nvPr/>
      </p:nvGrpSpPr>
      <p:grpSpPr>
        <a:xfrm>
          <a:off x="0" y="0"/>
          <a:ext cx="0" cy="0"/>
          <a:chOff x="0" y="0"/>
          <a:chExt cx="0" cy="0"/>
        </a:xfrm>
      </p:grpSpPr>
      <p:sp>
        <p:nvSpPr>
          <p:cNvPr id="861" name="Google Shape;861;p31"/>
          <p:cNvSpPr txBox="1"/>
          <p:nvPr>
            <p:ph type="ctrTitle"/>
          </p:nvPr>
        </p:nvSpPr>
        <p:spPr>
          <a:xfrm>
            <a:off x="1619400" y="2640188"/>
            <a:ext cx="5905200" cy="12018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Clr>
                <a:srgbClr val="191919"/>
              </a:buClr>
              <a:buSzPts val="5200"/>
              <a:buNone/>
              <a:defRPr b="1" sz="7200">
                <a:latin typeface="Barlow"/>
                <a:ea typeface="Barlow"/>
                <a:cs typeface="Barlow"/>
                <a:sym typeface="Barlow"/>
              </a:defRPr>
            </a:lvl1pPr>
            <a:lvl2pPr lvl="1" algn="ctr">
              <a:lnSpc>
                <a:spcPct val="100000"/>
              </a:lnSpc>
              <a:spcBef>
                <a:spcPts val="0"/>
              </a:spcBef>
              <a:spcAft>
                <a:spcPts val="0"/>
              </a:spcAft>
              <a:buClr>
                <a:srgbClr val="191919"/>
              </a:buClr>
              <a:buSzPts val="5200"/>
              <a:buNone/>
              <a:defRPr sz="5200">
                <a:solidFill>
                  <a:srgbClr val="191919"/>
                </a:solidFill>
              </a:defRPr>
            </a:lvl2pPr>
            <a:lvl3pPr lvl="2" algn="ctr">
              <a:lnSpc>
                <a:spcPct val="100000"/>
              </a:lnSpc>
              <a:spcBef>
                <a:spcPts val="0"/>
              </a:spcBef>
              <a:spcAft>
                <a:spcPts val="0"/>
              </a:spcAft>
              <a:buClr>
                <a:srgbClr val="191919"/>
              </a:buClr>
              <a:buSzPts val="5200"/>
              <a:buNone/>
              <a:defRPr sz="5200">
                <a:solidFill>
                  <a:srgbClr val="191919"/>
                </a:solidFill>
              </a:defRPr>
            </a:lvl3pPr>
            <a:lvl4pPr lvl="3" algn="ctr">
              <a:lnSpc>
                <a:spcPct val="100000"/>
              </a:lnSpc>
              <a:spcBef>
                <a:spcPts val="0"/>
              </a:spcBef>
              <a:spcAft>
                <a:spcPts val="0"/>
              </a:spcAft>
              <a:buClr>
                <a:srgbClr val="191919"/>
              </a:buClr>
              <a:buSzPts val="5200"/>
              <a:buNone/>
              <a:defRPr sz="5200">
                <a:solidFill>
                  <a:srgbClr val="191919"/>
                </a:solidFill>
              </a:defRPr>
            </a:lvl4pPr>
            <a:lvl5pPr lvl="4" algn="ctr">
              <a:lnSpc>
                <a:spcPct val="100000"/>
              </a:lnSpc>
              <a:spcBef>
                <a:spcPts val="0"/>
              </a:spcBef>
              <a:spcAft>
                <a:spcPts val="0"/>
              </a:spcAft>
              <a:buClr>
                <a:srgbClr val="191919"/>
              </a:buClr>
              <a:buSzPts val="5200"/>
              <a:buNone/>
              <a:defRPr sz="5200">
                <a:solidFill>
                  <a:srgbClr val="191919"/>
                </a:solidFill>
              </a:defRPr>
            </a:lvl5pPr>
            <a:lvl6pPr lvl="5" algn="ctr">
              <a:lnSpc>
                <a:spcPct val="100000"/>
              </a:lnSpc>
              <a:spcBef>
                <a:spcPts val="0"/>
              </a:spcBef>
              <a:spcAft>
                <a:spcPts val="0"/>
              </a:spcAft>
              <a:buClr>
                <a:srgbClr val="191919"/>
              </a:buClr>
              <a:buSzPts val="5200"/>
              <a:buNone/>
              <a:defRPr sz="5200">
                <a:solidFill>
                  <a:srgbClr val="191919"/>
                </a:solidFill>
              </a:defRPr>
            </a:lvl6pPr>
            <a:lvl7pPr lvl="6" algn="ctr">
              <a:lnSpc>
                <a:spcPct val="100000"/>
              </a:lnSpc>
              <a:spcBef>
                <a:spcPts val="0"/>
              </a:spcBef>
              <a:spcAft>
                <a:spcPts val="0"/>
              </a:spcAft>
              <a:buClr>
                <a:srgbClr val="191919"/>
              </a:buClr>
              <a:buSzPts val="5200"/>
              <a:buNone/>
              <a:defRPr sz="5200">
                <a:solidFill>
                  <a:srgbClr val="191919"/>
                </a:solidFill>
              </a:defRPr>
            </a:lvl7pPr>
            <a:lvl8pPr lvl="7" algn="ctr">
              <a:lnSpc>
                <a:spcPct val="100000"/>
              </a:lnSpc>
              <a:spcBef>
                <a:spcPts val="0"/>
              </a:spcBef>
              <a:spcAft>
                <a:spcPts val="0"/>
              </a:spcAft>
              <a:buClr>
                <a:srgbClr val="191919"/>
              </a:buClr>
              <a:buSzPts val="5200"/>
              <a:buNone/>
              <a:defRPr sz="5200">
                <a:solidFill>
                  <a:srgbClr val="191919"/>
                </a:solidFill>
              </a:defRPr>
            </a:lvl8pPr>
            <a:lvl9pPr lvl="8" algn="ctr">
              <a:lnSpc>
                <a:spcPct val="100000"/>
              </a:lnSpc>
              <a:spcBef>
                <a:spcPts val="0"/>
              </a:spcBef>
              <a:spcAft>
                <a:spcPts val="0"/>
              </a:spcAft>
              <a:buClr>
                <a:srgbClr val="191919"/>
              </a:buClr>
              <a:buSzPts val="5200"/>
              <a:buNone/>
              <a:defRPr sz="5200">
                <a:solidFill>
                  <a:srgbClr val="191919"/>
                </a:solidFill>
              </a:defRPr>
            </a:lvl9pPr>
          </a:lstStyle>
          <a:p/>
        </p:txBody>
      </p:sp>
      <p:sp>
        <p:nvSpPr>
          <p:cNvPr id="862" name="Google Shape;862;p31"/>
          <p:cNvSpPr txBox="1"/>
          <p:nvPr>
            <p:ph idx="1" type="subTitle"/>
          </p:nvPr>
        </p:nvSpPr>
        <p:spPr>
          <a:xfrm>
            <a:off x="1619400" y="3947450"/>
            <a:ext cx="5905200" cy="4230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600">
                <a:solidFill>
                  <a:schemeClr val="dk1"/>
                </a:solidFill>
                <a:latin typeface="Inter"/>
                <a:ea typeface="Inter"/>
                <a:cs typeface="Inter"/>
                <a:sym typeface="Inter"/>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grpSp>
        <p:nvGrpSpPr>
          <p:cNvPr id="863" name="Google Shape;863;p31"/>
          <p:cNvGrpSpPr/>
          <p:nvPr/>
        </p:nvGrpSpPr>
        <p:grpSpPr>
          <a:xfrm>
            <a:off x="147950" y="139650"/>
            <a:ext cx="8848100" cy="4864225"/>
            <a:chOff x="147950" y="139650"/>
            <a:chExt cx="8848100" cy="4864225"/>
          </a:xfrm>
        </p:grpSpPr>
        <p:grpSp>
          <p:nvGrpSpPr>
            <p:cNvPr id="864" name="Google Shape;864;p31"/>
            <p:cNvGrpSpPr/>
            <p:nvPr/>
          </p:nvGrpSpPr>
          <p:grpSpPr>
            <a:xfrm flipH="1" rot="10800000">
              <a:off x="147950" y="4850275"/>
              <a:ext cx="950900" cy="153600"/>
              <a:chOff x="147950" y="139650"/>
              <a:chExt cx="950900" cy="153600"/>
            </a:xfrm>
          </p:grpSpPr>
          <p:sp>
            <p:nvSpPr>
              <p:cNvPr id="865" name="Google Shape;865;p31"/>
              <p:cNvSpPr/>
              <p:nvPr/>
            </p:nvSpPr>
            <p:spPr>
              <a:xfrm>
                <a:off x="147950" y="139650"/>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866" name="Google Shape;866;p31"/>
              <p:cNvSpPr/>
              <p:nvPr/>
            </p:nvSpPr>
            <p:spPr>
              <a:xfrm>
                <a:off x="347275" y="139650"/>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867" name="Google Shape;867;p31"/>
              <p:cNvSpPr/>
              <p:nvPr/>
            </p:nvSpPr>
            <p:spPr>
              <a:xfrm>
                <a:off x="546600" y="139650"/>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868" name="Google Shape;868;p31"/>
              <p:cNvSpPr/>
              <p:nvPr/>
            </p:nvSpPr>
            <p:spPr>
              <a:xfrm>
                <a:off x="745925" y="139650"/>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869" name="Google Shape;869;p31"/>
              <p:cNvSpPr/>
              <p:nvPr/>
            </p:nvSpPr>
            <p:spPr>
              <a:xfrm>
                <a:off x="945250" y="139650"/>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grpSp>
        <p:grpSp>
          <p:nvGrpSpPr>
            <p:cNvPr id="870" name="Google Shape;870;p31"/>
            <p:cNvGrpSpPr/>
            <p:nvPr/>
          </p:nvGrpSpPr>
          <p:grpSpPr>
            <a:xfrm flipH="1" rot="10800000">
              <a:off x="8045150" y="139650"/>
              <a:ext cx="950900" cy="153600"/>
              <a:chOff x="8045150" y="4850275"/>
              <a:chExt cx="950900" cy="153600"/>
            </a:xfrm>
          </p:grpSpPr>
          <p:sp>
            <p:nvSpPr>
              <p:cNvPr id="871" name="Google Shape;871;p31"/>
              <p:cNvSpPr/>
              <p:nvPr/>
            </p:nvSpPr>
            <p:spPr>
              <a:xfrm>
                <a:off x="8045150" y="4850275"/>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872" name="Google Shape;872;p31"/>
              <p:cNvSpPr/>
              <p:nvPr/>
            </p:nvSpPr>
            <p:spPr>
              <a:xfrm>
                <a:off x="8244475" y="4850275"/>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873" name="Google Shape;873;p31"/>
              <p:cNvSpPr/>
              <p:nvPr/>
            </p:nvSpPr>
            <p:spPr>
              <a:xfrm>
                <a:off x="8443800" y="4850275"/>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874" name="Google Shape;874;p31"/>
              <p:cNvSpPr/>
              <p:nvPr/>
            </p:nvSpPr>
            <p:spPr>
              <a:xfrm>
                <a:off x="8643125" y="4850275"/>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875" name="Google Shape;875;p31"/>
              <p:cNvSpPr/>
              <p:nvPr/>
            </p:nvSpPr>
            <p:spPr>
              <a:xfrm>
                <a:off x="8842450" y="4850275"/>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grpSp>
        <p:grpSp>
          <p:nvGrpSpPr>
            <p:cNvPr id="876" name="Google Shape;876;p31"/>
            <p:cNvGrpSpPr/>
            <p:nvPr/>
          </p:nvGrpSpPr>
          <p:grpSpPr>
            <a:xfrm flipH="1" rot="10800000">
              <a:off x="147950" y="139650"/>
              <a:ext cx="153600" cy="950900"/>
              <a:chOff x="147950" y="3855800"/>
              <a:chExt cx="153600" cy="950900"/>
            </a:xfrm>
          </p:grpSpPr>
          <p:sp>
            <p:nvSpPr>
              <p:cNvPr id="877" name="Google Shape;877;p31"/>
              <p:cNvSpPr/>
              <p:nvPr/>
            </p:nvSpPr>
            <p:spPr>
              <a:xfrm rot="-5400000">
                <a:off x="147950" y="4653100"/>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878" name="Google Shape;878;p31"/>
              <p:cNvSpPr/>
              <p:nvPr/>
            </p:nvSpPr>
            <p:spPr>
              <a:xfrm rot="-5400000">
                <a:off x="147950" y="4453775"/>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879" name="Google Shape;879;p31"/>
              <p:cNvSpPr/>
              <p:nvPr/>
            </p:nvSpPr>
            <p:spPr>
              <a:xfrm rot="-5400000">
                <a:off x="147950" y="4254450"/>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880" name="Google Shape;880;p31"/>
              <p:cNvSpPr/>
              <p:nvPr/>
            </p:nvSpPr>
            <p:spPr>
              <a:xfrm rot="-5400000">
                <a:off x="147950" y="4055125"/>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881" name="Google Shape;881;p31"/>
              <p:cNvSpPr/>
              <p:nvPr/>
            </p:nvSpPr>
            <p:spPr>
              <a:xfrm rot="-5400000">
                <a:off x="147950" y="3855800"/>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grpSp>
        <p:grpSp>
          <p:nvGrpSpPr>
            <p:cNvPr id="882" name="Google Shape;882;p31"/>
            <p:cNvGrpSpPr/>
            <p:nvPr/>
          </p:nvGrpSpPr>
          <p:grpSpPr>
            <a:xfrm flipH="1" rot="5400000">
              <a:off x="8443800" y="4451625"/>
              <a:ext cx="950900" cy="153600"/>
              <a:chOff x="147950" y="139650"/>
              <a:chExt cx="950900" cy="153600"/>
            </a:xfrm>
          </p:grpSpPr>
          <p:sp>
            <p:nvSpPr>
              <p:cNvPr id="883" name="Google Shape;883;p31"/>
              <p:cNvSpPr/>
              <p:nvPr/>
            </p:nvSpPr>
            <p:spPr>
              <a:xfrm>
                <a:off x="147950" y="139650"/>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884" name="Google Shape;884;p31"/>
              <p:cNvSpPr/>
              <p:nvPr/>
            </p:nvSpPr>
            <p:spPr>
              <a:xfrm>
                <a:off x="347275" y="139650"/>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885" name="Google Shape;885;p31"/>
              <p:cNvSpPr/>
              <p:nvPr/>
            </p:nvSpPr>
            <p:spPr>
              <a:xfrm>
                <a:off x="546600" y="139650"/>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886" name="Google Shape;886;p31"/>
              <p:cNvSpPr/>
              <p:nvPr/>
            </p:nvSpPr>
            <p:spPr>
              <a:xfrm>
                <a:off x="745925" y="139650"/>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887" name="Google Shape;887;p31"/>
              <p:cNvSpPr/>
              <p:nvPr/>
            </p:nvSpPr>
            <p:spPr>
              <a:xfrm>
                <a:off x="945250" y="139650"/>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grpSp>
      </p:gr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BLANK_1_1_1_1_1_1">
    <p:spTree>
      <p:nvGrpSpPr>
        <p:cNvPr id="888" name="Shape 888"/>
        <p:cNvGrpSpPr/>
        <p:nvPr/>
      </p:nvGrpSpPr>
      <p:grpSpPr>
        <a:xfrm>
          <a:off x="0" y="0"/>
          <a:ext cx="0" cy="0"/>
          <a:chOff x="0" y="0"/>
          <a:chExt cx="0" cy="0"/>
        </a:xfrm>
      </p:grpSpPr>
      <p:sp>
        <p:nvSpPr>
          <p:cNvPr id="889" name="Google Shape;889;p32"/>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3500"/>
              <a:buNone/>
              <a:defRPr/>
            </a:lvl1pPr>
            <a:lvl2pPr lvl="1" algn="l">
              <a:lnSpc>
                <a:spcPct val="100000"/>
              </a:lnSpc>
              <a:spcBef>
                <a:spcPts val="0"/>
              </a:spcBef>
              <a:spcAft>
                <a:spcPts val="0"/>
              </a:spcAft>
              <a:buSzPts val="3500"/>
              <a:buNone/>
              <a:defRPr/>
            </a:lvl2pPr>
            <a:lvl3pPr lvl="2" algn="l">
              <a:lnSpc>
                <a:spcPct val="100000"/>
              </a:lnSpc>
              <a:spcBef>
                <a:spcPts val="0"/>
              </a:spcBef>
              <a:spcAft>
                <a:spcPts val="0"/>
              </a:spcAft>
              <a:buSzPts val="3500"/>
              <a:buNone/>
              <a:defRPr/>
            </a:lvl3pPr>
            <a:lvl4pPr lvl="3" algn="l">
              <a:lnSpc>
                <a:spcPct val="100000"/>
              </a:lnSpc>
              <a:spcBef>
                <a:spcPts val="0"/>
              </a:spcBef>
              <a:spcAft>
                <a:spcPts val="0"/>
              </a:spcAft>
              <a:buSzPts val="3500"/>
              <a:buNone/>
              <a:defRPr/>
            </a:lvl4pPr>
            <a:lvl5pPr lvl="4" algn="l">
              <a:lnSpc>
                <a:spcPct val="100000"/>
              </a:lnSpc>
              <a:spcBef>
                <a:spcPts val="0"/>
              </a:spcBef>
              <a:spcAft>
                <a:spcPts val="0"/>
              </a:spcAft>
              <a:buSzPts val="3500"/>
              <a:buNone/>
              <a:defRPr/>
            </a:lvl5pPr>
            <a:lvl6pPr lvl="5" algn="l">
              <a:lnSpc>
                <a:spcPct val="100000"/>
              </a:lnSpc>
              <a:spcBef>
                <a:spcPts val="0"/>
              </a:spcBef>
              <a:spcAft>
                <a:spcPts val="0"/>
              </a:spcAft>
              <a:buSzPts val="3500"/>
              <a:buNone/>
              <a:defRPr/>
            </a:lvl6pPr>
            <a:lvl7pPr lvl="6" algn="l">
              <a:lnSpc>
                <a:spcPct val="100000"/>
              </a:lnSpc>
              <a:spcBef>
                <a:spcPts val="0"/>
              </a:spcBef>
              <a:spcAft>
                <a:spcPts val="0"/>
              </a:spcAft>
              <a:buSzPts val="3500"/>
              <a:buNone/>
              <a:defRPr/>
            </a:lvl7pPr>
            <a:lvl8pPr lvl="7" algn="l">
              <a:lnSpc>
                <a:spcPct val="100000"/>
              </a:lnSpc>
              <a:spcBef>
                <a:spcPts val="0"/>
              </a:spcBef>
              <a:spcAft>
                <a:spcPts val="0"/>
              </a:spcAft>
              <a:buSzPts val="3500"/>
              <a:buNone/>
              <a:defRPr/>
            </a:lvl8pPr>
            <a:lvl9pPr lvl="8" algn="l">
              <a:lnSpc>
                <a:spcPct val="100000"/>
              </a:lnSpc>
              <a:spcBef>
                <a:spcPts val="0"/>
              </a:spcBef>
              <a:spcAft>
                <a:spcPts val="0"/>
              </a:spcAft>
              <a:buSzPts val="3500"/>
              <a:buNone/>
              <a:defRPr/>
            </a:lvl9pPr>
          </a:lstStyle>
          <a:p/>
        </p:txBody>
      </p:sp>
      <p:sp>
        <p:nvSpPr>
          <p:cNvPr id="890" name="Google Shape;890;p32"/>
          <p:cNvSpPr txBox="1"/>
          <p:nvPr>
            <p:ph idx="1" type="subTitle"/>
          </p:nvPr>
        </p:nvSpPr>
        <p:spPr>
          <a:xfrm>
            <a:off x="716611" y="2214947"/>
            <a:ext cx="2558400" cy="572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891" name="Google Shape;891;p32"/>
          <p:cNvSpPr txBox="1"/>
          <p:nvPr>
            <p:ph idx="2" type="subTitle"/>
          </p:nvPr>
        </p:nvSpPr>
        <p:spPr>
          <a:xfrm>
            <a:off x="716611" y="3907425"/>
            <a:ext cx="2558400" cy="5760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892" name="Google Shape;892;p32"/>
          <p:cNvSpPr txBox="1"/>
          <p:nvPr>
            <p:ph idx="3" type="subTitle"/>
          </p:nvPr>
        </p:nvSpPr>
        <p:spPr>
          <a:xfrm>
            <a:off x="5868989" y="2214947"/>
            <a:ext cx="2558400" cy="572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893" name="Google Shape;893;p32"/>
          <p:cNvSpPr txBox="1"/>
          <p:nvPr>
            <p:ph idx="4" type="subTitle"/>
          </p:nvPr>
        </p:nvSpPr>
        <p:spPr>
          <a:xfrm>
            <a:off x="5868989" y="3917577"/>
            <a:ext cx="2558400" cy="572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894" name="Google Shape;894;p32"/>
          <p:cNvSpPr txBox="1"/>
          <p:nvPr>
            <p:ph idx="5" type="title"/>
          </p:nvPr>
        </p:nvSpPr>
        <p:spPr>
          <a:xfrm>
            <a:off x="716611" y="1292000"/>
            <a:ext cx="2558400" cy="528600"/>
          </a:xfrm>
          <a:prstGeom prst="rect">
            <a:avLst/>
          </a:prstGeom>
          <a:solidFill>
            <a:schemeClr val="dk2"/>
          </a:solid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3000"/>
              <a:buNone/>
              <a:defRPr/>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895" name="Google Shape;895;p32"/>
          <p:cNvSpPr txBox="1"/>
          <p:nvPr>
            <p:ph idx="6" type="title"/>
          </p:nvPr>
        </p:nvSpPr>
        <p:spPr>
          <a:xfrm>
            <a:off x="716611" y="2994475"/>
            <a:ext cx="2558400" cy="528600"/>
          </a:xfrm>
          <a:prstGeom prst="rect">
            <a:avLst/>
          </a:prstGeom>
          <a:solidFill>
            <a:schemeClr val="lt2"/>
          </a:solid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3000"/>
              <a:buNone/>
              <a:defRPr/>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896" name="Google Shape;896;p32"/>
          <p:cNvSpPr txBox="1"/>
          <p:nvPr>
            <p:ph idx="7" type="title"/>
          </p:nvPr>
        </p:nvSpPr>
        <p:spPr>
          <a:xfrm>
            <a:off x="5868989" y="1292000"/>
            <a:ext cx="2558400" cy="528600"/>
          </a:xfrm>
          <a:prstGeom prst="rect">
            <a:avLst/>
          </a:prstGeom>
          <a:solidFill>
            <a:schemeClr val="accent3"/>
          </a:solid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3000"/>
              <a:buNone/>
              <a:defRPr/>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897" name="Google Shape;897;p32"/>
          <p:cNvSpPr txBox="1"/>
          <p:nvPr>
            <p:ph idx="8" type="title"/>
          </p:nvPr>
        </p:nvSpPr>
        <p:spPr>
          <a:xfrm>
            <a:off x="5868989" y="2994475"/>
            <a:ext cx="2558400" cy="528600"/>
          </a:xfrm>
          <a:prstGeom prst="rect">
            <a:avLst/>
          </a:prstGeom>
          <a:solidFill>
            <a:schemeClr val="accent5"/>
          </a:solid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3000"/>
              <a:buNone/>
              <a:defRPr/>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898" name="Google Shape;898;p32"/>
          <p:cNvSpPr txBox="1"/>
          <p:nvPr>
            <p:ph idx="9" type="subTitle"/>
          </p:nvPr>
        </p:nvSpPr>
        <p:spPr>
          <a:xfrm>
            <a:off x="716611" y="1896648"/>
            <a:ext cx="2558400" cy="3945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Bebas Neue"/>
              <a:buNone/>
              <a:defRPr b="1" sz="2000">
                <a:solidFill>
                  <a:schemeClr val="dk1"/>
                </a:solidFill>
                <a:latin typeface="Barlow"/>
                <a:ea typeface="Barlow"/>
                <a:cs typeface="Barlow"/>
                <a:sym typeface="Barlow"/>
              </a:defRPr>
            </a:lvl1pPr>
            <a:lvl2pPr lvl="1" algn="l">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l">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l">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l">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l">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l">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l">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l">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899" name="Google Shape;899;p32"/>
          <p:cNvSpPr txBox="1"/>
          <p:nvPr>
            <p:ph idx="13" type="subTitle"/>
          </p:nvPr>
        </p:nvSpPr>
        <p:spPr>
          <a:xfrm>
            <a:off x="5868989" y="1896648"/>
            <a:ext cx="2558400" cy="3945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Bebas Neue"/>
              <a:buNone/>
              <a:defRPr b="1" sz="2000">
                <a:solidFill>
                  <a:schemeClr val="dk1"/>
                </a:solidFill>
                <a:latin typeface="Barlow"/>
                <a:ea typeface="Barlow"/>
                <a:cs typeface="Barlow"/>
                <a:sym typeface="Barlow"/>
              </a:defRPr>
            </a:lvl1pPr>
            <a:lvl2pPr lvl="1" algn="l">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l">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l">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l">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l">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l">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l">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l">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900" name="Google Shape;900;p32"/>
          <p:cNvSpPr txBox="1"/>
          <p:nvPr>
            <p:ph idx="14" type="subTitle"/>
          </p:nvPr>
        </p:nvSpPr>
        <p:spPr>
          <a:xfrm>
            <a:off x="716611" y="3599279"/>
            <a:ext cx="2558400" cy="3945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Bebas Neue"/>
              <a:buNone/>
              <a:defRPr b="1" sz="2000">
                <a:solidFill>
                  <a:schemeClr val="dk1"/>
                </a:solidFill>
                <a:latin typeface="Barlow"/>
                <a:ea typeface="Barlow"/>
                <a:cs typeface="Barlow"/>
                <a:sym typeface="Barlow"/>
              </a:defRPr>
            </a:lvl1pPr>
            <a:lvl2pPr lvl="1" algn="l">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l">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l">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l">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l">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l">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l">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l">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901" name="Google Shape;901;p32"/>
          <p:cNvSpPr txBox="1"/>
          <p:nvPr>
            <p:ph idx="15" type="subTitle"/>
          </p:nvPr>
        </p:nvSpPr>
        <p:spPr>
          <a:xfrm>
            <a:off x="5868989" y="3599279"/>
            <a:ext cx="2558400" cy="3945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Bebas Neue"/>
              <a:buNone/>
              <a:defRPr b="1" sz="2000">
                <a:solidFill>
                  <a:schemeClr val="dk1"/>
                </a:solidFill>
                <a:latin typeface="Barlow"/>
                <a:ea typeface="Barlow"/>
                <a:cs typeface="Barlow"/>
                <a:sym typeface="Barlow"/>
              </a:defRPr>
            </a:lvl1pPr>
            <a:lvl2pPr lvl="1" algn="l">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l">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l">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l">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l">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l">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l">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l">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grpSp>
        <p:nvGrpSpPr>
          <p:cNvPr id="902" name="Google Shape;902;p32"/>
          <p:cNvGrpSpPr/>
          <p:nvPr/>
        </p:nvGrpSpPr>
        <p:grpSpPr>
          <a:xfrm>
            <a:off x="147950" y="139650"/>
            <a:ext cx="8848100" cy="4864225"/>
            <a:chOff x="147950" y="139650"/>
            <a:chExt cx="8848100" cy="4864225"/>
          </a:xfrm>
        </p:grpSpPr>
        <p:grpSp>
          <p:nvGrpSpPr>
            <p:cNvPr id="903" name="Google Shape;903;p32"/>
            <p:cNvGrpSpPr/>
            <p:nvPr/>
          </p:nvGrpSpPr>
          <p:grpSpPr>
            <a:xfrm flipH="1">
              <a:off x="8045150" y="139650"/>
              <a:ext cx="950900" cy="153600"/>
              <a:chOff x="147950" y="139650"/>
              <a:chExt cx="950900" cy="153600"/>
            </a:xfrm>
          </p:grpSpPr>
          <p:sp>
            <p:nvSpPr>
              <p:cNvPr id="904" name="Google Shape;904;p32"/>
              <p:cNvSpPr/>
              <p:nvPr/>
            </p:nvSpPr>
            <p:spPr>
              <a:xfrm>
                <a:off x="147950" y="139650"/>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905" name="Google Shape;905;p32"/>
              <p:cNvSpPr/>
              <p:nvPr/>
            </p:nvSpPr>
            <p:spPr>
              <a:xfrm>
                <a:off x="347275" y="139650"/>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906" name="Google Shape;906;p32"/>
              <p:cNvSpPr/>
              <p:nvPr/>
            </p:nvSpPr>
            <p:spPr>
              <a:xfrm>
                <a:off x="546600" y="139650"/>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907" name="Google Shape;907;p32"/>
              <p:cNvSpPr/>
              <p:nvPr/>
            </p:nvSpPr>
            <p:spPr>
              <a:xfrm>
                <a:off x="745925" y="139650"/>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908" name="Google Shape;908;p32"/>
              <p:cNvSpPr/>
              <p:nvPr/>
            </p:nvSpPr>
            <p:spPr>
              <a:xfrm>
                <a:off x="945250" y="139650"/>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grpSp>
        <p:grpSp>
          <p:nvGrpSpPr>
            <p:cNvPr id="909" name="Google Shape;909;p32"/>
            <p:cNvGrpSpPr/>
            <p:nvPr/>
          </p:nvGrpSpPr>
          <p:grpSpPr>
            <a:xfrm flipH="1">
              <a:off x="147950" y="4850275"/>
              <a:ext cx="950900" cy="153600"/>
              <a:chOff x="8045150" y="4850275"/>
              <a:chExt cx="950900" cy="153600"/>
            </a:xfrm>
          </p:grpSpPr>
          <p:sp>
            <p:nvSpPr>
              <p:cNvPr id="910" name="Google Shape;910;p32"/>
              <p:cNvSpPr/>
              <p:nvPr/>
            </p:nvSpPr>
            <p:spPr>
              <a:xfrm>
                <a:off x="8045150" y="4850275"/>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911" name="Google Shape;911;p32"/>
              <p:cNvSpPr/>
              <p:nvPr/>
            </p:nvSpPr>
            <p:spPr>
              <a:xfrm>
                <a:off x="8244475" y="4850275"/>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912" name="Google Shape;912;p32"/>
              <p:cNvSpPr/>
              <p:nvPr/>
            </p:nvSpPr>
            <p:spPr>
              <a:xfrm>
                <a:off x="8443800" y="4850275"/>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913" name="Google Shape;913;p32"/>
              <p:cNvSpPr/>
              <p:nvPr/>
            </p:nvSpPr>
            <p:spPr>
              <a:xfrm>
                <a:off x="8643125" y="4850275"/>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914" name="Google Shape;914;p32"/>
              <p:cNvSpPr/>
              <p:nvPr/>
            </p:nvSpPr>
            <p:spPr>
              <a:xfrm>
                <a:off x="8842450" y="4850275"/>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grpSp>
        <p:grpSp>
          <p:nvGrpSpPr>
            <p:cNvPr id="915" name="Google Shape;915;p32"/>
            <p:cNvGrpSpPr/>
            <p:nvPr/>
          </p:nvGrpSpPr>
          <p:grpSpPr>
            <a:xfrm flipH="1">
              <a:off x="147950" y="139650"/>
              <a:ext cx="950900" cy="153600"/>
              <a:chOff x="147950" y="139650"/>
              <a:chExt cx="950900" cy="153600"/>
            </a:xfrm>
          </p:grpSpPr>
          <p:sp>
            <p:nvSpPr>
              <p:cNvPr id="916" name="Google Shape;916;p32"/>
              <p:cNvSpPr/>
              <p:nvPr/>
            </p:nvSpPr>
            <p:spPr>
              <a:xfrm>
                <a:off x="147950" y="139650"/>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917" name="Google Shape;917;p32"/>
              <p:cNvSpPr/>
              <p:nvPr/>
            </p:nvSpPr>
            <p:spPr>
              <a:xfrm>
                <a:off x="347275" y="139650"/>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918" name="Google Shape;918;p32"/>
              <p:cNvSpPr/>
              <p:nvPr/>
            </p:nvSpPr>
            <p:spPr>
              <a:xfrm>
                <a:off x="546600" y="139650"/>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919" name="Google Shape;919;p32"/>
              <p:cNvSpPr/>
              <p:nvPr/>
            </p:nvSpPr>
            <p:spPr>
              <a:xfrm>
                <a:off x="745925" y="139650"/>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920" name="Google Shape;920;p32"/>
              <p:cNvSpPr/>
              <p:nvPr/>
            </p:nvSpPr>
            <p:spPr>
              <a:xfrm>
                <a:off x="945250" y="139650"/>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grpSp>
        <p:grpSp>
          <p:nvGrpSpPr>
            <p:cNvPr id="921" name="Google Shape;921;p32"/>
            <p:cNvGrpSpPr/>
            <p:nvPr/>
          </p:nvGrpSpPr>
          <p:grpSpPr>
            <a:xfrm flipH="1">
              <a:off x="8045150" y="4850275"/>
              <a:ext cx="950900" cy="153600"/>
              <a:chOff x="8045150" y="4850275"/>
              <a:chExt cx="950900" cy="153600"/>
            </a:xfrm>
          </p:grpSpPr>
          <p:sp>
            <p:nvSpPr>
              <p:cNvPr id="922" name="Google Shape;922;p32"/>
              <p:cNvSpPr/>
              <p:nvPr/>
            </p:nvSpPr>
            <p:spPr>
              <a:xfrm>
                <a:off x="8045150" y="4850275"/>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923" name="Google Shape;923;p32"/>
              <p:cNvSpPr/>
              <p:nvPr/>
            </p:nvSpPr>
            <p:spPr>
              <a:xfrm>
                <a:off x="8244475" y="4850275"/>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924" name="Google Shape;924;p32"/>
              <p:cNvSpPr/>
              <p:nvPr/>
            </p:nvSpPr>
            <p:spPr>
              <a:xfrm>
                <a:off x="8443800" y="4850275"/>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925" name="Google Shape;925;p32"/>
              <p:cNvSpPr/>
              <p:nvPr/>
            </p:nvSpPr>
            <p:spPr>
              <a:xfrm>
                <a:off x="8643125" y="4850275"/>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926" name="Google Shape;926;p32"/>
              <p:cNvSpPr/>
              <p:nvPr/>
            </p:nvSpPr>
            <p:spPr>
              <a:xfrm>
                <a:off x="8842450" y="4850275"/>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grpSp>
      </p:gr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927" name="Shape 927"/>
        <p:cNvGrpSpPr/>
        <p:nvPr/>
      </p:nvGrpSpPr>
      <p:grpSpPr>
        <a:xfrm>
          <a:off x="0" y="0"/>
          <a:ext cx="0" cy="0"/>
          <a:chOff x="0" y="0"/>
          <a:chExt cx="0" cy="0"/>
        </a:xfrm>
      </p:grpSpPr>
      <p:sp>
        <p:nvSpPr>
          <p:cNvPr id="928" name="Google Shape;928;p33"/>
          <p:cNvSpPr txBox="1"/>
          <p:nvPr>
            <p:ph type="title"/>
          </p:nvPr>
        </p:nvSpPr>
        <p:spPr>
          <a:xfrm>
            <a:off x="3332575" y="1959925"/>
            <a:ext cx="4840200" cy="21099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3600"/>
              <a:buNone/>
              <a:defRPr sz="72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929" name="Google Shape;929;p33"/>
          <p:cNvSpPr txBox="1"/>
          <p:nvPr>
            <p:ph idx="2" type="title"/>
          </p:nvPr>
        </p:nvSpPr>
        <p:spPr>
          <a:xfrm>
            <a:off x="3332575" y="655800"/>
            <a:ext cx="4840200" cy="966300"/>
          </a:xfrm>
          <a:prstGeom prst="rect">
            <a:avLst/>
          </a:prstGeom>
          <a:solidFill>
            <a:schemeClr val="dk2"/>
          </a:solidFill>
          <a:ln>
            <a:noFill/>
          </a:ln>
        </p:spPr>
        <p:txBody>
          <a:bodyPr anchorCtr="0" anchor="ctr" bIns="91425" lIns="91425" spcFirstLastPara="1" rIns="91425" wrap="square" tIns="91425">
            <a:noAutofit/>
          </a:bodyPr>
          <a:lstStyle>
            <a:lvl1pPr lvl="0" algn="l">
              <a:lnSpc>
                <a:spcPct val="100000"/>
              </a:lnSpc>
              <a:spcBef>
                <a:spcPts val="0"/>
              </a:spcBef>
              <a:spcAft>
                <a:spcPts val="0"/>
              </a:spcAft>
              <a:buClr>
                <a:schemeClr val="lt1"/>
              </a:buClr>
              <a:buSzPts val="6000"/>
              <a:buNone/>
              <a:defRPr sz="7200"/>
            </a:lvl1pPr>
            <a:lvl2pPr lvl="1" algn="ctr">
              <a:lnSpc>
                <a:spcPct val="100000"/>
              </a:lnSpc>
              <a:spcBef>
                <a:spcPts val="0"/>
              </a:spcBef>
              <a:spcAft>
                <a:spcPts val="0"/>
              </a:spcAft>
              <a:buClr>
                <a:schemeClr val="lt1"/>
              </a:buClr>
              <a:buSzPts val="6000"/>
              <a:buNone/>
              <a:defRPr sz="6000">
                <a:solidFill>
                  <a:schemeClr val="lt1"/>
                </a:solidFill>
              </a:defRPr>
            </a:lvl2pPr>
            <a:lvl3pPr lvl="2" algn="ctr">
              <a:lnSpc>
                <a:spcPct val="100000"/>
              </a:lnSpc>
              <a:spcBef>
                <a:spcPts val="0"/>
              </a:spcBef>
              <a:spcAft>
                <a:spcPts val="0"/>
              </a:spcAft>
              <a:buClr>
                <a:schemeClr val="lt1"/>
              </a:buClr>
              <a:buSzPts val="6000"/>
              <a:buNone/>
              <a:defRPr sz="6000">
                <a:solidFill>
                  <a:schemeClr val="lt1"/>
                </a:solidFill>
              </a:defRPr>
            </a:lvl3pPr>
            <a:lvl4pPr lvl="3" algn="ctr">
              <a:lnSpc>
                <a:spcPct val="100000"/>
              </a:lnSpc>
              <a:spcBef>
                <a:spcPts val="0"/>
              </a:spcBef>
              <a:spcAft>
                <a:spcPts val="0"/>
              </a:spcAft>
              <a:buClr>
                <a:schemeClr val="lt1"/>
              </a:buClr>
              <a:buSzPts val="6000"/>
              <a:buNone/>
              <a:defRPr sz="6000">
                <a:solidFill>
                  <a:schemeClr val="lt1"/>
                </a:solidFill>
              </a:defRPr>
            </a:lvl4pPr>
            <a:lvl5pPr lvl="4" algn="ctr">
              <a:lnSpc>
                <a:spcPct val="100000"/>
              </a:lnSpc>
              <a:spcBef>
                <a:spcPts val="0"/>
              </a:spcBef>
              <a:spcAft>
                <a:spcPts val="0"/>
              </a:spcAft>
              <a:buClr>
                <a:schemeClr val="lt1"/>
              </a:buClr>
              <a:buSzPts val="6000"/>
              <a:buNone/>
              <a:defRPr sz="6000">
                <a:solidFill>
                  <a:schemeClr val="lt1"/>
                </a:solidFill>
              </a:defRPr>
            </a:lvl5pPr>
            <a:lvl6pPr lvl="5" algn="ctr">
              <a:lnSpc>
                <a:spcPct val="100000"/>
              </a:lnSpc>
              <a:spcBef>
                <a:spcPts val="0"/>
              </a:spcBef>
              <a:spcAft>
                <a:spcPts val="0"/>
              </a:spcAft>
              <a:buClr>
                <a:schemeClr val="lt1"/>
              </a:buClr>
              <a:buSzPts val="6000"/>
              <a:buNone/>
              <a:defRPr sz="6000">
                <a:solidFill>
                  <a:schemeClr val="lt1"/>
                </a:solidFill>
              </a:defRPr>
            </a:lvl6pPr>
            <a:lvl7pPr lvl="6" algn="ctr">
              <a:lnSpc>
                <a:spcPct val="100000"/>
              </a:lnSpc>
              <a:spcBef>
                <a:spcPts val="0"/>
              </a:spcBef>
              <a:spcAft>
                <a:spcPts val="0"/>
              </a:spcAft>
              <a:buClr>
                <a:schemeClr val="lt1"/>
              </a:buClr>
              <a:buSzPts val="6000"/>
              <a:buNone/>
              <a:defRPr sz="6000">
                <a:solidFill>
                  <a:schemeClr val="lt1"/>
                </a:solidFill>
              </a:defRPr>
            </a:lvl7pPr>
            <a:lvl8pPr lvl="7" algn="ctr">
              <a:lnSpc>
                <a:spcPct val="100000"/>
              </a:lnSpc>
              <a:spcBef>
                <a:spcPts val="0"/>
              </a:spcBef>
              <a:spcAft>
                <a:spcPts val="0"/>
              </a:spcAft>
              <a:buClr>
                <a:schemeClr val="lt1"/>
              </a:buClr>
              <a:buSzPts val="6000"/>
              <a:buNone/>
              <a:defRPr sz="6000">
                <a:solidFill>
                  <a:schemeClr val="lt1"/>
                </a:solidFill>
              </a:defRPr>
            </a:lvl8pPr>
            <a:lvl9pPr lvl="8" algn="ctr">
              <a:lnSpc>
                <a:spcPct val="100000"/>
              </a:lnSpc>
              <a:spcBef>
                <a:spcPts val="0"/>
              </a:spcBef>
              <a:spcAft>
                <a:spcPts val="0"/>
              </a:spcAft>
              <a:buClr>
                <a:schemeClr val="lt1"/>
              </a:buClr>
              <a:buSzPts val="6000"/>
              <a:buNone/>
              <a:defRPr sz="6000">
                <a:solidFill>
                  <a:schemeClr val="lt1"/>
                </a:solidFill>
              </a:defRPr>
            </a:lvl9pPr>
          </a:lstStyle>
          <a:p/>
        </p:txBody>
      </p:sp>
      <p:sp>
        <p:nvSpPr>
          <p:cNvPr id="930" name="Google Shape;930;p33"/>
          <p:cNvSpPr txBox="1"/>
          <p:nvPr>
            <p:ph idx="1" type="subTitle"/>
          </p:nvPr>
        </p:nvSpPr>
        <p:spPr>
          <a:xfrm>
            <a:off x="3332575" y="4166300"/>
            <a:ext cx="4240200" cy="437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400"/>
              <a:buNone/>
              <a:defRPr sz="16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grpSp>
        <p:nvGrpSpPr>
          <p:cNvPr id="931" name="Google Shape;931;p33"/>
          <p:cNvGrpSpPr/>
          <p:nvPr/>
        </p:nvGrpSpPr>
        <p:grpSpPr>
          <a:xfrm>
            <a:off x="147880" y="139650"/>
            <a:ext cx="8848170" cy="4864225"/>
            <a:chOff x="147880" y="139650"/>
            <a:chExt cx="8848170" cy="4864225"/>
          </a:xfrm>
        </p:grpSpPr>
        <p:grpSp>
          <p:nvGrpSpPr>
            <p:cNvPr id="932" name="Google Shape;932;p33"/>
            <p:cNvGrpSpPr/>
            <p:nvPr/>
          </p:nvGrpSpPr>
          <p:grpSpPr>
            <a:xfrm rot="5400000">
              <a:off x="-250770" y="538300"/>
              <a:ext cx="950900" cy="153600"/>
              <a:chOff x="147950" y="139650"/>
              <a:chExt cx="950900" cy="153600"/>
            </a:xfrm>
          </p:grpSpPr>
          <p:sp>
            <p:nvSpPr>
              <p:cNvPr id="933" name="Google Shape;933;p33"/>
              <p:cNvSpPr/>
              <p:nvPr/>
            </p:nvSpPr>
            <p:spPr>
              <a:xfrm>
                <a:off x="147950" y="139650"/>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934" name="Google Shape;934;p33"/>
              <p:cNvSpPr/>
              <p:nvPr/>
            </p:nvSpPr>
            <p:spPr>
              <a:xfrm>
                <a:off x="347275" y="139650"/>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935" name="Google Shape;935;p33"/>
              <p:cNvSpPr/>
              <p:nvPr/>
            </p:nvSpPr>
            <p:spPr>
              <a:xfrm>
                <a:off x="546600" y="139650"/>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936" name="Google Shape;936;p33"/>
              <p:cNvSpPr/>
              <p:nvPr/>
            </p:nvSpPr>
            <p:spPr>
              <a:xfrm>
                <a:off x="745925" y="139650"/>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937" name="Google Shape;937;p33"/>
              <p:cNvSpPr/>
              <p:nvPr/>
            </p:nvSpPr>
            <p:spPr>
              <a:xfrm>
                <a:off x="945250" y="139650"/>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grpSp>
        <p:grpSp>
          <p:nvGrpSpPr>
            <p:cNvPr id="938" name="Google Shape;938;p33"/>
            <p:cNvGrpSpPr/>
            <p:nvPr/>
          </p:nvGrpSpPr>
          <p:grpSpPr>
            <a:xfrm>
              <a:off x="8842450" y="4052975"/>
              <a:ext cx="153600" cy="950900"/>
              <a:chOff x="147950" y="3855800"/>
              <a:chExt cx="153600" cy="950900"/>
            </a:xfrm>
          </p:grpSpPr>
          <p:sp>
            <p:nvSpPr>
              <p:cNvPr id="939" name="Google Shape;939;p33"/>
              <p:cNvSpPr/>
              <p:nvPr/>
            </p:nvSpPr>
            <p:spPr>
              <a:xfrm rot="-5400000">
                <a:off x="147950" y="4653100"/>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940" name="Google Shape;940;p33"/>
              <p:cNvSpPr/>
              <p:nvPr/>
            </p:nvSpPr>
            <p:spPr>
              <a:xfrm rot="-5400000">
                <a:off x="147950" y="4453775"/>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941" name="Google Shape;941;p33"/>
              <p:cNvSpPr/>
              <p:nvPr/>
            </p:nvSpPr>
            <p:spPr>
              <a:xfrm rot="-5400000">
                <a:off x="147950" y="4254450"/>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942" name="Google Shape;942;p33"/>
              <p:cNvSpPr/>
              <p:nvPr/>
            </p:nvSpPr>
            <p:spPr>
              <a:xfrm rot="-5400000">
                <a:off x="147950" y="4055125"/>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943" name="Google Shape;943;p33"/>
              <p:cNvSpPr/>
              <p:nvPr/>
            </p:nvSpPr>
            <p:spPr>
              <a:xfrm rot="-5400000">
                <a:off x="147950" y="3855800"/>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grpSp>
        <p:grpSp>
          <p:nvGrpSpPr>
            <p:cNvPr id="944" name="Google Shape;944;p33"/>
            <p:cNvGrpSpPr/>
            <p:nvPr/>
          </p:nvGrpSpPr>
          <p:grpSpPr>
            <a:xfrm>
              <a:off x="147950" y="4052975"/>
              <a:ext cx="153600" cy="950900"/>
              <a:chOff x="147950" y="3855800"/>
              <a:chExt cx="153600" cy="950900"/>
            </a:xfrm>
          </p:grpSpPr>
          <p:sp>
            <p:nvSpPr>
              <p:cNvPr id="945" name="Google Shape;945;p33"/>
              <p:cNvSpPr/>
              <p:nvPr/>
            </p:nvSpPr>
            <p:spPr>
              <a:xfrm rot="-5400000">
                <a:off x="147950" y="4653100"/>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946" name="Google Shape;946;p33"/>
              <p:cNvSpPr/>
              <p:nvPr/>
            </p:nvSpPr>
            <p:spPr>
              <a:xfrm rot="-5400000">
                <a:off x="147950" y="4453775"/>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947" name="Google Shape;947;p33"/>
              <p:cNvSpPr/>
              <p:nvPr/>
            </p:nvSpPr>
            <p:spPr>
              <a:xfrm rot="-5400000">
                <a:off x="147950" y="4254450"/>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948" name="Google Shape;948;p33"/>
              <p:cNvSpPr/>
              <p:nvPr/>
            </p:nvSpPr>
            <p:spPr>
              <a:xfrm rot="-5400000">
                <a:off x="147950" y="4055125"/>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949" name="Google Shape;949;p33"/>
              <p:cNvSpPr/>
              <p:nvPr/>
            </p:nvSpPr>
            <p:spPr>
              <a:xfrm rot="-5400000">
                <a:off x="147950" y="3855800"/>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grpSp>
        <p:grpSp>
          <p:nvGrpSpPr>
            <p:cNvPr id="950" name="Google Shape;950;p33"/>
            <p:cNvGrpSpPr/>
            <p:nvPr/>
          </p:nvGrpSpPr>
          <p:grpSpPr>
            <a:xfrm rot="5400000">
              <a:off x="8443800" y="538300"/>
              <a:ext cx="950900" cy="153600"/>
              <a:chOff x="147950" y="139650"/>
              <a:chExt cx="950900" cy="153600"/>
            </a:xfrm>
          </p:grpSpPr>
          <p:sp>
            <p:nvSpPr>
              <p:cNvPr id="951" name="Google Shape;951;p33"/>
              <p:cNvSpPr/>
              <p:nvPr/>
            </p:nvSpPr>
            <p:spPr>
              <a:xfrm>
                <a:off x="147950" y="139650"/>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952" name="Google Shape;952;p33"/>
              <p:cNvSpPr/>
              <p:nvPr/>
            </p:nvSpPr>
            <p:spPr>
              <a:xfrm>
                <a:off x="347275" y="139650"/>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953" name="Google Shape;953;p33"/>
              <p:cNvSpPr/>
              <p:nvPr/>
            </p:nvSpPr>
            <p:spPr>
              <a:xfrm>
                <a:off x="546600" y="139650"/>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954" name="Google Shape;954;p33"/>
              <p:cNvSpPr/>
              <p:nvPr/>
            </p:nvSpPr>
            <p:spPr>
              <a:xfrm>
                <a:off x="745925" y="139650"/>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955" name="Google Shape;955;p33"/>
              <p:cNvSpPr/>
              <p:nvPr/>
            </p:nvSpPr>
            <p:spPr>
              <a:xfrm>
                <a:off x="945250" y="139650"/>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grpSp>
      </p:gr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2">
  <p:cSld name="TITLE_AND_TWO_COLUMNS_1_1">
    <p:spTree>
      <p:nvGrpSpPr>
        <p:cNvPr id="956" name="Shape 956"/>
        <p:cNvGrpSpPr/>
        <p:nvPr/>
      </p:nvGrpSpPr>
      <p:grpSpPr>
        <a:xfrm>
          <a:off x="0" y="0"/>
          <a:ext cx="0" cy="0"/>
          <a:chOff x="0" y="0"/>
          <a:chExt cx="0" cy="0"/>
        </a:xfrm>
      </p:grpSpPr>
      <p:sp>
        <p:nvSpPr>
          <p:cNvPr id="957" name="Google Shape;957;p34"/>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500"/>
              <a:buNone/>
              <a:defRPr/>
            </a:lvl1pPr>
            <a:lvl2pPr lvl="1" algn="l">
              <a:lnSpc>
                <a:spcPct val="100000"/>
              </a:lnSpc>
              <a:spcBef>
                <a:spcPts val="0"/>
              </a:spcBef>
              <a:spcAft>
                <a:spcPts val="0"/>
              </a:spcAft>
              <a:buSzPts val="3500"/>
              <a:buNone/>
              <a:defRPr/>
            </a:lvl2pPr>
            <a:lvl3pPr lvl="2" algn="l">
              <a:lnSpc>
                <a:spcPct val="100000"/>
              </a:lnSpc>
              <a:spcBef>
                <a:spcPts val="0"/>
              </a:spcBef>
              <a:spcAft>
                <a:spcPts val="0"/>
              </a:spcAft>
              <a:buSzPts val="3500"/>
              <a:buNone/>
              <a:defRPr/>
            </a:lvl3pPr>
            <a:lvl4pPr lvl="3" algn="l">
              <a:lnSpc>
                <a:spcPct val="100000"/>
              </a:lnSpc>
              <a:spcBef>
                <a:spcPts val="0"/>
              </a:spcBef>
              <a:spcAft>
                <a:spcPts val="0"/>
              </a:spcAft>
              <a:buSzPts val="3500"/>
              <a:buNone/>
              <a:defRPr/>
            </a:lvl4pPr>
            <a:lvl5pPr lvl="4" algn="l">
              <a:lnSpc>
                <a:spcPct val="100000"/>
              </a:lnSpc>
              <a:spcBef>
                <a:spcPts val="0"/>
              </a:spcBef>
              <a:spcAft>
                <a:spcPts val="0"/>
              </a:spcAft>
              <a:buSzPts val="3500"/>
              <a:buNone/>
              <a:defRPr/>
            </a:lvl5pPr>
            <a:lvl6pPr lvl="5" algn="l">
              <a:lnSpc>
                <a:spcPct val="100000"/>
              </a:lnSpc>
              <a:spcBef>
                <a:spcPts val="0"/>
              </a:spcBef>
              <a:spcAft>
                <a:spcPts val="0"/>
              </a:spcAft>
              <a:buSzPts val="3500"/>
              <a:buNone/>
              <a:defRPr/>
            </a:lvl6pPr>
            <a:lvl7pPr lvl="6" algn="l">
              <a:lnSpc>
                <a:spcPct val="100000"/>
              </a:lnSpc>
              <a:spcBef>
                <a:spcPts val="0"/>
              </a:spcBef>
              <a:spcAft>
                <a:spcPts val="0"/>
              </a:spcAft>
              <a:buSzPts val="3500"/>
              <a:buNone/>
              <a:defRPr/>
            </a:lvl7pPr>
            <a:lvl8pPr lvl="7" algn="l">
              <a:lnSpc>
                <a:spcPct val="100000"/>
              </a:lnSpc>
              <a:spcBef>
                <a:spcPts val="0"/>
              </a:spcBef>
              <a:spcAft>
                <a:spcPts val="0"/>
              </a:spcAft>
              <a:buSzPts val="3500"/>
              <a:buNone/>
              <a:defRPr/>
            </a:lvl8pPr>
            <a:lvl9pPr lvl="8" algn="l">
              <a:lnSpc>
                <a:spcPct val="100000"/>
              </a:lnSpc>
              <a:spcBef>
                <a:spcPts val="0"/>
              </a:spcBef>
              <a:spcAft>
                <a:spcPts val="0"/>
              </a:spcAft>
              <a:buSzPts val="3500"/>
              <a:buNone/>
              <a:defRPr/>
            </a:lvl9pPr>
          </a:lstStyle>
          <a:p/>
        </p:txBody>
      </p:sp>
      <p:sp>
        <p:nvSpPr>
          <p:cNvPr id="958" name="Google Shape;958;p34"/>
          <p:cNvSpPr txBox="1"/>
          <p:nvPr>
            <p:ph idx="1" type="subTitle"/>
          </p:nvPr>
        </p:nvSpPr>
        <p:spPr>
          <a:xfrm>
            <a:off x="5720190" y="1760550"/>
            <a:ext cx="2707200" cy="25350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400"/>
              <a:buNone/>
              <a:defRPr b="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959" name="Google Shape;959;p34"/>
          <p:cNvSpPr txBox="1"/>
          <p:nvPr>
            <p:ph idx="2" type="subTitle"/>
          </p:nvPr>
        </p:nvSpPr>
        <p:spPr>
          <a:xfrm>
            <a:off x="716610" y="1760550"/>
            <a:ext cx="2707200" cy="25350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400"/>
              <a:buNone/>
              <a:defRPr b="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grpSp>
        <p:nvGrpSpPr>
          <p:cNvPr id="960" name="Google Shape;960;p34"/>
          <p:cNvGrpSpPr/>
          <p:nvPr/>
        </p:nvGrpSpPr>
        <p:grpSpPr>
          <a:xfrm>
            <a:off x="147950" y="139650"/>
            <a:ext cx="8848100" cy="4864225"/>
            <a:chOff x="147950" y="139650"/>
            <a:chExt cx="8848100" cy="4864225"/>
          </a:xfrm>
        </p:grpSpPr>
        <p:grpSp>
          <p:nvGrpSpPr>
            <p:cNvPr id="961" name="Google Shape;961;p34"/>
            <p:cNvGrpSpPr/>
            <p:nvPr/>
          </p:nvGrpSpPr>
          <p:grpSpPr>
            <a:xfrm flipH="1">
              <a:off x="8045150" y="139650"/>
              <a:ext cx="950900" cy="153600"/>
              <a:chOff x="147950" y="139650"/>
              <a:chExt cx="950900" cy="153600"/>
            </a:xfrm>
          </p:grpSpPr>
          <p:sp>
            <p:nvSpPr>
              <p:cNvPr id="962" name="Google Shape;962;p34"/>
              <p:cNvSpPr/>
              <p:nvPr/>
            </p:nvSpPr>
            <p:spPr>
              <a:xfrm>
                <a:off x="147950" y="139650"/>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963" name="Google Shape;963;p34"/>
              <p:cNvSpPr/>
              <p:nvPr/>
            </p:nvSpPr>
            <p:spPr>
              <a:xfrm>
                <a:off x="347275" y="139650"/>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964" name="Google Shape;964;p34"/>
              <p:cNvSpPr/>
              <p:nvPr/>
            </p:nvSpPr>
            <p:spPr>
              <a:xfrm>
                <a:off x="546600" y="139650"/>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965" name="Google Shape;965;p34"/>
              <p:cNvSpPr/>
              <p:nvPr/>
            </p:nvSpPr>
            <p:spPr>
              <a:xfrm>
                <a:off x="745925" y="139650"/>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966" name="Google Shape;966;p34"/>
              <p:cNvSpPr/>
              <p:nvPr/>
            </p:nvSpPr>
            <p:spPr>
              <a:xfrm>
                <a:off x="945250" y="139650"/>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grpSp>
        <p:grpSp>
          <p:nvGrpSpPr>
            <p:cNvPr id="967" name="Google Shape;967;p34"/>
            <p:cNvGrpSpPr/>
            <p:nvPr/>
          </p:nvGrpSpPr>
          <p:grpSpPr>
            <a:xfrm flipH="1">
              <a:off x="147950" y="4850275"/>
              <a:ext cx="950900" cy="153600"/>
              <a:chOff x="8045150" y="4850275"/>
              <a:chExt cx="950900" cy="153600"/>
            </a:xfrm>
          </p:grpSpPr>
          <p:sp>
            <p:nvSpPr>
              <p:cNvPr id="968" name="Google Shape;968;p34"/>
              <p:cNvSpPr/>
              <p:nvPr/>
            </p:nvSpPr>
            <p:spPr>
              <a:xfrm>
                <a:off x="8045150" y="4850275"/>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969" name="Google Shape;969;p34"/>
              <p:cNvSpPr/>
              <p:nvPr/>
            </p:nvSpPr>
            <p:spPr>
              <a:xfrm>
                <a:off x="8244475" y="4850275"/>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970" name="Google Shape;970;p34"/>
              <p:cNvSpPr/>
              <p:nvPr/>
            </p:nvSpPr>
            <p:spPr>
              <a:xfrm>
                <a:off x="8443800" y="4850275"/>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971" name="Google Shape;971;p34"/>
              <p:cNvSpPr/>
              <p:nvPr/>
            </p:nvSpPr>
            <p:spPr>
              <a:xfrm>
                <a:off x="8643125" y="4850275"/>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972" name="Google Shape;972;p34"/>
              <p:cNvSpPr/>
              <p:nvPr/>
            </p:nvSpPr>
            <p:spPr>
              <a:xfrm>
                <a:off x="8842450" y="4850275"/>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grpSp>
        <p:grpSp>
          <p:nvGrpSpPr>
            <p:cNvPr id="973" name="Google Shape;973;p34"/>
            <p:cNvGrpSpPr/>
            <p:nvPr/>
          </p:nvGrpSpPr>
          <p:grpSpPr>
            <a:xfrm flipH="1">
              <a:off x="147950" y="139650"/>
              <a:ext cx="950900" cy="153600"/>
              <a:chOff x="147950" y="139650"/>
              <a:chExt cx="950900" cy="153600"/>
            </a:xfrm>
          </p:grpSpPr>
          <p:sp>
            <p:nvSpPr>
              <p:cNvPr id="974" name="Google Shape;974;p34"/>
              <p:cNvSpPr/>
              <p:nvPr/>
            </p:nvSpPr>
            <p:spPr>
              <a:xfrm>
                <a:off x="147950" y="139650"/>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975" name="Google Shape;975;p34"/>
              <p:cNvSpPr/>
              <p:nvPr/>
            </p:nvSpPr>
            <p:spPr>
              <a:xfrm>
                <a:off x="347275" y="139650"/>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976" name="Google Shape;976;p34"/>
              <p:cNvSpPr/>
              <p:nvPr/>
            </p:nvSpPr>
            <p:spPr>
              <a:xfrm>
                <a:off x="546600" y="139650"/>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977" name="Google Shape;977;p34"/>
              <p:cNvSpPr/>
              <p:nvPr/>
            </p:nvSpPr>
            <p:spPr>
              <a:xfrm>
                <a:off x="745925" y="139650"/>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978" name="Google Shape;978;p34"/>
              <p:cNvSpPr/>
              <p:nvPr/>
            </p:nvSpPr>
            <p:spPr>
              <a:xfrm>
                <a:off x="945250" y="139650"/>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grpSp>
        <p:grpSp>
          <p:nvGrpSpPr>
            <p:cNvPr id="979" name="Google Shape;979;p34"/>
            <p:cNvGrpSpPr/>
            <p:nvPr/>
          </p:nvGrpSpPr>
          <p:grpSpPr>
            <a:xfrm flipH="1">
              <a:off x="8045150" y="4850275"/>
              <a:ext cx="950900" cy="153600"/>
              <a:chOff x="8045150" y="4850275"/>
              <a:chExt cx="950900" cy="153600"/>
            </a:xfrm>
          </p:grpSpPr>
          <p:sp>
            <p:nvSpPr>
              <p:cNvPr id="980" name="Google Shape;980;p34"/>
              <p:cNvSpPr/>
              <p:nvPr/>
            </p:nvSpPr>
            <p:spPr>
              <a:xfrm>
                <a:off x="8045150" y="4850275"/>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981" name="Google Shape;981;p34"/>
              <p:cNvSpPr/>
              <p:nvPr/>
            </p:nvSpPr>
            <p:spPr>
              <a:xfrm>
                <a:off x="8244475" y="4850275"/>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982" name="Google Shape;982;p34"/>
              <p:cNvSpPr/>
              <p:nvPr/>
            </p:nvSpPr>
            <p:spPr>
              <a:xfrm>
                <a:off x="8443800" y="4850275"/>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983" name="Google Shape;983;p34"/>
              <p:cNvSpPr/>
              <p:nvPr/>
            </p:nvSpPr>
            <p:spPr>
              <a:xfrm>
                <a:off x="8643125" y="4850275"/>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984" name="Google Shape;984;p34"/>
              <p:cNvSpPr/>
              <p:nvPr/>
            </p:nvSpPr>
            <p:spPr>
              <a:xfrm>
                <a:off x="8842450" y="4850275"/>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grpSp>
      </p:gr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985" name="Shape 985"/>
        <p:cNvGrpSpPr/>
        <p:nvPr/>
      </p:nvGrpSpPr>
      <p:grpSpPr>
        <a:xfrm>
          <a:off x="0" y="0"/>
          <a:ext cx="0" cy="0"/>
          <a:chOff x="0" y="0"/>
          <a:chExt cx="0" cy="0"/>
        </a:xfrm>
      </p:grpSpPr>
      <p:sp>
        <p:nvSpPr>
          <p:cNvPr id="986" name="Google Shape;986;p35"/>
          <p:cNvSpPr txBox="1"/>
          <p:nvPr>
            <p:ph type="title"/>
          </p:nvPr>
        </p:nvSpPr>
        <p:spPr>
          <a:xfrm>
            <a:off x="720000" y="445025"/>
            <a:ext cx="7710900" cy="572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3500"/>
              <a:buNone/>
              <a:defRPr/>
            </a:lvl1pPr>
            <a:lvl2pPr lvl="1" algn="l">
              <a:lnSpc>
                <a:spcPct val="100000"/>
              </a:lnSpc>
              <a:spcBef>
                <a:spcPts val="0"/>
              </a:spcBef>
              <a:spcAft>
                <a:spcPts val="0"/>
              </a:spcAft>
              <a:buSzPts val="3500"/>
              <a:buNone/>
              <a:defRPr/>
            </a:lvl2pPr>
            <a:lvl3pPr lvl="2" algn="l">
              <a:lnSpc>
                <a:spcPct val="100000"/>
              </a:lnSpc>
              <a:spcBef>
                <a:spcPts val="0"/>
              </a:spcBef>
              <a:spcAft>
                <a:spcPts val="0"/>
              </a:spcAft>
              <a:buSzPts val="3500"/>
              <a:buNone/>
              <a:defRPr/>
            </a:lvl3pPr>
            <a:lvl4pPr lvl="3" algn="l">
              <a:lnSpc>
                <a:spcPct val="100000"/>
              </a:lnSpc>
              <a:spcBef>
                <a:spcPts val="0"/>
              </a:spcBef>
              <a:spcAft>
                <a:spcPts val="0"/>
              </a:spcAft>
              <a:buSzPts val="3500"/>
              <a:buNone/>
              <a:defRPr/>
            </a:lvl4pPr>
            <a:lvl5pPr lvl="4" algn="l">
              <a:lnSpc>
                <a:spcPct val="100000"/>
              </a:lnSpc>
              <a:spcBef>
                <a:spcPts val="0"/>
              </a:spcBef>
              <a:spcAft>
                <a:spcPts val="0"/>
              </a:spcAft>
              <a:buSzPts val="3500"/>
              <a:buNone/>
              <a:defRPr/>
            </a:lvl5pPr>
            <a:lvl6pPr lvl="5" algn="l">
              <a:lnSpc>
                <a:spcPct val="100000"/>
              </a:lnSpc>
              <a:spcBef>
                <a:spcPts val="0"/>
              </a:spcBef>
              <a:spcAft>
                <a:spcPts val="0"/>
              </a:spcAft>
              <a:buSzPts val="3500"/>
              <a:buNone/>
              <a:defRPr/>
            </a:lvl6pPr>
            <a:lvl7pPr lvl="6" algn="l">
              <a:lnSpc>
                <a:spcPct val="100000"/>
              </a:lnSpc>
              <a:spcBef>
                <a:spcPts val="0"/>
              </a:spcBef>
              <a:spcAft>
                <a:spcPts val="0"/>
              </a:spcAft>
              <a:buSzPts val="3500"/>
              <a:buNone/>
              <a:defRPr/>
            </a:lvl7pPr>
            <a:lvl8pPr lvl="7" algn="l">
              <a:lnSpc>
                <a:spcPct val="100000"/>
              </a:lnSpc>
              <a:spcBef>
                <a:spcPts val="0"/>
              </a:spcBef>
              <a:spcAft>
                <a:spcPts val="0"/>
              </a:spcAft>
              <a:buSzPts val="3500"/>
              <a:buNone/>
              <a:defRPr/>
            </a:lvl8pPr>
            <a:lvl9pPr lvl="8" algn="l">
              <a:lnSpc>
                <a:spcPct val="100000"/>
              </a:lnSpc>
              <a:spcBef>
                <a:spcPts val="0"/>
              </a:spcBef>
              <a:spcAft>
                <a:spcPts val="0"/>
              </a:spcAft>
              <a:buSzPts val="3500"/>
              <a:buNone/>
              <a:defRPr/>
            </a:lvl9pPr>
          </a:lstStyle>
          <a:p/>
        </p:txBody>
      </p:sp>
      <p:sp>
        <p:nvSpPr>
          <p:cNvPr id="987" name="Google Shape;987;p35"/>
          <p:cNvSpPr txBox="1"/>
          <p:nvPr>
            <p:ph idx="1" type="subTitle"/>
          </p:nvPr>
        </p:nvSpPr>
        <p:spPr>
          <a:xfrm>
            <a:off x="4336825" y="1901650"/>
            <a:ext cx="4093800" cy="20472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600"/>
              <a:buChar char="●"/>
              <a:defRPr/>
            </a:lvl1pPr>
            <a:lvl2pPr lvl="1" algn="ctr">
              <a:lnSpc>
                <a:spcPct val="100000"/>
              </a:lnSpc>
              <a:spcBef>
                <a:spcPts val="0"/>
              </a:spcBef>
              <a:spcAft>
                <a:spcPts val="0"/>
              </a:spcAft>
              <a:buClr>
                <a:srgbClr val="E76A28"/>
              </a:buClr>
              <a:buSzPts val="1600"/>
              <a:buFont typeface="Nunito Light"/>
              <a:buChar char="○"/>
              <a:defRPr/>
            </a:lvl2pPr>
            <a:lvl3pPr lvl="2" algn="ctr">
              <a:lnSpc>
                <a:spcPct val="100000"/>
              </a:lnSpc>
              <a:spcBef>
                <a:spcPts val="0"/>
              </a:spcBef>
              <a:spcAft>
                <a:spcPts val="0"/>
              </a:spcAft>
              <a:buClr>
                <a:srgbClr val="E76A28"/>
              </a:buClr>
              <a:buSzPts val="1500"/>
              <a:buFont typeface="Nunito Light"/>
              <a:buChar char="■"/>
              <a:defRPr/>
            </a:lvl3pPr>
            <a:lvl4pPr lvl="3" algn="ctr">
              <a:lnSpc>
                <a:spcPct val="100000"/>
              </a:lnSpc>
              <a:spcBef>
                <a:spcPts val="0"/>
              </a:spcBef>
              <a:spcAft>
                <a:spcPts val="0"/>
              </a:spcAft>
              <a:buClr>
                <a:srgbClr val="E76A28"/>
              </a:buClr>
              <a:buSzPts val="1500"/>
              <a:buFont typeface="Nunito Light"/>
              <a:buChar char="●"/>
              <a:defRPr/>
            </a:lvl4pPr>
            <a:lvl5pPr lvl="4" algn="ctr">
              <a:lnSpc>
                <a:spcPct val="100000"/>
              </a:lnSpc>
              <a:spcBef>
                <a:spcPts val="0"/>
              </a:spcBef>
              <a:spcAft>
                <a:spcPts val="0"/>
              </a:spcAft>
              <a:buClr>
                <a:srgbClr val="E76A28"/>
              </a:buClr>
              <a:buSzPts val="1400"/>
              <a:buFont typeface="Nunito Light"/>
              <a:buChar char="○"/>
              <a:defRPr/>
            </a:lvl5pPr>
            <a:lvl6pPr lvl="5" algn="ctr">
              <a:lnSpc>
                <a:spcPct val="100000"/>
              </a:lnSpc>
              <a:spcBef>
                <a:spcPts val="0"/>
              </a:spcBef>
              <a:spcAft>
                <a:spcPts val="0"/>
              </a:spcAft>
              <a:buClr>
                <a:srgbClr val="999999"/>
              </a:buClr>
              <a:buSzPts val="1400"/>
              <a:buFont typeface="Nunito Light"/>
              <a:buChar char="■"/>
              <a:defRPr/>
            </a:lvl6pPr>
            <a:lvl7pPr lvl="6" algn="ctr">
              <a:lnSpc>
                <a:spcPct val="100000"/>
              </a:lnSpc>
              <a:spcBef>
                <a:spcPts val="0"/>
              </a:spcBef>
              <a:spcAft>
                <a:spcPts val="0"/>
              </a:spcAft>
              <a:buClr>
                <a:srgbClr val="999999"/>
              </a:buClr>
              <a:buSzPts val="1300"/>
              <a:buFont typeface="Nunito Light"/>
              <a:buChar char="●"/>
              <a:defRPr/>
            </a:lvl7pPr>
            <a:lvl8pPr lvl="7" algn="ctr">
              <a:lnSpc>
                <a:spcPct val="100000"/>
              </a:lnSpc>
              <a:spcBef>
                <a:spcPts val="0"/>
              </a:spcBef>
              <a:spcAft>
                <a:spcPts val="0"/>
              </a:spcAft>
              <a:buClr>
                <a:srgbClr val="999999"/>
              </a:buClr>
              <a:buSzPts val="1300"/>
              <a:buFont typeface="Nunito Light"/>
              <a:buChar char="○"/>
              <a:defRPr/>
            </a:lvl8pPr>
            <a:lvl9pPr lvl="8" algn="ctr">
              <a:lnSpc>
                <a:spcPct val="100000"/>
              </a:lnSpc>
              <a:spcBef>
                <a:spcPts val="0"/>
              </a:spcBef>
              <a:spcAft>
                <a:spcPts val="0"/>
              </a:spcAft>
              <a:buClr>
                <a:srgbClr val="999999"/>
              </a:buClr>
              <a:buSzPts val="1400"/>
              <a:buFont typeface="Nunito Light"/>
              <a:buChar char="■"/>
              <a:defRPr/>
            </a:lvl9pPr>
          </a:lstStyle>
          <a:p/>
        </p:txBody>
      </p:sp>
      <p:sp>
        <p:nvSpPr>
          <p:cNvPr id="988" name="Google Shape;988;p35"/>
          <p:cNvSpPr/>
          <p:nvPr>
            <p:ph idx="2" type="pic"/>
          </p:nvPr>
        </p:nvSpPr>
        <p:spPr>
          <a:xfrm>
            <a:off x="1229825" y="1551975"/>
            <a:ext cx="1957200" cy="2746500"/>
          </a:xfrm>
          <a:prstGeom prst="rect">
            <a:avLst/>
          </a:prstGeom>
          <a:noFill/>
          <a:ln cap="flat" cmpd="sng" w="76200">
            <a:solidFill>
              <a:schemeClr val="dk1"/>
            </a:solidFill>
            <a:prstDash val="solid"/>
            <a:miter lim="8000"/>
            <a:headEnd len="sm" w="sm" type="none"/>
            <a:tailEnd len="sm" w="sm" type="none"/>
          </a:ln>
        </p:spPr>
      </p:sp>
      <p:grpSp>
        <p:nvGrpSpPr>
          <p:cNvPr id="989" name="Google Shape;989;p35"/>
          <p:cNvGrpSpPr/>
          <p:nvPr/>
        </p:nvGrpSpPr>
        <p:grpSpPr>
          <a:xfrm>
            <a:off x="147950" y="139650"/>
            <a:ext cx="8848100" cy="4864225"/>
            <a:chOff x="147950" y="139650"/>
            <a:chExt cx="8848100" cy="4864225"/>
          </a:xfrm>
        </p:grpSpPr>
        <p:grpSp>
          <p:nvGrpSpPr>
            <p:cNvPr id="990" name="Google Shape;990;p35"/>
            <p:cNvGrpSpPr/>
            <p:nvPr/>
          </p:nvGrpSpPr>
          <p:grpSpPr>
            <a:xfrm flipH="1" rot="10800000">
              <a:off x="147950" y="4850275"/>
              <a:ext cx="950900" cy="153600"/>
              <a:chOff x="147950" y="139650"/>
              <a:chExt cx="950900" cy="153600"/>
            </a:xfrm>
          </p:grpSpPr>
          <p:sp>
            <p:nvSpPr>
              <p:cNvPr id="991" name="Google Shape;991;p35"/>
              <p:cNvSpPr/>
              <p:nvPr/>
            </p:nvSpPr>
            <p:spPr>
              <a:xfrm>
                <a:off x="147950" y="139650"/>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992" name="Google Shape;992;p35"/>
              <p:cNvSpPr/>
              <p:nvPr/>
            </p:nvSpPr>
            <p:spPr>
              <a:xfrm>
                <a:off x="347275" y="139650"/>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993" name="Google Shape;993;p35"/>
              <p:cNvSpPr/>
              <p:nvPr/>
            </p:nvSpPr>
            <p:spPr>
              <a:xfrm>
                <a:off x="546600" y="139650"/>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994" name="Google Shape;994;p35"/>
              <p:cNvSpPr/>
              <p:nvPr/>
            </p:nvSpPr>
            <p:spPr>
              <a:xfrm>
                <a:off x="745925" y="139650"/>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995" name="Google Shape;995;p35"/>
              <p:cNvSpPr/>
              <p:nvPr/>
            </p:nvSpPr>
            <p:spPr>
              <a:xfrm>
                <a:off x="945250" y="139650"/>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grpSp>
        <p:grpSp>
          <p:nvGrpSpPr>
            <p:cNvPr id="996" name="Google Shape;996;p35"/>
            <p:cNvGrpSpPr/>
            <p:nvPr/>
          </p:nvGrpSpPr>
          <p:grpSpPr>
            <a:xfrm flipH="1" rot="10800000">
              <a:off x="8045150" y="139650"/>
              <a:ext cx="950900" cy="153600"/>
              <a:chOff x="8045150" y="4850275"/>
              <a:chExt cx="950900" cy="153600"/>
            </a:xfrm>
          </p:grpSpPr>
          <p:sp>
            <p:nvSpPr>
              <p:cNvPr id="997" name="Google Shape;997;p35"/>
              <p:cNvSpPr/>
              <p:nvPr/>
            </p:nvSpPr>
            <p:spPr>
              <a:xfrm>
                <a:off x="8045150" y="4850275"/>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998" name="Google Shape;998;p35"/>
              <p:cNvSpPr/>
              <p:nvPr/>
            </p:nvSpPr>
            <p:spPr>
              <a:xfrm>
                <a:off x="8244475" y="4850275"/>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999" name="Google Shape;999;p35"/>
              <p:cNvSpPr/>
              <p:nvPr/>
            </p:nvSpPr>
            <p:spPr>
              <a:xfrm>
                <a:off x="8443800" y="4850275"/>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1000" name="Google Shape;1000;p35"/>
              <p:cNvSpPr/>
              <p:nvPr/>
            </p:nvSpPr>
            <p:spPr>
              <a:xfrm>
                <a:off x="8643125" y="4850275"/>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1001" name="Google Shape;1001;p35"/>
              <p:cNvSpPr/>
              <p:nvPr/>
            </p:nvSpPr>
            <p:spPr>
              <a:xfrm>
                <a:off x="8842450" y="4850275"/>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grpSp>
        <p:grpSp>
          <p:nvGrpSpPr>
            <p:cNvPr id="1002" name="Google Shape;1002;p35"/>
            <p:cNvGrpSpPr/>
            <p:nvPr/>
          </p:nvGrpSpPr>
          <p:grpSpPr>
            <a:xfrm flipH="1" rot="10800000">
              <a:off x="147950" y="139650"/>
              <a:ext cx="153600" cy="950900"/>
              <a:chOff x="147950" y="3855800"/>
              <a:chExt cx="153600" cy="950900"/>
            </a:xfrm>
          </p:grpSpPr>
          <p:sp>
            <p:nvSpPr>
              <p:cNvPr id="1003" name="Google Shape;1003;p35"/>
              <p:cNvSpPr/>
              <p:nvPr/>
            </p:nvSpPr>
            <p:spPr>
              <a:xfrm rot="-5400000">
                <a:off x="147950" y="4653100"/>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1004" name="Google Shape;1004;p35"/>
              <p:cNvSpPr/>
              <p:nvPr/>
            </p:nvSpPr>
            <p:spPr>
              <a:xfrm rot="-5400000">
                <a:off x="147950" y="4453775"/>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1005" name="Google Shape;1005;p35"/>
              <p:cNvSpPr/>
              <p:nvPr/>
            </p:nvSpPr>
            <p:spPr>
              <a:xfrm rot="-5400000">
                <a:off x="147950" y="4254450"/>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1006" name="Google Shape;1006;p35"/>
              <p:cNvSpPr/>
              <p:nvPr/>
            </p:nvSpPr>
            <p:spPr>
              <a:xfrm rot="-5400000">
                <a:off x="147950" y="4055125"/>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1007" name="Google Shape;1007;p35"/>
              <p:cNvSpPr/>
              <p:nvPr/>
            </p:nvSpPr>
            <p:spPr>
              <a:xfrm rot="-5400000">
                <a:off x="147950" y="3855800"/>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grpSp>
        <p:grpSp>
          <p:nvGrpSpPr>
            <p:cNvPr id="1008" name="Google Shape;1008;p35"/>
            <p:cNvGrpSpPr/>
            <p:nvPr/>
          </p:nvGrpSpPr>
          <p:grpSpPr>
            <a:xfrm flipH="1" rot="5400000">
              <a:off x="8443800" y="4451625"/>
              <a:ext cx="950900" cy="153600"/>
              <a:chOff x="147950" y="139650"/>
              <a:chExt cx="950900" cy="153600"/>
            </a:xfrm>
          </p:grpSpPr>
          <p:sp>
            <p:nvSpPr>
              <p:cNvPr id="1009" name="Google Shape;1009;p35"/>
              <p:cNvSpPr/>
              <p:nvPr/>
            </p:nvSpPr>
            <p:spPr>
              <a:xfrm>
                <a:off x="147950" y="139650"/>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1010" name="Google Shape;1010;p35"/>
              <p:cNvSpPr/>
              <p:nvPr/>
            </p:nvSpPr>
            <p:spPr>
              <a:xfrm>
                <a:off x="347275" y="139650"/>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1011" name="Google Shape;1011;p35"/>
              <p:cNvSpPr/>
              <p:nvPr/>
            </p:nvSpPr>
            <p:spPr>
              <a:xfrm>
                <a:off x="546600" y="139650"/>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1012" name="Google Shape;1012;p35"/>
              <p:cNvSpPr/>
              <p:nvPr/>
            </p:nvSpPr>
            <p:spPr>
              <a:xfrm>
                <a:off x="745925" y="139650"/>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1013" name="Google Shape;1013;p35"/>
              <p:cNvSpPr/>
              <p:nvPr/>
            </p:nvSpPr>
            <p:spPr>
              <a:xfrm>
                <a:off x="945250" y="139650"/>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grpSp>
      </p:gr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1">
  <p:cSld name="TITLE_AND_TWO_COLUMNS_1">
    <p:spTree>
      <p:nvGrpSpPr>
        <p:cNvPr id="1014" name="Shape 1014"/>
        <p:cNvGrpSpPr/>
        <p:nvPr/>
      </p:nvGrpSpPr>
      <p:grpSpPr>
        <a:xfrm>
          <a:off x="0" y="0"/>
          <a:ext cx="0" cy="0"/>
          <a:chOff x="0" y="0"/>
          <a:chExt cx="0" cy="0"/>
        </a:xfrm>
      </p:grpSpPr>
      <p:sp>
        <p:nvSpPr>
          <p:cNvPr id="1015" name="Google Shape;1015;p36"/>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3500"/>
              <a:buNone/>
              <a:defRPr/>
            </a:lvl1pPr>
            <a:lvl2pPr lvl="1" algn="l">
              <a:lnSpc>
                <a:spcPct val="100000"/>
              </a:lnSpc>
              <a:spcBef>
                <a:spcPts val="0"/>
              </a:spcBef>
              <a:spcAft>
                <a:spcPts val="0"/>
              </a:spcAft>
              <a:buSzPts val="3500"/>
              <a:buNone/>
              <a:defRPr/>
            </a:lvl2pPr>
            <a:lvl3pPr lvl="2" algn="l">
              <a:lnSpc>
                <a:spcPct val="100000"/>
              </a:lnSpc>
              <a:spcBef>
                <a:spcPts val="0"/>
              </a:spcBef>
              <a:spcAft>
                <a:spcPts val="0"/>
              </a:spcAft>
              <a:buSzPts val="3500"/>
              <a:buNone/>
              <a:defRPr/>
            </a:lvl3pPr>
            <a:lvl4pPr lvl="3" algn="l">
              <a:lnSpc>
                <a:spcPct val="100000"/>
              </a:lnSpc>
              <a:spcBef>
                <a:spcPts val="0"/>
              </a:spcBef>
              <a:spcAft>
                <a:spcPts val="0"/>
              </a:spcAft>
              <a:buSzPts val="3500"/>
              <a:buNone/>
              <a:defRPr/>
            </a:lvl4pPr>
            <a:lvl5pPr lvl="4" algn="l">
              <a:lnSpc>
                <a:spcPct val="100000"/>
              </a:lnSpc>
              <a:spcBef>
                <a:spcPts val="0"/>
              </a:spcBef>
              <a:spcAft>
                <a:spcPts val="0"/>
              </a:spcAft>
              <a:buSzPts val="3500"/>
              <a:buNone/>
              <a:defRPr/>
            </a:lvl5pPr>
            <a:lvl6pPr lvl="5" algn="l">
              <a:lnSpc>
                <a:spcPct val="100000"/>
              </a:lnSpc>
              <a:spcBef>
                <a:spcPts val="0"/>
              </a:spcBef>
              <a:spcAft>
                <a:spcPts val="0"/>
              </a:spcAft>
              <a:buSzPts val="3500"/>
              <a:buNone/>
              <a:defRPr/>
            </a:lvl6pPr>
            <a:lvl7pPr lvl="6" algn="l">
              <a:lnSpc>
                <a:spcPct val="100000"/>
              </a:lnSpc>
              <a:spcBef>
                <a:spcPts val="0"/>
              </a:spcBef>
              <a:spcAft>
                <a:spcPts val="0"/>
              </a:spcAft>
              <a:buSzPts val="3500"/>
              <a:buNone/>
              <a:defRPr/>
            </a:lvl7pPr>
            <a:lvl8pPr lvl="7" algn="l">
              <a:lnSpc>
                <a:spcPct val="100000"/>
              </a:lnSpc>
              <a:spcBef>
                <a:spcPts val="0"/>
              </a:spcBef>
              <a:spcAft>
                <a:spcPts val="0"/>
              </a:spcAft>
              <a:buSzPts val="3500"/>
              <a:buNone/>
              <a:defRPr/>
            </a:lvl8pPr>
            <a:lvl9pPr lvl="8" algn="l">
              <a:lnSpc>
                <a:spcPct val="100000"/>
              </a:lnSpc>
              <a:spcBef>
                <a:spcPts val="0"/>
              </a:spcBef>
              <a:spcAft>
                <a:spcPts val="0"/>
              </a:spcAft>
              <a:buSzPts val="3500"/>
              <a:buNone/>
              <a:defRPr/>
            </a:lvl9pPr>
          </a:lstStyle>
          <a:p/>
        </p:txBody>
      </p:sp>
      <p:sp>
        <p:nvSpPr>
          <p:cNvPr id="1016" name="Google Shape;1016;p36"/>
          <p:cNvSpPr txBox="1"/>
          <p:nvPr>
            <p:ph idx="1" type="subTitle"/>
          </p:nvPr>
        </p:nvSpPr>
        <p:spPr>
          <a:xfrm>
            <a:off x="4979302" y="3101124"/>
            <a:ext cx="2907600" cy="1010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b="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017" name="Google Shape;1017;p36"/>
          <p:cNvSpPr txBox="1"/>
          <p:nvPr>
            <p:ph idx="2" type="subTitle"/>
          </p:nvPr>
        </p:nvSpPr>
        <p:spPr>
          <a:xfrm>
            <a:off x="1257098" y="3101124"/>
            <a:ext cx="2907600" cy="1010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b="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018" name="Google Shape;1018;p36"/>
          <p:cNvSpPr txBox="1"/>
          <p:nvPr>
            <p:ph idx="3" type="subTitle"/>
          </p:nvPr>
        </p:nvSpPr>
        <p:spPr>
          <a:xfrm>
            <a:off x="1257098" y="2757625"/>
            <a:ext cx="2907600" cy="4197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Bebas Neue"/>
              <a:buNone/>
              <a:defRPr b="1" sz="2000">
                <a:solidFill>
                  <a:schemeClr val="dk1"/>
                </a:solidFill>
                <a:latin typeface="Barlow"/>
                <a:ea typeface="Barlow"/>
                <a:cs typeface="Barlow"/>
                <a:sym typeface="Barlow"/>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1019" name="Google Shape;1019;p36"/>
          <p:cNvSpPr txBox="1"/>
          <p:nvPr>
            <p:ph idx="4" type="subTitle"/>
          </p:nvPr>
        </p:nvSpPr>
        <p:spPr>
          <a:xfrm>
            <a:off x="4979302" y="2757625"/>
            <a:ext cx="2907600" cy="4197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Bebas Neue"/>
              <a:buNone/>
              <a:defRPr b="1" sz="2000">
                <a:solidFill>
                  <a:schemeClr val="dk1"/>
                </a:solidFill>
                <a:latin typeface="Barlow"/>
                <a:ea typeface="Barlow"/>
                <a:cs typeface="Barlow"/>
                <a:sym typeface="Barlow"/>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grpSp>
        <p:nvGrpSpPr>
          <p:cNvPr id="1020" name="Google Shape;1020;p36"/>
          <p:cNvGrpSpPr/>
          <p:nvPr/>
        </p:nvGrpSpPr>
        <p:grpSpPr>
          <a:xfrm>
            <a:off x="147880" y="139650"/>
            <a:ext cx="8848170" cy="4864225"/>
            <a:chOff x="147880" y="139650"/>
            <a:chExt cx="8848170" cy="4864225"/>
          </a:xfrm>
        </p:grpSpPr>
        <p:grpSp>
          <p:nvGrpSpPr>
            <p:cNvPr id="1021" name="Google Shape;1021;p36"/>
            <p:cNvGrpSpPr/>
            <p:nvPr/>
          </p:nvGrpSpPr>
          <p:grpSpPr>
            <a:xfrm rot="5400000">
              <a:off x="-250770" y="538300"/>
              <a:ext cx="950900" cy="153600"/>
              <a:chOff x="147950" y="139650"/>
              <a:chExt cx="950900" cy="153600"/>
            </a:xfrm>
          </p:grpSpPr>
          <p:sp>
            <p:nvSpPr>
              <p:cNvPr id="1022" name="Google Shape;1022;p36"/>
              <p:cNvSpPr/>
              <p:nvPr/>
            </p:nvSpPr>
            <p:spPr>
              <a:xfrm>
                <a:off x="147950" y="139650"/>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1023" name="Google Shape;1023;p36"/>
              <p:cNvSpPr/>
              <p:nvPr/>
            </p:nvSpPr>
            <p:spPr>
              <a:xfrm>
                <a:off x="347275" y="139650"/>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1024" name="Google Shape;1024;p36"/>
              <p:cNvSpPr/>
              <p:nvPr/>
            </p:nvSpPr>
            <p:spPr>
              <a:xfrm>
                <a:off x="546600" y="139650"/>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1025" name="Google Shape;1025;p36"/>
              <p:cNvSpPr/>
              <p:nvPr/>
            </p:nvSpPr>
            <p:spPr>
              <a:xfrm>
                <a:off x="745925" y="139650"/>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1026" name="Google Shape;1026;p36"/>
              <p:cNvSpPr/>
              <p:nvPr/>
            </p:nvSpPr>
            <p:spPr>
              <a:xfrm>
                <a:off x="945250" y="139650"/>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grpSp>
        <p:grpSp>
          <p:nvGrpSpPr>
            <p:cNvPr id="1027" name="Google Shape;1027;p36"/>
            <p:cNvGrpSpPr/>
            <p:nvPr/>
          </p:nvGrpSpPr>
          <p:grpSpPr>
            <a:xfrm>
              <a:off x="8842450" y="4052975"/>
              <a:ext cx="153600" cy="950900"/>
              <a:chOff x="147950" y="3855800"/>
              <a:chExt cx="153600" cy="950900"/>
            </a:xfrm>
          </p:grpSpPr>
          <p:sp>
            <p:nvSpPr>
              <p:cNvPr id="1028" name="Google Shape;1028;p36"/>
              <p:cNvSpPr/>
              <p:nvPr/>
            </p:nvSpPr>
            <p:spPr>
              <a:xfrm rot="-5400000">
                <a:off x="147950" y="4653100"/>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1029" name="Google Shape;1029;p36"/>
              <p:cNvSpPr/>
              <p:nvPr/>
            </p:nvSpPr>
            <p:spPr>
              <a:xfrm rot="-5400000">
                <a:off x="147950" y="4453775"/>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1030" name="Google Shape;1030;p36"/>
              <p:cNvSpPr/>
              <p:nvPr/>
            </p:nvSpPr>
            <p:spPr>
              <a:xfrm rot="-5400000">
                <a:off x="147950" y="4254450"/>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1031" name="Google Shape;1031;p36"/>
              <p:cNvSpPr/>
              <p:nvPr/>
            </p:nvSpPr>
            <p:spPr>
              <a:xfrm rot="-5400000">
                <a:off x="147950" y="4055125"/>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1032" name="Google Shape;1032;p36"/>
              <p:cNvSpPr/>
              <p:nvPr/>
            </p:nvSpPr>
            <p:spPr>
              <a:xfrm rot="-5400000">
                <a:off x="147950" y="3855800"/>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grpSp>
        <p:grpSp>
          <p:nvGrpSpPr>
            <p:cNvPr id="1033" name="Google Shape;1033;p36"/>
            <p:cNvGrpSpPr/>
            <p:nvPr/>
          </p:nvGrpSpPr>
          <p:grpSpPr>
            <a:xfrm>
              <a:off x="147950" y="4052975"/>
              <a:ext cx="153600" cy="950900"/>
              <a:chOff x="147950" y="3855800"/>
              <a:chExt cx="153600" cy="950900"/>
            </a:xfrm>
          </p:grpSpPr>
          <p:sp>
            <p:nvSpPr>
              <p:cNvPr id="1034" name="Google Shape;1034;p36"/>
              <p:cNvSpPr/>
              <p:nvPr/>
            </p:nvSpPr>
            <p:spPr>
              <a:xfrm rot="-5400000">
                <a:off x="147950" y="4653100"/>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1035" name="Google Shape;1035;p36"/>
              <p:cNvSpPr/>
              <p:nvPr/>
            </p:nvSpPr>
            <p:spPr>
              <a:xfrm rot="-5400000">
                <a:off x="147950" y="4453775"/>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1036" name="Google Shape;1036;p36"/>
              <p:cNvSpPr/>
              <p:nvPr/>
            </p:nvSpPr>
            <p:spPr>
              <a:xfrm rot="-5400000">
                <a:off x="147950" y="4254450"/>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1037" name="Google Shape;1037;p36"/>
              <p:cNvSpPr/>
              <p:nvPr/>
            </p:nvSpPr>
            <p:spPr>
              <a:xfrm rot="-5400000">
                <a:off x="147950" y="4055125"/>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1038" name="Google Shape;1038;p36"/>
              <p:cNvSpPr/>
              <p:nvPr/>
            </p:nvSpPr>
            <p:spPr>
              <a:xfrm rot="-5400000">
                <a:off x="147950" y="3855800"/>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grpSp>
        <p:grpSp>
          <p:nvGrpSpPr>
            <p:cNvPr id="1039" name="Google Shape;1039;p36"/>
            <p:cNvGrpSpPr/>
            <p:nvPr/>
          </p:nvGrpSpPr>
          <p:grpSpPr>
            <a:xfrm rot="5400000">
              <a:off x="8443800" y="538300"/>
              <a:ext cx="950900" cy="153600"/>
              <a:chOff x="147950" y="139650"/>
              <a:chExt cx="950900" cy="153600"/>
            </a:xfrm>
          </p:grpSpPr>
          <p:sp>
            <p:nvSpPr>
              <p:cNvPr id="1040" name="Google Shape;1040;p36"/>
              <p:cNvSpPr/>
              <p:nvPr/>
            </p:nvSpPr>
            <p:spPr>
              <a:xfrm>
                <a:off x="147950" y="139650"/>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1041" name="Google Shape;1041;p36"/>
              <p:cNvSpPr/>
              <p:nvPr/>
            </p:nvSpPr>
            <p:spPr>
              <a:xfrm>
                <a:off x="347275" y="139650"/>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1042" name="Google Shape;1042;p36"/>
              <p:cNvSpPr/>
              <p:nvPr/>
            </p:nvSpPr>
            <p:spPr>
              <a:xfrm>
                <a:off x="546600" y="139650"/>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1043" name="Google Shape;1043;p36"/>
              <p:cNvSpPr/>
              <p:nvPr/>
            </p:nvSpPr>
            <p:spPr>
              <a:xfrm>
                <a:off x="745925" y="139650"/>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1044" name="Google Shape;1044;p36"/>
              <p:cNvSpPr/>
              <p:nvPr/>
            </p:nvSpPr>
            <p:spPr>
              <a:xfrm>
                <a:off x="945250" y="139650"/>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grpSp>
      </p:gr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p:cSld name="CUSTOM_6">
    <p:spTree>
      <p:nvGrpSpPr>
        <p:cNvPr id="1045" name="Shape 1045"/>
        <p:cNvGrpSpPr/>
        <p:nvPr/>
      </p:nvGrpSpPr>
      <p:grpSpPr>
        <a:xfrm>
          <a:off x="0" y="0"/>
          <a:ext cx="0" cy="0"/>
          <a:chOff x="0" y="0"/>
          <a:chExt cx="0" cy="0"/>
        </a:xfrm>
      </p:grpSpPr>
      <p:sp>
        <p:nvSpPr>
          <p:cNvPr id="1046" name="Google Shape;1046;p37"/>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3500"/>
              <a:buNone/>
              <a:defRPr/>
            </a:lvl1pPr>
            <a:lvl2pPr lvl="1" algn="l">
              <a:lnSpc>
                <a:spcPct val="100000"/>
              </a:lnSpc>
              <a:spcBef>
                <a:spcPts val="0"/>
              </a:spcBef>
              <a:spcAft>
                <a:spcPts val="0"/>
              </a:spcAft>
              <a:buSzPts val="3500"/>
              <a:buNone/>
              <a:defRPr/>
            </a:lvl2pPr>
            <a:lvl3pPr lvl="2" algn="l">
              <a:lnSpc>
                <a:spcPct val="100000"/>
              </a:lnSpc>
              <a:spcBef>
                <a:spcPts val="0"/>
              </a:spcBef>
              <a:spcAft>
                <a:spcPts val="0"/>
              </a:spcAft>
              <a:buSzPts val="3500"/>
              <a:buNone/>
              <a:defRPr/>
            </a:lvl3pPr>
            <a:lvl4pPr lvl="3" algn="l">
              <a:lnSpc>
                <a:spcPct val="100000"/>
              </a:lnSpc>
              <a:spcBef>
                <a:spcPts val="0"/>
              </a:spcBef>
              <a:spcAft>
                <a:spcPts val="0"/>
              </a:spcAft>
              <a:buSzPts val="3500"/>
              <a:buNone/>
              <a:defRPr/>
            </a:lvl4pPr>
            <a:lvl5pPr lvl="4" algn="l">
              <a:lnSpc>
                <a:spcPct val="100000"/>
              </a:lnSpc>
              <a:spcBef>
                <a:spcPts val="0"/>
              </a:spcBef>
              <a:spcAft>
                <a:spcPts val="0"/>
              </a:spcAft>
              <a:buSzPts val="3500"/>
              <a:buNone/>
              <a:defRPr/>
            </a:lvl5pPr>
            <a:lvl6pPr lvl="5" algn="l">
              <a:lnSpc>
                <a:spcPct val="100000"/>
              </a:lnSpc>
              <a:spcBef>
                <a:spcPts val="0"/>
              </a:spcBef>
              <a:spcAft>
                <a:spcPts val="0"/>
              </a:spcAft>
              <a:buSzPts val="3500"/>
              <a:buNone/>
              <a:defRPr/>
            </a:lvl6pPr>
            <a:lvl7pPr lvl="6" algn="l">
              <a:lnSpc>
                <a:spcPct val="100000"/>
              </a:lnSpc>
              <a:spcBef>
                <a:spcPts val="0"/>
              </a:spcBef>
              <a:spcAft>
                <a:spcPts val="0"/>
              </a:spcAft>
              <a:buSzPts val="3500"/>
              <a:buNone/>
              <a:defRPr/>
            </a:lvl7pPr>
            <a:lvl8pPr lvl="7" algn="l">
              <a:lnSpc>
                <a:spcPct val="100000"/>
              </a:lnSpc>
              <a:spcBef>
                <a:spcPts val="0"/>
              </a:spcBef>
              <a:spcAft>
                <a:spcPts val="0"/>
              </a:spcAft>
              <a:buSzPts val="3500"/>
              <a:buNone/>
              <a:defRPr/>
            </a:lvl8pPr>
            <a:lvl9pPr lvl="8" algn="l">
              <a:lnSpc>
                <a:spcPct val="100000"/>
              </a:lnSpc>
              <a:spcBef>
                <a:spcPts val="0"/>
              </a:spcBef>
              <a:spcAft>
                <a:spcPts val="0"/>
              </a:spcAft>
              <a:buSzPts val="3500"/>
              <a:buNone/>
              <a:defRPr/>
            </a:lvl9pPr>
          </a:lstStyle>
          <a:p/>
        </p:txBody>
      </p:sp>
      <p:sp>
        <p:nvSpPr>
          <p:cNvPr id="1047" name="Google Shape;1047;p37"/>
          <p:cNvSpPr txBox="1"/>
          <p:nvPr>
            <p:ph idx="1" type="subTitle"/>
          </p:nvPr>
        </p:nvSpPr>
        <p:spPr>
          <a:xfrm>
            <a:off x="713227" y="3174927"/>
            <a:ext cx="2242500" cy="8694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048" name="Google Shape;1048;p37"/>
          <p:cNvSpPr txBox="1"/>
          <p:nvPr>
            <p:ph idx="2" type="subTitle"/>
          </p:nvPr>
        </p:nvSpPr>
        <p:spPr>
          <a:xfrm>
            <a:off x="3450750" y="3174927"/>
            <a:ext cx="2242500" cy="8694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049" name="Google Shape;1049;p37"/>
          <p:cNvSpPr txBox="1"/>
          <p:nvPr>
            <p:ph idx="3" type="subTitle"/>
          </p:nvPr>
        </p:nvSpPr>
        <p:spPr>
          <a:xfrm>
            <a:off x="6188273" y="3174927"/>
            <a:ext cx="2242500" cy="8694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050" name="Google Shape;1050;p37"/>
          <p:cNvSpPr txBox="1"/>
          <p:nvPr>
            <p:ph idx="4" type="subTitle"/>
          </p:nvPr>
        </p:nvSpPr>
        <p:spPr>
          <a:xfrm>
            <a:off x="713227" y="2850825"/>
            <a:ext cx="2242500" cy="4083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Bebas Neue"/>
              <a:buNone/>
              <a:defRPr b="1" sz="2000">
                <a:solidFill>
                  <a:schemeClr val="dk1"/>
                </a:solidFill>
                <a:latin typeface="Barlow"/>
                <a:ea typeface="Barlow"/>
                <a:cs typeface="Barlow"/>
                <a:sym typeface="Barlow"/>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1051" name="Google Shape;1051;p37"/>
          <p:cNvSpPr txBox="1"/>
          <p:nvPr>
            <p:ph idx="5" type="subTitle"/>
          </p:nvPr>
        </p:nvSpPr>
        <p:spPr>
          <a:xfrm>
            <a:off x="3450750" y="2850825"/>
            <a:ext cx="2242500" cy="4083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Bebas Neue"/>
              <a:buNone/>
              <a:defRPr b="1" sz="2000">
                <a:solidFill>
                  <a:schemeClr val="dk1"/>
                </a:solidFill>
                <a:latin typeface="Barlow"/>
                <a:ea typeface="Barlow"/>
                <a:cs typeface="Barlow"/>
                <a:sym typeface="Barlow"/>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1052" name="Google Shape;1052;p37"/>
          <p:cNvSpPr txBox="1"/>
          <p:nvPr>
            <p:ph idx="6" type="subTitle"/>
          </p:nvPr>
        </p:nvSpPr>
        <p:spPr>
          <a:xfrm>
            <a:off x="6188273" y="2850825"/>
            <a:ext cx="2242500" cy="4083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Bebas Neue"/>
              <a:buNone/>
              <a:defRPr b="1" sz="2000">
                <a:solidFill>
                  <a:schemeClr val="dk1"/>
                </a:solidFill>
                <a:latin typeface="Barlow"/>
                <a:ea typeface="Barlow"/>
                <a:cs typeface="Barlow"/>
                <a:sym typeface="Barlow"/>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grpSp>
        <p:nvGrpSpPr>
          <p:cNvPr id="1053" name="Google Shape;1053;p37"/>
          <p:cNvGrpSpPr/>
          <p:nvPr/>
        </p:nvGrpSpPr>
        <p:grpSpPr>
          <a:xfrm>
            <a:off x="147950" y="139650"/>
            <a:ext cx="8848100" cy="4864225"/>
            <a:chOff x="147950" y="139650"/>
            <a:chExt cx="8848100" cy="4864225"/>
          </a:xfrm>
        </p:grpSpPr>
        <p:grpSp>
          <p:nvGrpSpPr>
            <p:cNvPr id="1054" name="Google Shape;1054;p37"/>
            <p:cNvGrpSpPr/>
            <p:nvPr/>
          </p:nvGrpSpPr>
          <p:grpSpPr>
            <a:xfrm flipH="1">
              <a:off x="8045150" y="139650"/>
              <a:ext cx="950900" cy="153600"/>
              <a:chOff x="147950" y="139650"/>
              <a:chExt cx="950900" cy="153600"/>
            </a:xfrm>
          </p:grpSpPr>
          <p:sp>
            <p:nvSpPr>
              <p:cNvPr id="1055" name="Google Shape;1055;p37"/>
              <p:cNvSpPr/>
              <p:nvPr/>
            </p:nvSpPr>
            <p:spPr>
              <a:xfrm>
                <a:off x="147950" y="139650"/>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1056" name="Google Shape;1056;p37"/>
              <p:cNvSpPr/>
              <p:nvPr/>
            </p:nvSpPr>
            <p:spPr>
              <a:xfrm>
                <a:off x="347275" y="139650"/>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1057" name="Google Shape;1057;p37"/>
              <p:cNvSpPr/>
              <p:nvPr/>
            </p:nvSpPr>
            <p:spPr>
              <a:xfrm>
                <a:off x="546600" y="139650"/>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1058" name="Google Shape;1058;p37"/>
              <p:cNvSpPr/>
              <p:nvPr/>
            </p:nvSpPr>
            <p:spPr>
              <a:xfrm>
                <a:off x="745925" y="139650"/>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1059" name="Google Shape;1059;p37"/>
              <p:cNvSpPr/>
              <p:nvPr/>
            </p:nvSpPr>
            <p:spPr>
              <a:xfrm>
                <a:off x="945250" y="139650"/>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grpSp>
        <p:grpSp>
          <p:nvGrpSpPr>
            <p:cNvPr id="1060" name="Google Shape;1060;p37"/>
            <p:cNvGrpSpPr/>
            <p:nvPr/>
          </p:nvGrpSpPr>
          <p:grpSpPr>
            <a:xfrm flipH="1">
              <a:off x="147950" y="4850275"/>
              <a:ext cx="950900" cy="153600"/>
              <a:chOff x="8045150" y="4850275"/>
              <a:chExt cx="950900" cy="153600"/>
            </a:xfrm>
          </p:grpSpPr>
          <p:sp>
            <p:nvSpPr>
              <p:cNvPr id="1061" name="Google Shape;1061;p37"/>
              <p:cNvSpPr/>
              <p:nvPr/>
            </p:nvSpPr>
            <p:spPr>
              <a:xfrm>
                <a:off x="8045150" y="4850275"/>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1062" name="Google Shape;1062;p37"/>
              <p:cNvSpPr/>
              <p:nvPr/>
            </p:nvSpPr>
            <p:spPr>
              <a:xfrm>
                <a:off x="8244475" y="4850275"/>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1063" name="Google Shape;1063;p37"/>
              <p:cNvSpPr/>
              <p:nvPr/>
            </p:nvSpPr>
            <p:spPr>
              <a:xfrm>
                <a:off x="8443800" y="4850275"/>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1064" name="Google Shape;1064;p37"/>
              <p:cNvSpPr/>
              <p:nvPr/>
            </p:nvSpPr>
            <p:spPr>
              <a:xfrm>
                <a:off x="8643125" y="4850275"/>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1065" name="Google Shape;1065;p37"/>
              <p:cNvSpPr/>
              <p:nvPr/>
            </p:nvSpPr>
            <p:spPr>
              <a:xfrm>
                <a:off x="8842450" y="4850275"/>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grpSp>
        <p:grpSp>
          <p:nvGrpSpPr>
            <p:cNvPr id="1066" name="Google Shape;1066;p37"/>
            <p:cNvGrpSpPr/>
            <p:nvPr/>
          </p:nvGrpSpPr>
          <p:grpSpPr>
            <a:xfrm flipH="1">
              <a:off x="147950" y="139650"/>
              <a:ext cx="950900" cy="153600"/>
              <a:chOff x="147950" y="139650"/>
              <a:chExt cx="950900" cy="153600"/>
            </a:xfrm>
          </p:grpSpPr>
          <p:sp>
            <p:nvSpPr>
              <p:cNvPr id="1067" name="Google Shape;1067;p37"/>
              <p:cNvSpPr/>
              <p:nvPr/>
            </p:nvSpPr>
            <p:spPr>
              <a:xfrm>
                <a:off x="147950" y="139650"/>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1068" name="Google Shape;1068;p37"/>
              <p:cNvSpPr/>
              <p:nvPr/>
            </p:nvSpPr>
            <p:spPr>
              <a:xfrm>
                <a:off x="347275" y="139650"/>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1069" name="Google Shape;1069;p37"/>
              <p:cNvSpPr/>
              <p:nvPr/>
            </p:nvSpPr>
            <p:spPr>
              <a:xfrm>
                <a:off x="546600" y="139650"/>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1070" name="Google Shape;1070;p37"/>
              <p:cNvSpPr/>
              <p:nvPr/>
            </p:nvSpPr>
            <p:spPr>
              <a:xfrm>
                <a:off x="745925" y="139650"/>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1071" name="Google Shape;1071;p37"/>
              <p:cNvSpPr/>
              <p:nvPr/>
            </p:nvSpPr>
            <p:spPr>
              <a:xfrm>
                <a:off x="945250" y="139650"/>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grpSp>
        <p:grpSp>
          <p:nvGrpSpPr>
            <p:cNvPr id="1072" name="Google Shape;1072;p37"/>
            <p:cNvGrpSpPr/>
            <p:nvPr/>
          </p:nvGrpSpPr>
          <p:grpSpPr>
            <a:xfrm flipH="1">
              <a:off x="8045150" y="4850275"/>
              <a:ext cx="950900" cy="153600"/>
              <a:chOff x="8045150" y="4850275"/>
              <a:chExt cx="950900" cy="153600"/>
            </a:xfrm>
          </p:grpSpPr>
          <p:sp>
            <p:nvSpPr>
              <p:cNvPr id="1073" name="Google Shape;1073;p37"/>
              <p:cNvSpPr/>
              <p:nvPr/>
            </p:nvSpPr>
            <p:spPr>
              <a:xfrm>
                <a:off x="8045150" y="4850275"/>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1074" name="Google Shape;1074;p37"/>
              <p:cNvSpPr/>
              <p:nvPr/>
            </p:nvSpPr>
            <p:spPr>
              <a:xfrm>
                <a:off x="8244475" y="4850275"/>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1075" name="Google Shape;1075;p37"/>
              <p:cNvSpPr/>
              <p:nvPr/>
            </p:nvSpPr>
            <p:spPr>
              <a:xfrm>
                <a:off x="8443800" y="4850275"/>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1076" name="Google Shape;1076;p37"/>
              <p:cNvSpPr/>
              <p:nvPr/>
            </p:nvSpPr>
            <p:spPr>
              <a:xfrm>
                <a:off x="8643125" y="4850275"/>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1077" name="Google Shape;1077;p37"/>
              <p:cNvSpPr/>
              <p:nvPr/>
            </p:nvSpPr>
            <p:spPr>
              <a:xfrm>
                <a:off x="8842450" y="4850275"/>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grpSp>
      </p:gr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noFill/>
      </p:bgPr>
    </p:bg>
    <p:spTree>
      <p:nvGrpSpPr>
        <p:cNvPr id="1078" name="Shape 1078"/>
        <p:cNvGrpSpPr/>
        <p:nvPr/>
      </p:nvGrpSpPr>
      <p:grpSpPr>
        <a:xfrm>
          <a:off x="0" y="0"/>
          <a:ext cx="0" cy="0"/>
          <a:chOff x="0" y="0"/>
          <a:chExt cx="0" cy="0"/>
        </a:xfrm>
      </p:grpSpPr>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p:cSld name="CUSTOM_9">
    <p:spTree>
      <p:nvGrpSpPr>
        <p:cNvPr id="1079" name="Shape 1079"/>
        <p:cNvGrpSpPr/>
        <p:nvPr/>
      </p:nvGrpSpPr>
      <p:grpSpPr>
        <a:xfrm>
          <a:off x="0" y="0"/>
          <a:ext cx="0" cy="0"/>
          <a:chOff x="0" y="0"/>
          <a:chExt cx="0" cy="0"/>
        </a:xfrm>
      </p:grpSpPr>
      <p:grpSp>
        <p:nvGrpSpPr>
          <p:cNvPr id="1080" name="Google Shape;1080;p39"/>
          <p:cNvGrpSpPr/>
          <p:nvPr/>
        </p:nvGrpSpPr>
        <p:grpSpPr>
          <a:xfrm>
            <a:off x="147880" y="139650"/>
            <a:ext cx="8848170" cy="4864225"/>
            <a:chOff x="147880" y="139650"/>
            <a:chExt cx="8848170" cy="4864225"/>
          </a:xfrm>
        </p:grpSpPr>
        <p:grpSp>
          <p:nvGrpSpPr>
            <p:cNvPr id="1081" name="Google Shape;1081;p39"/>
            <p:cNvGrpSpPr/>
            <p:nvPr/>
          </p:nvGrpSpPr>
          <p:grpSpPr>
            <a:xfrm rot="5400000">
              <a:off x="-250770" y="538300"/>
              <a:ext cx="950900" cy="153600"/>
              <a:chOff x="147950" y="139650"/>
              <a:chExt cx="950900" cy="153600"/>
            </a:xfrm>
          </p:grpSpPr>
          <p:sp>
            <p:nvSpPr>
              <p:cNvPr id="1082" name="Google Shape;1082;p39"/>
              <p:cNvSpPr/>
              <p:nvPr/>
            </p:nvSpPr>
            <p:spPr>
              <a:xfrm>
                <a:off x="147950" y="139650"/>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1083" name="Google Shape;1083;p39"/>
              <p:cNvSpPr/>
              <p:nvPr/>
            </p:nvSpPr>
            <p:spPr>
              <a:xfrm>
                <a:off x="347275" y="139650"/>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1084" name="Google Shape;1084;p39"/>
              <p:cNvSpPr/>
              <p:nvPr/>
            </p:nvSpPr>
            <p:spPr>
              <a:xfrm>
                <a:off x="546600" y="139650"/>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1085" name="Google Shape;1085;p39"/>
              <p:cNvSpPr/>
              <p:nvPr/>
            </p:nvSpPr>
            <p:spPr>
              <a:xfrm>
                <a:off x="745925" y="139650"/>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1086" name="Google Shape;1086;p39"/>
              <p:cNvSpPr/>
              <p:nvPr/>
            </p:nvSpPr>
            <p:spPr>
              <a:xfrm>
                <a:off x="945250" y="139650"/>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grpSp>
        <p:grpSp>
          <p:nvGrpSpPr>
            <p:cNvPr id="1087" name="Google Shape;1087;p39"/>
            <p:cNvGrpSpPr/>
            <p:nvPr/>
          </p:nvGrpSpPr>
          <p:grpSpPr>
            <a:xfrm>
              <a:off x="8842450" y="4052975"/>
              <a:ext cx="153600" cy="950900"/>
              <a:chOff x="147950" y="3855800"/>
              <a:chExt cx="153600" cy="950900"/>
            </a:xfrm>
          </p:grpSpPr>
          <p:sp>
            <p:nvSpPr>
              <p:cNvPr id="1088" name="Google Shape;1088;p39"/>
              <p:cNvSpPr/>
              <p:nvPr/>
            </p:nvSpPr>
            <p:spPr>
              <a:xfrm rot="-5400000">
                <a:off x="147950" y="4653100"/>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1089" name="Google Shape;1089;p39"/>
              <p:cNvSpPr/>
              <p:nvPr/>
            </p:nvSpPr>
            <p:spPr>
              <a:xfrm rot="-5400000">
                <a:off x="147950" y="4453775"/>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1090" name="Google Shape;1090;p39"/>
              <p:cNvSpPr/>
              <p:nvPr/>
            </p:nvSpPr>
            <p:spPr>
              <a:xfrm rot="-5400000">
                <a:off x="147950" y="4254450"/>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1091" name="Google Shape;1091;p39"/>
              <p:cNvSpPr/>
              <p:nvPr/>
            </p:nvSpPr>
            <p:spPr>
              <a:xfrm rot="-5400000">
                <a:off x="147950" y="4055125"/>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1092" name="Google Shape;1092;p39"/>
              <p:cNvSpPr/>
              <p:nvPr/>
            </p:nvSpPr>
            <p:spPr>
              <a:xfrm rot="-5400000">
                <a:off x="147950" y="3855800"/>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grpSp>
        <p:grpSp>
          <p:nvGrpSpPr>
            <p:cNvPr id="1093" name="Google Shape;1093;p39"/>
            <p:cNvGrpSpPr/>
            <p:nvPr/>
          </p:nvGrpSpPr>
          <p:grpSpPr>
            <a:xfrm>
              <a:off x="147950" y="4052975"/>
              <a:ext cx="153600" cy="950900"/>
              <a:chOff x="147950" y="3855800"/>
              <a:chExt cx="153600" cy="950900"/>
            </a:xfrm>
          </p:grpSpPr>
          <p:sp>
            <p:nvSpPr>
              <p:cNvPr id="1094" name="Google Shape;1094;p39"/>
              <p:cNvSpPr/>
              <p:nvPr/>
            </p:nvSpPr>
            <p:spPr>
              <a:xfrm rot="-5400000">
                <a:off x="147950" y="4653100"/>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1095" name="Google Shape;1095;p39"/>
              <p:cNvSpPr/>
              <p:nvPr/>
            </p:nvSpPr>
            <p:spPr>
              <a:xfrm rot="-5400000">
                <a:off x="147950" y="4453775"/>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1096" name="Google Shape;1096;p39"/>
              <p:cNvSpPr/>
              <p:nvPr/>
            </p:nvSpPr>
            <p:spPr>
              <a:xfrm rot="-5400000">
                <a:off x="147950" y="4254450"/>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1097" name="Google Shape;1097;p39"/>
              <p:cNvSpPr/>
              <p:nvPr/>
            </p:nvSpPr>
            <p:spPr>
              <a:xfrm rot="-5400000">
                <a:off x="147950" y="4055125"/>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1098" name="Google Shape;1098;p39"/>
              <p:cNvSpPr/>
              <p:nvPr/>
            </p:nvSpPr>
            <p:spPr>
              <a:xfrm rot="-5400000">
                <a:off x="147950" y="3855800"/>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grpSp>
        <p:grpSp>
          <p:nvGrpSpPr>
            <p:cNvPr id="1099" name="Google Shape;1099;p39"/>
            <p:cNvGrpSpPr/>
            <p:nvPr/>
          </p:nvGrpSpPr>
          <p:grpSpPr>
            <a:xfrm rot="5400000">
              <a:off x="8443800" y="538300"/>
              <a:ext cx="950900" cy="153600"/>
              <a:chOff x="147950" y="139650"/>
              <a:chExt cx="950900" cy="153600"/>
            </a:xfrm>
          </p:grpSpPr>
          <p:sp>
            <p:nvSpPr>
              <p:cNvPr id="1100" name="Google Shape;1100;p39"/>
              <p:cNvSpPr/>
              <p:nvPr/>
            </p:nvSpPr>
            <p:spPr>
              <a:xfrm>
                <a:off x="147950" y="139650"/>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1101" name="Google Shape;1101;p39"/>
              <p:cNvSpPr/>
              <p:nvPr/>
            </p:nvSpPr>
            <p:spPr>
              <a:xfrm>
                <a:off x="347275" y="139650"/>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1102" name="Google Shape;1102;p39"/>
              <p:cNvSpPr/>
              <p:nvPr/>
            </p:nvSpPr>
            <p:spPr>
              <a:xfrm>
                <a:off x="546600" y="139650"/>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1103" name="Google Shape;1103;p39"/>
              <p:cNvSpPr/>
              <p:nvPr/>
            </p:nvSpPr>
            <p:spPr>
              <a:xfrm>
                <a:off x="745925" y="139650"/>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1104" name="Google Shape;1104;p39"/>
              <p:cNvSpPr/>
              <p:nvPr/>
            </p:nvSpPr>
            <p:spPr>
              <a:xfrm>
                <a:off x="945250" y="139650"/>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grpSp>
      </p:grpSp>
      <p:grpSp>
        <p:nvGrpSpPr>
          <p:cNvPr id="1105" name="Google Shape;1105;p39"/>
          <p:cNvGrpSpPr/>
          <p:nvPr/>
        </p:nvGrpSpPr>
        <p:grpSpPr>
          <a:xfrm>
            <a:off x="713223" y="625260"/>
            <a:ext cx="1051049" cy="1045144"/>
            <a:chOff x="1651173" y="3330753"/>
            <a:chExt cx="1051049" cy="1045144"/>
          </a:xfrm>
        </p:grpSpPr>
        <p:sp>
          <p:nvSpPr>
            <p:cNvPr id="1106" name="Google Shape;1106;p39"/>
            <p:cNvSpPr/>
            <p:nvPr/>
          </p:nvSpPr>
          <p:spPr>
            <a:xfrm>
              <a:off x="1651181" y="3330753"/>
              <a:ext cx="1051041" cy="1045144"/>
            </a:xfrm>
            <a:custGeom>
              <a:rect b="b" l="l" r="r" t="t"/>
              <a:pathLst>
                <a:path extrusionOk="0" h="24987" w="25131">
                  <a:moveTo>
                    <a:pt x="15533" y="0"/>
                  </a:moveTo>
                  <a:cubicBezTo>
                    <a:pt x="15375" y="0"/>
                    <a:pt x="15183" y="8"/>
                    <a:pt x="14954" y="27"/>
                  </a:cubicBezTo>
                  <a:cubicBezTo>
                    <a:pt x="12922" y="197"/>
                    <a:pt x="10164" y="1200"/>
                    <a:pt x="9082" y="3526"/>
                  </a:cubicBezTo>
                  <a:cubicBezTo>
                    <a:pt x="7569" y="6803"/>
                    <a:pt x="9443" y="9306"/>
                    <a:pt x="9738" y="9666"/>
                  </a:cubicBezTo>
                  <a:cubicBezTo>
                    <a:pt x="10570" y="10741"/>
                    <a:pt x="10747" y="11612"/>
                    <a:pt x="10144" y="12379"/>
                  </a:cubicBezTo>
                  <a:cubicBezTo>
                    <a:pt x="9563" y="13115"/>
                    <a:pt x="8607" y="13426"/>
                    <a:pt x="7475" y="13426"/>
                  </a:cubicBezTo>
                  <a:cubicBezTo>
                    <a:pt x="6743" y="13426"/>
                    <a:pt x="5937" y="13296"/>
                    <a:pt x="5111" y="13067"/>
                  </a:cubicBezTo>
                  <a:cubicBezTo>
                    <a:pt x="3001" y="12490"/>
                    <a:pt x="2661" y="12038"/>
                    <a:pt x="2182" y="11580"/>
                  </a:cubicBezTo>
                  <a:cubicBezTo>
                    <a:pt x="1946" y="11356"/>
                    <a:pt x="1728" y="11238"/>
                    <a:pt x="1530" y="11238"/>
                  </a:cubicBezTo>
                  <a:cubicBezTo>
                    <a:pt x="857" y="11238"/>
                    <a:pt x="406" y="12590"/>
                    <a:pt x="229" y="15747"/>
                  </a:cubicBezTo>
                  <a:cubicBezTo>
                    <a:pt x="0" y="19777"/>
                    <a:pt x="1055" y="22267"/>
                    <a:pt x="4377" y="23814"/>
                  </a:cubicBezTo>
                  <a:cubicBezTo>
                    <a:pt x="6242" y="24680"/>
                    <a:pt x="9285" y="24987"/>
                    <a:pt x="12384" y="24987"/>
                  </a:cubicBezTo>
                  <a:cubicBezTo>
                    <a:pt x="14817" y="24987"/>
                    <a:pt x="17286" y="24798"/>
                    <a:pt x="19246" y="24541"/>
                  </a:cubicBezTo>
                  <a:cubicBezTo>
                    <a:pt x="24056" y="23912"/>
                    <a:pt x="25130" y="20911"/>
                    <a:pt x="24678" y="18191"/>
                  </a:cubicBezTo>
                  <a:cubicBezTo>
                    <a:pt x="24331" y="16108"/>
                    <a:pt x="22063" y="14306"/>
                    <a:pt x="20052" y="13382"/>
                  </a:cubicBezTo>
                  <a:cubicBezTo>
                    <a:pt x="18833" y="12825"/>
                    <a:pt x="18335" y="12215"/>
                    <a:pt x="18237" y="11593"/>
                  </a:cubicBezTo>
                  <a:cubicBezTo>
                    <a:pt x="18158" y="11114"/>
                    <a:pt x="18387" y="10669"/>
                    <a:pt x="18525" y="10446"/>
                  </a:cubicBezTo>
                  <a:cubicBezTo>
                    <a:pt x="18820" y="10086"/>
                    <a:pt x="19075" y="9699"/>
                    <a:pt x="19292" y="9293"/>
                  </a:cubicBezTo>
                  <a:cubicBezTo>
                    <a:pt x="19309" y="9294"/>
                    <a:pt x="19325" y="9295"/>
                    <a:pt x="19341" y="9295"/>
                  </a:cubicBezTo>
                  <a:cubicBezTo>
                    <a:pt x="19701" y="9295"/>
                    <a:pt x="19846" y="9005"/>
                    <a:pt x="20524" y="9005"/>
                  </a:cubicBezTo>
                  <a:cubicBezTo>
                    <a:pt x="20633" y="9005"/>
                    <a:pt x="20757" y="9013"/>
                    <a:pt x="20897" y="9031"/>
                  </a:cubicBezTo>
                  <a:cubicBezTo>
                    <a:pt x="21835" y="9151"/>
                    <a:pt x="22534" y="9464"/>
                    <a:pt x="22847" y="9464"/>
                  </a:cubicBezTo>
                  <a:cubicBezTo>
                    <a:pt x="22925" y="9464"/>
                    <a:pt x="22980" y="9445"/>
                    <a:pt x="23007" y="9398"/>
                  </a:cubicBezTo>
                  <a:cubicBezTo>
                    <a:pt x="23145" y="9155"/>
                    <a:pt x="22693" y="8343"/>
                    <a:pt x="22005" y="7982"/>
                  </a:cubicBezTo>
                  <a:cubicBezTo>
                    <a:pt x="22005" y="7982"/>
                    <a:pt x="22037" y="7962"/>
                    <a:pt x="22090" y="7930"/>
                  </a:cubicBezTo>
                  <a:lnTo>
                    <a:pt x="22142" y="7904"/>
                  </a:lnTo>
                  <a:lnTo>
                    <a:pt x="22149" y="7904"/>
                  </a:lnTo>
                  <a:lnTo>
                    <a:pt x="22201" y="7864"/>
                  </a:lnTo>
                  <a:lnTo>
                    <a:pt x="22214" y="7858"/>
                  </a:lnTo>
                  <a:lnTo>
                    <a:pt x="22280" y="7812"/>
                  </a:lnTo>
                  <a:lnTo>
                    <a:pt x="22293" y="7805"/>
                  </a:lnTo>
                  <a:cubicBezTo>
                    <a:pt x="22312" y="7786"/>
                    <a:pt x="22339" y="7772"/>
                    <a:pt x="22365" y="7753"/>
                  </a:cubicBezTo>
                  <a:lnTo>
                    <a:pt x="22371" y="7746"/>
                  </a:lnTo>
                  <a:lnTo>
                    <a:pt x="22444" y="7694"/>
                  </a:lnTo>
                  <a:lnTo>
                    <a:pt x="22457" y="7681"/>
                  </a:lnTo>
                  <a:cubicBezTo>
                    <a:pt x="22483" y="7655"/>
                    <a:pt x="22509" y="7635"/>
                    <a:pt x="22535" y="7615"/>
                  </a:cubicBezTo>
                  <a:lnTo>
                    <a:pt x="22555" y="7596"/>
                  </a:lnTo>
                  <a:cubicBezTo>
                    <a:pt x="22581" y="7569"/>
                    <a:pt x="22614" y="7550"/>
                    <a:pt x="22640" y="7523"/>
                  </a:cubicBezTo>
                  <a:lnTo>
                    <a:pt x="22653" y="7504"/>
                  </a:lnTo>
                  <a:cubicBezTo>
                    <a:pt x="22679" y="7484"/>
                    <a:pt x="22712" y="7458"/>
                    <a:pt x="22738" y="7425"/>
                  </a:cubicBezTo>
                  <a:lnTo>
                    <a:pt x="22752" y="7412"/>
                  </a:lnTo>
                  <a:cubicBezTo>
                    <a:pt x="22778" y="7386"/>
                    <a:pt x="22811" y="7353"/>
                    <a:pt x="22837" y="7320"/>
                  </a:cubicBezTo>
                  <a:lnTo>
                    <a:pt x="22856" y="7301"/>
                  </a:lnTo>
                  <a:cubicBezTo>
                    <a:pt x="22889" y="7268"/>
                    <a:pt x="22915" y="7235"/>
                    <a:pt x="22948" y="7202"/>
                  </a:cubicBezTo>
                  <a:lnTo>
                    <a:pt x="22961" y="7176"/>
                  </a:lnTo>
                  <a:cubicBezTo>
                    <a:pt x="22994" y="7143"/>
                    <a:pt x="23027" y="7104"/>
                    <a:pt x="23053" y="7065"/>
                  </a:cubicBezTo>
                  <a:lnTo>
                    <a:pt x="23066" y="7052"/>
                  </a:lnTo>
                  <a:cubicBezTo>
                    <a:pt x="23092" y="7012"/>
                    <a:pt x="23118" y="6973"/>
                    <a:pt x="23145" y="6934"/>
                  </a:cubicBezTo>
                  <a:lnTo>
                    <a:pt x="23158" y="6914"/>
                  </a:lnTo>
                  <a:cubicBezTo>
                    <a:pt x="23184" y="6875"/>
                    <a:pt x="23217" y="6829"/>
                    <a:pt x="23243" y="6783"/>
                  </a:cubicBezTo>
                  <a:cubicBezTo>
                    <a:pt x="23243" y="6776"/>
                    <a:pt x="23250" y="6770"/>
                    <a:pt x="23256" y="6757"/>
                  </a:cubicBezTo>
                  <a:cubicBezTo>
                    <a:pt x="23282" y="6711"/>
                    <a:pt x="23309" y="6665"/>
                    <a:pt x="23341" y="6619"/>
                  </a:cubicBezTo>
                  <a:cubicBezTo>
                    <a:pt x="23341" y="6613"/>
                    <a:pt x="23348" y="6600"/>
                    <a:pt x="23354" y="6593"/>
                  </a:cubicBezTo>
                  <a:cubicBezTo>
                    <a:pt x="23381" y="6541"/>
                    <a:pt x="23407" y="6488"/>
                    <a:pt x="23433" y="6436"/>
                  </a:cubicBezTo>
                  <a:cubicBezTo>
                    <a:pt x="23851" y="5563"/>
                    <a:pt x="23846" y="4821"/>
                    <a:pt x="23393" y="4821"/>
                  </a:cubicBezTo>
                  <a:cubicBezTo>
                    <a:pt x="23271" y="4821"/>
                    <a:pt x="23116" y="4875"/>
                    <a:pt x="22928" y="4994"/>
                  </a:cubicBezTo>
                  <a:cubicBezTo>
                    <a:pt x="22447" y="5297"/>
                    <a:pt x="21859" y="5552"/>
                    <a:pt x="21227" y="5552"/>
                  </a:cubicBezTo>
                  <a:cubicBezTo>
                    <a:pt x="20698" y="5552"/>
                    <a:pt x="20139" y="5373"/>
                    <a:pt x="19587" y="4896"/>
                  </a:cubicBezTo>
                  <a:cubicBezTo>
                    <a:pt x="19357" y="3808"/>
                    <a:pt x="18735" y="2838"/>
                    <a:pt x="17830" y="2183"/>
                  </a:cubicBezTo>
                  <a:cubicBezTo>
                    <a:pt x="17830" y="2183"/>
                    <a:pt x="19259" y="1691"/>
                    <a:pt x="18695" y="1305"/>
                  </a:cubicBezTo>
                  <a:cubicBezTo>
                    <a:pt x="18501" y="1168"/>
                    <a:pt x="18209" y="1123"/>
                    <a:pt x="17912" y="1123"/>
                  </a:cubicBezTo>
                  <a:cubicBezTo>
                    <a:pt x="17357" y="1123"/>
                    <a:pt x="16782" y="1279"/>
                    <a:pt x="16782" y="1279"/>
                  </a:cubicBezTo>
                  <a:cubicBezTo>
                    <a:pt x="16782" y="1279"/>
                    <a:pt x="18348" y="735"/>
                    <a:pt x="17765" y="512"/>
                  </a:cubicBezTo>
                  <a:cubicBezTo>
                    <a:pt x="17564" y="434"/>
                    <a:pt x="17296" y="408"/>
                    <a:pt x="17029" y="408"/>
                  </a:cubicBezTo>
                  <a:cubicBezTo>
                    <a:pt x="16510" y="408"/>
                    <a:pt x="15996" y="505"/>
                    <a:pt x="15996" y="505"/>
                  </a:cubicBezTo>
                  <a:cubicBezTo>
                    <a:pt x="15996" y="505"/>
                    <a:pt x="16774" y="0"/>
                    <a:pt x="15533" y="0"/>
                  </a:cubicBezTo>
                  <a:close/>
                </a:path>
              </a:pathLst>
            </a:custGeom>
            <a:solidFill>
              <a:schemeClr val="dk1"/>
            </a:solidFill>
            <a:ln cap="flat" cmpd="sng" w="1143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07" name="Google Shape;1107;p39"/>
            <p:cNvSpPr/>
            <p:nvPr/>
          </p:nvSpPr>
          <p:spPr>
            <a:xfrm>
              <a:off x="1651173" y="3330753"/>
              <a:ext cx="1051041" cy="1045144"/>
            </a:xfrm>
            <a:custGeom>
              <a:rect b="b" l="l" r="r" t="t"/>
              <a:pathLst>
                <a:path extrusionOk="0" h="24987" w="25131">
                  <a:moveTo>
                    <a:pt x="15533" y="0"/>
                  </a:moveTo>
                  <a:cubicBezTo>
                    <a:pt x="15375" y="0"/>
                    <a:pt x="15184" y="8"/>
                    <a:pt x="14954" y="27"/>
                  </a:cubicBezTo>
                  <a:cubicBezTo>
                    <a:pt x="12923" y="197"/>
                    <a:pt x="10164" y="1200"/>
                    <a:pt x="9083" y="3533"/>
                  </a:cubicBezTo>
                  <a:cubicBezTo>
                    <a:pt x="7569" y="6809"/>
                    <a:pt x="9443" y="9306"/>
                    <a:pt x="9738" y="9666"/>
                  </a:cubicBezTo>
                  <a:cubicBezTo>
                    <a:pt x="10570" y="10741"/>
                    <a:pt x="10747" y="11619"/>
                    <a:pt x="10144" y="12379"/>
                  </a:cubicBezTo>
                  <a:cubicBezTo>
                    <a:pt x="9562" y="13117"/>
                    <a:pt x="8605" y="13428"/>
                    <a:pt x="7470" y="13428"/>
                  </a:cubicBezTo>
                  <a:cubicBezTo>
                    <a:pt x="6741" y="13428"/>
                    <a:pt x="5937" y="13299"/>
                    <a:pt x="5112" y="13074"/>
                  </a:cubicBezTo>
                  <a:cubicBezTo>
                    <a:pt x="3008" y="12490"/>
                    <a:pt x="2661" y="12038"/>
                    <a:pt x="2189" y="11580"/>
                  </a:cubicBezTo>
                  <a:cubicBezTo>
                    <a:pt x="1953" y="11356"/>
                    <a:pt x="1735" y="11238"/>
                    <a:pt x="1536" y="11238"/>
                  </a:cubicBezTo>
                  <a:cubicBezTo>
                    <a:pt x="861" y="11238"/>
                    <a:pt x="407" y="12590"/>
                    <a:pt x="230" y="15747"/>
                  </a:cubicBezTo>
                  <a:cubicBezTo>
                    <a:pt x="0" y="19777"/>
                    <a:pt x="1055" y="22274"/>
                    <a:pt x="4384" y="23814"/>
                  </a:cubicBezTo>
                  <a:cubicBezTo>
                    <a:pt x="6245" y="24680"/>
                    <a:pt x="9286" y="24987"/>
                    <a:pt x="12384" y="24987"/>
                  </a:cubicBezTo>
                  <a:cubicBezTo>
                    <a:pt x="14818" y="24987"/>
                    <a:pt x="17286" y="24798"/>
                    <a:pt x="19246" y="24541"/>
                  </a:cubicBezTo>
                  <a:cubicBezTo>
                    <a:pt x="24056" y="23912"/>
                    <a:pt x="25130" y="20911"/>
                    <a:pt x="24678" y="18191"/>
                  </a:cubicBezTo>
                  <a:cubicBezTo>
                    <a:pt x="24331" y="16108"/>
                    <a:pt x="22064" y="14306"/>
                    <a:pt x="20052" y="13382"/>
                  </a:cubicBezTo>
                  <a:cubicBezTo>
                    <a:pt x="18833" y="12825"/>
                    <a:pt x="18335" y="12215"/>
                    <a:pt x="18237" y="11593"/>
                  </a:cubicBezTo>
                  <a:cubicBezTo>
                    <a:pt x="18158" y="11114"/>
                    <a:pt x="18388" y="10669"/>
                    <a:pt x="18525" y="10446"/>
                  </a:cubicBezTo>
                  <a:cubicBezTo>
                    <a:pt x="20150" y="8467"/>
                    <a:pt x="19941" y="6724"/>
                    <a:pt x="19606" y="4968"/>
                  </a:cubicBezTo>
                  <a:cubicBezTo>
                    <a:pt x="19390" y="3847"/>
                    <a:pt x="18761" y="2851"/>
                    <a:pt x="17837" y="2183"/>
                  </a:cubicBezTo>
                  <a:cubicBezTo>
                    <a:pt x="17837" y="2183"/>
                    <a:pt x="19259" y="1691"/>
                    <a:pt x="18702" y="1305"/>
                  </a:cubicBezTo>
                  <a:cubicBezTo>
                    <a:pt x="18506" y="1168"/>
                    <a:pt x="18212" y="1123"/>
                    <a:pt x="17914" y="1123"/>
                  </a:cubicBezTo>
                  <a:cubicBezTo>
                    <a:pt x="17357" y="1123"/>
                    <a:pt x="16782" y="1279"/>
                    <a:pt x="16782" y="1279"/>
                  </a:cubicBezTo>
                  <a:cubicBezTo>
                    <a:pt x="16782" y="1279"/>
                    <a:pt x="18348" y="735"/>
                    <a:pt x="17765" y="512"/>
                  </a:cubicBezTo>
                  <a:cubicBezTo>
                    <a:pt x="17567" y="434"/>
                    <a:pt x="17299" y="408"/>
                    <a:pt x="17032" y="408"/>
                  </a:cubicBezTo>
                  <a:cubicBezTo>
                    <a:pt x="16513" y="408"/>
                    <a:pt x="15996" y="505"/>
                    <a:pt x="15996" y="505"/>
                  </a:cubicBezTo>
                  <a:cubicBezTo>
                    <a:pt x="15996" y="505"/>
                    <a:pt x="16774" y="0"/>
                    <a:pt x="15533"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08" name="Google Shape;1108;p39"/>
            <p:cNvSpPr/>
            <p:nvPr/>
          </p:nvSpPr>
          <p:spPr>
            <a:xfrm>
              <a:off x="2423734" y="3532365"/>
              <a:ext cx="225047" cy="194289"/>
            </a:xfrm>
            <a:custGeom>
              <a:rect b="b" l="l" r="r" t="t"/>
              <a:pathLst>
                <a:path extrusionOk="0" h="4645" w="5381">
                  <a:moveTo>
                    <a:pt x="4927" y="1"/>
                  </a:moveTo>
                  <a:cubicBezTo>
                    <a:pt x="4805" y="1"/>
                    <a:pt x="4651" y="55"/>
                    <a:pt x="4463" y="174"/>
                  </a:cubicBezTo>
                  <a:cubicBezTo>
                    <a:pt x="3982" y="477"/>
                    <a:pt x="3391" y="732"/>
                    <a:pt x="2758" y="732"/>
                  </a:cubicBezTo>
                  <a:cubicBezTo>
                    <a:pt x="2228" y="732"/>
                    <a:pt x="1667" y="553"/>
                    <a:pt x="1115" y="76"/>
                  </a:cubicBezTo>
                  <a:cubicBezTo>
                    <a:pt x="1115" y="76"/>
                    <a:pt x="1108" y="75"/>
                    <a:pt x="1097" y="75"/>
                  </a:cubicBezTo>
                  <a:cubicBezTo>
                    <a:pt x="990" y="75"/>
                    <a:pt x="430" y="108"/>
                    <a:pt x="400" y="777"/>
                  </a:cubicBezTo>
                  <a:cubicBezTo>
                    <a:pt x="361" y="1511"/>
                    <a:pt x="617" y="1760"/>
                    <a:pt x="368" y="2395"/>
                  </a:cubicBezTo>
                  <a:cubicBezTo>
                    <a:pt x="112" y="3031"/>
                    <a:pt x="138" y="3280"/>
                    <a:pt x="407" y="3457"/>
                  </a:cubicBezTo>
                  <a:cubicBezTo>
                    <a:pt x="407" y="3457"/>
                    <a:pt x="1" y="4256"/>
                    <a:pt x="630" y="4440"/>
                  </a:cubicBezTo>
                  <a:cubicBezTo>
                    <a:pt x="719" y="4465"/>
                    <a:pt x="795" y="4475"/>
                    <a:pt x="863" y="4475"/>
                  </a:cubicBezTo>
                  <a:cubicBezTo>
                    <a:pt x="1225" y="4475"/>
                    <a:pt x="1373" y="4184"/>
                    <a:pt x="2047" y="4184"/>
                  </a:cubicBezTo>
                  <a:cubicBezTo>
                    <a:pt x="2158" y="4184"/>
                    <a:pt x="2283" y="4192"/>
                    <a:pt x="2425" y="4211"/>
                  </a:cubicBezTo>
                  <a:cubicBezTo>
                    <a:pt x="3363" y="4331"/>
                    <a:pt x="4063" y="4644"/>
                    <a:pt x="4375" y="4644"/>
                  </a:cubicBezTo>
                  <a:cubicBezTo>
                    <a:pt x="4454" y="4644"/>
                    <a:pt x="4508" y="4625"/>
                    <a:pt x="4535" y="4578"/>
                  </a:cubicBezTo>
                  <a:cubicBezTo>
                    <a:pt x="4673" y="4335"/>
                    <a:pt x="4221" y="3523"/>
                    <a:pt x="3533" y="3162"/>
                  </a:cubicBezTo>
                  <a:cubicBezTo>
                    <a:pt x="4155" y="2808"/>
                    <a:pt x="4660" y="2271"/>
                    <a:pt x="4968" y="1616"/>
                  </a:cubicBezTo>
                  <a:cubicBezTo>
                    <a:pt x="5381" y="743"/>
                    <a:pt x="5379" y="1"/>
                    <a:pt x="4927"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09" name="Google Shape;1109;p39"/>
            <p:cNvSpPr/>
            <p:nvPr/>
          </p:nvSpPr>
          <p:spPr>
            <a:xfrm>
              <a:off x="2349204" y="3478114"/>
              <a:ext cx="70178" cy="94488"/>
            </a:xfrm>
            <a:custGeom>
              <a:rect b="b" l="l" r="r" t="t"/>
              <a:pathLst>
                <a:path extrusionOk="0" h="2259" w="1678">
                  <a:moveTo>
                    <a:pt x="640" y="0"/>
                  </a:moveTo>
                  <a:cubicBezTo>
                    <a:pt x="601" y="0"/>
                    <a:pt x="563" y="5"/>
                    <a:pt x="525" y="16"/>
                  </a:cubicBezTo>
                  <a:cubicBezTo>
                    <a:pt x="158" y="121"/>
                    <a:pt x="0" y="704"/>
                    <a:pt x="177" y="1320"/>
                  </a:cubicBezTo>
                  <a:cubicBezTo>
                    <a:pt x="331" y="1869"/>
                    <a:pt x="702" y="2259"/>
                    <a:pt x="1043" y="2259"/>
                  </a:cubicBezTo>
                  <a:cubicBezTo>
                    <a:pt x="1080" y="2259"/>
                    <a:pt x="1117" y="2254"/>
                    <a:pt x="1154" y="2244"/>
                  </a:cubicBezTo>
                  <a:cubicBezTo>
                    <a:pt x="1521" y="2139"/>
                    <a:pt x="1678" y="1556"/>
                    <a:pt x="1501" y="940"/>
                  </a:cubicBezTo>
                  <a:cubicBezTo>
                    <a:pt x="1348" y="394"/>
                    <a:pt x="980" y="0"/>
                    <a:pt x="640" y="0"/>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10" name="Google Shape;1110;p39"/>
            <p:cNvSpPr/>
            <p:nvPr/>
          </p:nvSpPr>
          <p:spPr>
            <a:xfrm>
              <a:off x="2362337" y="3490662"/>
              <a:ext cx="47761" cy="68890"/>
            </a:xfrm>
            <a:custGeom>
              <a:rect b="b" l="l" r="r" t="t"/>
              <a:pathLst>
                <a:path extrusionOk="0" h="1647" w="1142">
                  <a:moveTo>
                    <a:pt x="414" y="1"/>
                  </a:moveTo>
                  <a:cubicBezTo>
                    <a:pt x="390" y="1"/>
                    <a:pt x="365" y="4"/>
                    <a:pt x="342" y="11"/>
                  </a:cubicBezTo>
                  <a:cubicBezTo>
                    <a:pt x="93" y="77"/>
                    <a:pt x="1" y="496"/>
                    <a:pt x="125" y="948"/>
                  </a:cubicBezTo>
                  <a:cubicBezTo>
                    <a:pt x="238" y="1356"/>
                    <a:pt x="499" y="1647"/>
                    <a:pt x="728" y="1647"/>
                  </a:cubicBezTo>
                  <a:cubicBezTo>
                    <a:pt x="752" y="1647"/>
                    <a:pt x="777" y="1643"/>
                    <a:pt x="800" y="1636"/>
                  </a:cubicBezTo>
                  <a:cubicBezTo>
                    <a:pt x="1043" y="1571"/>
                    <a:pt x="1141" y="1145"/>
                    <a:pt x="1010" y="699"/>
                  </a:cubicBezTo>
                  <a:cubicBezTo>
                    <a:pt x="898" y="291"/>
                    <a:pt x="641" y="1"/>
                    <a:pt x="414"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11" name="Google Shape;1111;p39"/>
            <p:cNvSpPr/>
            <p:nvPr/>
          </p:nvSpPr>
          <p:spPr>
            <a:xfrm>
              <a:off x="2371120" y="3500157"/>
              <a:ext cx="12087" cy="12130"/>
            </a:xfrm>
            <a:custGeom>
              <a:rect b="b" l="l" r="r" t="t"/>
              <a:pathLst>
                <a:path extrusionOk="0" h="290" w="289">
                  <a:moveTo>
                    <a:pt x="138" y="0"/>
                  </a:moveTo>
                  <a:cubicBezTo>
                    <a:pt x="60" y="7"/>
                    <a:pt x="1" y="73"/>
                    <a:pt x="1" y="151"/>
                  </a:cubicBezTo>
                  <a:cubicBezTo>
                    <a:pt x="1" y="226"/>
                    <a:pt x="60" y="289"/>
                    <a:pt x="134" y="289"/>
                  </a:cubicBezTo>
                  <a:cubicBezTo>
                    <a:pt x="138" y="289"/>
                    <a:pt x="141" y="289"/>
                    <a:pt x="145" y="289"/>
                  </a:cubicBezTo>
                  <a:cubicBezTo>
                    <a:pt x="223" y="289"/>
                    <a:pt x="289" y="223"/>
                    <a:pt x="289" y="145"/>
                  </a:cubicBezTo>
                  <a:cubicBezTo>
                    <a:pt x="282" y="66"/>
                    <a:pt x="217" y="0"/>
                    <a:pt x="138" y="0"/>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12" name="Google Shape;1112;p39"/>
            <p:cNvSpPr/>
            <p:nvPr/>
          </p:nvSpPr>
          <p:spPr>
            <a:xfrm>
              <a:off x="1849957" y="3977463"/>
              <a:ext cx="578029" cy="325711"/>
            </a:xfrm>
            <a:custGeom>
              <a:rect b="b" l="l" r="r" t="t"/>
              <a:pathLst>
                <a:path extrusionOk="0" h="7787" w="13821">
                  <a:moveTo>
                    <a:pt x="9954" y="0"/>
                  </a:moveTo>
                  <a:cubicBezTo>
                    <a:pt x="9302" y="0"/>
                    <a:pt x="8643" y="164"/>
                    <a:pt x="8067" y="478"/>
                  </a:cubicBezTo>
                  <a:cubicBezTo>
                    <a:pt x="6702" y="1220"/>
                    <a:pt x="4783" y="1295"/>
                    <a:pt x="4063" y="1295"/>
                  </a:cubicBezTo>
                  <a:cubicBezTo>
                    <a:pt x="3880" y="1295"/>
                    <a:pt x="3775" y="1290"/>
                    <a:pt x="3775" y="1290"/>
                  </a:cubicBezTo>
                  <a:cubicBezTo>
                    <a:pt x="3775" y="1290"/>
                    <a:pt x="2929" y="1238"/>
                    <a:pt x="1573" y="1035"/>
                  </a:cubicBezTo>
                  <a:cubicBezTo>
                    <a:pt x="1518" y="1027"/>
                    <a:pt x="1468" y="1023"/>
                    <a:pt x="1422" y="1023"/>
                  </a:cubicBezTo>
                  <a:cubicBezTo>
                    <a:pt x="660" y="1023"/>
                    <a:pt x="1009" y="2037"/>
                    <a:pt x="1009" y="2037"/>
                  </a:cubicBezTo>
                  <a:cubicBezTo>
                    <a:pt x="1009" y="2037"/>
                    <a:pt x="0" y="2063"/>
                    <a:pt x="118" y="2948"/>
                  </a:cubicBezTo>
                  <a:cubicBezTo>
                    <a:pt x="230" y="3833"/>
                    <a:pt x="1095" y="4586"/>
                    <a:pt x="1095" y="4586"/>
                  </a:cubicBezTo>
                  <a:cubicBezTo>
                    <a:pt x="1095" y="4586"/>
                    <a:pt x="629" y="4829"/>
                    <a:pt x="859" y="5484"/>
                  </a:cubicBezTo>
                  <a:cubicBezTo>
                    <a:pt x="1079" y="6107"/>
                    <a:pt x="2096" y="7786"/>
                    <a:pt x="6937" y="7786"/>
                  </a:cubicBezTo>
                  <a:cubicBezTo>
                    <a:pt x="7139" y="7786"/>
                    <a:pt x="7347" y="7783"/>
                    <a:pt x="7562" y="7777"/>
                  </a:cubicBezTo>
                  <a:cubicBezTo>
                    <a:pt x="13086" y="7614"/>
                    <a:pt x="13820" y="4108"/>
                    <a:pt x="13021" y="2017"/>
                  </a:cubicBezTo>
                  <a:cubicBezTo>
                    <a:pt x="12491" y="636"/>
                    <a:pt x="11237" y="0"/>
                    <a:pt x="9954" y="0"/>
                  </a:cubicBezTo>
                  <a:close/>
                </a:path>
              </a:pathLst>
            </a:custGeom>
            <a:solidFill>
              <a:srgbClr val="0E2231">
                <a:alpha val="25098"/>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13" name="Google Shape;1113;p39"/>
            <p:cNvSpPr/>
            <p:nvPr/>
          </p:nvSpPr>
          <p:spPr>
            <a:xfrm>
              <a:off x="1850420" y="3901263"/>
              <a:ext cx="578029" cy="325711"/>
            </a:xfrm>
            <a:custGeom>
              <a:rect b="b" l="l" r="r" t="t"/>
              <a:pathLst>
                <a:path extrusionOk="0" h="7787" w="13821">
                  <a:moveTo>
                    <a:pt x="9954" y="0"/>
                  </a:moveTo>
                  <a:cubicBezTo>
                    <a:pt x="9302" y="0"/>
                    <a:pt x="8643" y="164"/>
                    <a:pt x="8067" y="478"/>
                  </a:cubicBezTo>
                  <a:cubicBezTo>
                    <a:pt x="6702" y="1220"/>
                    <a:pt x="4783" y="1295"/>
                    <a:pt x="4063" y="1295"/>
                  </a:cubicBezTo>
                  <a:cubicBezTo>
                    <a:pt x="3880" y="1295"/>
                    <a:pt x="3775" y="1290"/>
                    <a:pt x="3775" y="1290"/>
                  </a:cubicBezTo>
                  <a:cubicBezTo>
                    <a:pt x="3775" y="1290"/>
                    <a:pt x="2929" y="1238"/>
                    <a:pt x="1573" y="1035"/>
                  </a:cubicBezTo>
                  <a:cubicBezTo>
                    <a:pt x="1518" y="1027"/>
                    <a:pt x="1468" y="1023"/>
                    <a:pt x="1422" y="1023"/>
                  </a:cubicBezTo>
                  <a:cubicBezTo>
                    <a:pt x="660" y="1023"/>
                    <a:pt x="1009" y="2037"/>
                    <a:pt x="1009" y="2037"/>
                  </a:cubicBezTo>
                  <a:cubicBezTo>
                    <a:pt x="1009" y="2037"/>
                    <a:pt x="0" y="2063"/>
                    <a:pt x="118" y="2948"/>
                  </a:cubicBezTo>
                  <a:cubicBezTo>
                    <a:pt x="230" y="3833"/>
                    <a:pt x="1095" y="4586"/>
                    <a:pt x="1095" y="4586"/>
                  </a:cubicBezTo>
                  <a:cubicBezTo>
                    <a:pt x="1095" y="4586"/>
                    <a:pt x="629" y="4829"/>
                    <a:pt x="859" y="5484"/>
                  </a:cubicBezTo>
                  <a:cubicBezTo>
                    <a:pt x="1079" y="6107"/>
                    <a:pt x="2096" y="7786"/>
                    <a:pt x="6937" y="7786"/>
                  </a:cubicBezTo>
                  <a:cubicBezTo>
                    <a:pt x="7139" y="7786"/>
                    <a:pt x="7347" y="7783"/>
                    <a:pt x="7562" y="7777"/>
                  </a:cubicBezTo>
                  <a:cubicBezTo>
                    <a:pt x="13086" y="7614"/>
                    <a:pt x="13820" y="4108"/>
                    <a:pt x="13021" y="2017"/>
                  </a:cubicBezTo>
                  <a:cubicBezTo>
                    <a:pt x="12491" y="636"/>
                    <a:pt x="11237" y="0"/>
                    <a:pt x="9954" y="0"/>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14" name="Google Shape;1114;p39"/>
            <p:cNvSpPr/>
            <p:nvPr/>
          </p:nvSpPr>
          <p:spPr>
            <a:xfrm>
              <a:off x="2426209" y="3532365"/>
              <a:ext cx="225047" cy="194289"/>
            </a:xfrm>
            <a:custGeom>
              <a:rect b="b" l="l" r="r" t="t"/>
              <a:pathLst>
                <a:path extrusionOk="0" h="4645" w="5381">
                  <a:moveTo>
                    <a:pt x="4927" y="1"/>
                  </a:moveTo>
                  <a:cubicBezTo>
                    <a:pt x="4805" y="1"/>
                    <a:pt x="4651" y="55"/>
                    <a:pt x="4463" y="174"/>
                  </a:cubicBezTo>
                  <a:cubicBezTo>
                    <a:pt x="3982" y="477"/>
                    <a:pt x="3391" y="732"/>
                    <a:pt x="2758" y="732"/>
                  </a:cubicBezTo>
                  <a:cubicBezTo>
                    <a:pt x="2228" y="732"/>
                    <a:pt x="1667" y="553"/>
                    <a:pt x="1115" y="76"/>
                  </a:cubicBezTo>
                  <a:cubicBezTo>
                    <a:pt x="1115" y="76"/>
                    <a:pt x="1108" y="75"/>
                    <a:pt x="1097" y="75"/>
                  </a:cubicBezTo>
                  <a:cubicBezTo>
                    <a:pt x="990" y="75"/>
                    <a:pt x="430" y="108"/>
                    <a:pt x="400" y="777"/>
                  </a:cubicBezTo>
                  <a:cubicBezTo>
                    <a:pt x="361" y="1511"/>
                    <a:pt x="617" y="1760"/>
                    <a:pt x="368" y="2395"/>
                  </a:cubicBezTo>
                  <a:cubicBezTo>
                    <a:pt x="112" y="3031"/>
                    <a:pt x="138" y="3280"/>
                    <a:pt x="407" y="3457"/>
                  </a:cubicBezTo>
                  <a:cubicBezTo>
                    <a:pt x="407" y="3457"/>
                    <a:pt x="1" y="4256"/>
                    <a:pt x="630" y="4440"/>
                  </a:cubicBezTo>
                  <a:cubicBezTo>
                    <a:pt x="719" y="4465"/>
                    <a:pt x="795" y="4475"/>
                    <a:pt x="863" y="4475"/>
                  </a:cubicBezTo>
                  <a:cubicBezTo>
                    <a:pt x="1225" y="4475"/>
                    <a:pt x="1373" y="4184"/>
                    <a:pt x="2047" y="4184"/>
                  </a:cubicBezTo>
                  <a:cubicBezTo>
                    <a:pt x="2158" y="4184"/>
                    <a:pt x="2283" y="4192"/>
                    <a:pt x="2425" y="4211"/>
                  </a:cubicBezTo>
                  <a:cubicBezTo>
                    <a:pt x="3363" y="4331"/>
                    <a:pt x="4063" y="4644"/>
                    <a:pt x="4375" y="4644"/>
                  </a:cubicBezTo>
                  <a:cubicBezTo>
                    <a:pt x="4454" y="4644"/>
                    <a:pt x="4508" y="4625"/>
                    <a:pt x="4535" y="4578"/>
                  </a:cubicBezTo>
                  <a:cubicBezTo>
                    <a:pt x="4673" y="4335"/>
                    <a:pt x="4221" y="3523"/>
                    <a:pt x="3533" y="3162"/>
                  </a:cubicBezTo>
                  <a:cubicBezTo>
                    <a:pt x="4155" y="2808"/>
                    <a:pt x="4660" y="2271"/>
                    <a:pt x="4968" y="1616"/>
                  </a:cubicBezTo>
                  <a:cubicBezTo>
                    <a:pt x="5381" y="743"/>
                    <a:pt x="5379" y="1"/>
                    <a:pt x="4927" y="1"/>
                  </a:cubicBezTo>
                  <a:close/>
                </a:path>
              </a:pathLst>
            </a:custGeom>
            <a:solidFill>
              <a:srgbClr val="0E2231">
                <a:alpha val="25098"/>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15" name="Google Shape;1115;p39"/>
            <p:cNvSpPr/>
            <p:nvPr/>
          </p:nvSpPr>
          <p:spPr>
            <a:xfrm>
              <a:off x="2428418" y="3532197"/>
              <a:ext cx="220614" cy="149952"/>
            </a:xfrm>
            <a:custGeom>
              <a:rect b="b" l="l" r="r" t="t"/>
              <a:pathLst>
                <a:path extrusionOk="0" h="3585" w="5275">
                  <a:moveTo>
                    <a:pt x="4814" y="1"/>
                  </a:moveTo>
                  <a:cubicBezTo>
                    <a:pt x="4692" y="1"/>
                    <a:pt x="4538" y="54"/>
                    <a:pt x="4351" y="172"/>
                  </a:cubicBezTo>
                  <a:cubicBezTo>
                    <a:pt x="3869" y="479"/>
                    <a:pt x="3280" y="735"/>
                    <a:pt x="2647" y="735"/>
                  </a:cubicBezTo>
                  <a:cubicBezTo>
                    <a:pt x="2119" y="735"/>
                    <a:pt x="1561" y="557"/>
                    <a:pt x="1009" y="80"/>
                  </a:cubicBezTo>
                  <a:cubicBezTo>
                    <a:pt x="1009" y="80"/>
                    <a:pt x="1003" y="79"/>
                    <a:pt x="991" y="79"/>
                  </a:cubicBezTo>
                  <a:cubicBezTo>
                    <a:pt x="883" y="79"/>
                    <a:pt x="318" y="112"/>
                    <a:pt x="288" y="781"/>
                  </a:cubicBezTo>
                  <a:cubicBezTo>
                    <a:pt x="256" y="1515"/>
                    <a:pt x="511" y="1764"/>
                    <a:pt x="256" y="2399"/>
                  </a:cubicBezTo>
                  <a:cubicBezTo>
                    <a:pt x="0" y="3035"/>
                    <a:pt x="26" y="3284"/>
                    <a:pt x="295" y="3461"/>
                  </a:cubicBezTo>
                  <a:cubicBezTo>
                    <a:pt x="295" y="3461"/>
                    <a:pt x="295" y="3461"/>
                    <a:pt x="295" y="3468"/>
                  </a:cubicBezTo>
                  <a:cubicBezTo>
                    <a:pt x="452" y="3531"/>
                    <a:pt x="705" y="3584"/>
                    <a:pt x="1119" y="3584"/>
                  </a:cubicBezTo>
                  <a:cubicBezTo>
                    <a:pt x="1309" y="3584"/>
                    <a:pt x="1532" y="3573"/>
                    <a:pt x="1796" y="3546"/>
                  </a:cubicBezTo>
                  <a:cubicBezTo>
                    <a:pt x="2634" y="3461"/>
                    <a:pt x="3165" y="3284"/>
                    <a:pt x="3467" y="3140"/>
                  </a:cubicBezTo>
                  <a:cubicBezTo>
                    <a:pt x="4076" y="2780"/>
                    <a:pt x="4554" y="2255"/>
                    <a:pt x="4856" y="1620"/>
                  </a:cubicBezTo>
                  <a:cubicBezTo>
                    <a:pt x="5275" y="741"/>
                    <a:pt x="5269" y="1"/>
                    <a:pt x="4814"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116" name="Google Shape;1116;p39"/>
          <p:cNvGrpSpPr/>
          <p:nvPr/>
        </p:nvGrpSpPr>
        <p:grpSpPr>
          <a:xfrm>
            <a:off x="7379743" y="3794505"/>
            <a:ext cx="1051041" cy="1010725"/>
            <a:chOff x="4844843" y="3335070"/>
            <a:chExt cx="1051041" cy="1010725"/>
          </a:xfrm>
        </p:grpSpPr>
        <p:sp>
          <p:nvSpPr>
            <p:cNvPr id="1117" name="Google Shape;1117;p39"/>
            <p:cNvSpPr/>
            <p:nvPr/>
          </p:nvSpPr>
          <p:spPr>
            <a:xfrm>
              <a:off x="4844843" y="3335154"/>
              <a:ext cx="1051041" cy="1010641"/>
            </a:xfrm>
            <a:custGeom>
              <a:rect b="b" l="l" r="r" t="t"/>
              <a:pathLst>
                <a:path extrusionOk="0" h="24165" w="25131">
                  <a:moveTo>
                    <a:pt x="13832" y="0"/>
                  </a:moveTo>
                  <a:cubicBezTo>
                    <a:pt x="11947" y="0"/>
                    <a:pt x="10082" y="555"/>
                    <a:pt x="9083" y="2704"/>
                  </a:cubicBezTo>
                  <a:cubicBezTo>
                    <a:pt x="7569" y="5981"/>
                    <a:pt x="9444" y="8484"/>
                    <a:pt x="9738" y="8844"/>
                  </a:cubicBezTo>
                  <a:cubicBezTo>
                    <a:pt x="10571" y="9919"/>
                    <a:pt x="10748" y="10797"/>
                    <a:pt x="10145" y="11557"/>
                  </a:cubicBezTo>
                  <a:cubicBezTo>
                    <a:pt x="9564" y="12293"/>
                    <a:pt x="8608" y="12604"/>
                    <a:pt x="7476" y="12604"/>
                  </a:cubicBezTo>
                  <a:cubicBezTo>
                    <a:pt x="6744" y="12604"/>
                    <a:pt x="5938" y="12474"/>
                    <a:pt x="5112" y="12245"/>
                  </a:cubicBezTo>
                  <a:cubicBezTo>
                    <a:pt x="3002" y="11668"/>
                    <a:pt x="2661" y="11216"/>
                    <a:pt x="2183" y="10758"/>
                  </a:cubicBezTo>
                  <a:cubicBezTo>
                    <a:pt x="1947" y="10534"/>
                    <a:pt x="1729" y="10416"/>
                    <a:pt x="1531" y="10416"/>
                  </a:cubicBezTo>
                  <a:cubicBezTo>
                    <a:pt x="858" y="10416"/>
                    <a:pt x="407" y="11768"/>
                    <a:pt x="230" y="14925"/>
                  </a:cubicBezTo>
                  <a:cubicBezTo>
                    <a:pt x="1" y="18955"/>
                    <a:pt x="1056" y="21452"/>
                    <a:pt x="4385" y="22992"/>
                  </a:cubicBezTo>
                  <a:cubicBezTo>
                    <a:pt x="6246" y="23858"/>
                    <a:pt x="9287" y="24165"/>
                    <a:pt x="12385" y="24165"/>
                  </a:cubicBezTo>
                  <a:cubicBezTo>
                    <a:pt x="14818" y="24165"/>
                    <a:pt x="17287" y="23976"/>
                    <a:pt x="19247" y="23719"/>
                  </a:cubicBezTo>
                  <a:cubicBezTo>
                    <a:pt x="24056" y="23083"/>
                    <a:pt x="25131" y="20089"/>
                    <a:pt x="24679" y="17369"/>
                  </a:cubicBezTo>
                  <a:cubicBezTo>
                    <a:pt x="24613" y="16976"/>
                    <a:pt x="24489" y="16596"/>
                    <a:pt x="24305" y="16242"/>
                  </a:cubicBezTo>
                  <a:cubicBezTo>
                    <a:pt x="24305" y="16236"/>
                    <a:pt x="24305" y="16236"/>
                    <a:pt x="24305" y="16229"/>
                  </a:cubicBezTo>
                  <a:cubicBezTo>
                    <a:pt x="24299" y="16209"/>
                    <a:pt x="24292" y="16196"/>
                    <a:pt x="24279" y="16190"/>
                  </a:cubicBezTo>
                  <a:cubicBezTo>
                    <a:pt x="23467" y="14617"/>
                    <a:pt x="21678" y="13300"/>
                    <a:pt x="20053" y="12553"/>
                  </a:cubicBezTo>
                  <a:cubicBezTo>
                    <a:pt x="18834" y="11996"/>
                    <a:pt x="18342" y="11393"/>
                    <a:pt x="18237" y="10771"/>
                  </a:cubicBezTo>
                  <a:cubicBezTo>
                    <a:pt x="18165" y="10286"/>
                    <a:pt x="18388" y="9840"/>
                    <a:pt x="18532" y="9624"/>
                  </a:cubicBezTo>
                  <a:cubicBezTo>
                    <a:pt x="18827" y="9263"/>
                    <a:pt x="19083" y="8883"/>
                    <a:pt x="19292" y="8471"/>
                  </a:cubicBezTo>
                  <a:cubicBezTo>
                    <a:pt x="19310" y="8472"/>
                    <a:pt x="19326" y="8472"/>
                    <a:pt x="19342" y="8472"/>
                  </a:cubicBezTo>
                  <a:cubicBezTo>
                    <a:pt x="19700" y="8472"/>
                    <a:pt x="19850" y="8188"/>
                    <a:pt x="20512" y="8188"/>
                  </a:cubicBezTo>
                  <a:cubicBezTo>
                    <a:pt x="20625" y="8188"/>
                    <a:pt x="20752" y="8196"/>
                    <a:pt x="20898" y="8215"/>
                  </a:cubicBezTo>
                  <a:cubicBezTo>
                    <a:pt x="21833" y="8335"/>
                    <a:pt x="22531" y="8643"/>
                    <a:pt x="22849" y="8643"/>
                  </a:cubicBezTo>
                  <a:cubicBezTo>
                    <a:pt x="22929" y="8643"/>
                    <a:pt x="22985" y="8623"/>
                    <a:pt x="23014" y="8575"/>
                  </a:cubicBezTo>
                  <a:cubicBezTo>
                    <a:pt x="23152" y="8340"/>
                    <a:pt x="22700" y="7520"/>
                    <a:pt x="22005" y="7160"/>
                  </a:cubicBezTo>
                  <a:cubicBezTo>
                    <a:pt x="22005" y="7160"/>
                    <a:pt x="22038" y="7147"/>
                    <a:pt x="22097" y="7108"/>
                  </a:cubicBezTo>
                  <a:lnTo>
                    <a:pt x="22149" y="7081"/>
                  </a:lnTo>
                  <a:lnTo>
                    <a:pt x="22208" y="7042"/>
                  </a:lnTo>
                  <a:lnTo>
                    <a:pt x="22222" y="7036"/>
                  </a:lnTo>
                  <a:lnTo>
                    <a:pt x="22281" y="6996"/>
                  </a:lnTo>
                  <a:lnTo>
                    <a:pt x="22294" y="6983"/>
                  </a:lnTo>
                  <a:lnTo>
                    <a:pt x="22366" y="6931"/>
                  </a:lnTo>
                  <a:lnTo>
                    <a:pt x="22372" y="6924"/>
                  </a:lnTo>
                  <a:lnTo>
                    <a:pt x="22444" y="6872"/>
                  </a:lnTo>
                  <a:lnTo>
                    <a:pt x="22464" y="6859"/>
                  </a:lnTo>
                  <a:cubicBezTo>
                    <a:pt x="22490" y="6839"/>
                    <a:pt x="22516" y="6813"/>
                    <a:pt x="22543" y="6793"/>
                  </a:cubicBezTo>
                  <a:lnTo>
                    <a:pt x="22562" y="6773"/>
                  </a:lnTo>
                  <a:cubicBezTo>
                    <a:pt x="22589" y="6754"/>
                    <a:pt x="22615" y="6728"/>
                    <a:pt x="22641" y="6701"/>
                  </a:cubicBezTo>
                  <a:lnTo>
                    <a:pt x="22661" y="6688"/>
                  </a:lnTo>
                  <a:lnTo>
                    <a:pt x="22739" y="6603"/>
                  </a:lnTo>
                  <a:lnTo>
                    <a:pt x="22752" y="6590"/>
                  </a:lnTo>
                  <a:lnTo>
                    <a:pt x="22844" y="6498"/>
                  </a:lnTo>
                  <a:lnTo>
                    <a:pt x="22864" y="6479"/>
                  </a:lnTo>
                  <a:cubicBezTo>
                    <a:pt x="22890" y="6446"/>
                    <a:pt x="22916" y="6413"/>
                    <a:pt x="22949" y="6380"/>
                  </a:cubicBezTo>
                  <a:lnTo>
                    <a:pt x="22969" y="6354"/>
                  </a:lnTo>
                  <a:cubicBezTo>
                    <a:pt x="22995" y="6321"/>
                    <a:pt x="23028" y="6282"/>
                    <a:pt x="23054" y="6243"/>
                  </a:cubicBezTo>
                  <a:lnTo>
                    <a:pt x="23067" y="6230"/>
                  </a:lnTo>
                  <a:cubicBezTo>
                    <a:pt x="23093" y="6197"/>
                    <a:pt x="23126" y="6157"/>
                    <a:pt x="23146" y="6112"/>
                  </a:cubicBezTo>
                  <a:cubicBezTo>
                    <a:pt x="23152" y="6105"/>
                    <a:pt x="23159" y="6098"/>
                    <a:pt x="23159" y="6098"/>
                  </a:cubicBezTo>
                  <a:cubicBezTo>
                    <a:pt x="23191" y="6053"/>
                    <a:pt x="23218" y="6013"/>
                    <a:pt x="23244" y="5967"/>
                  </a:cubicBezTo>
                  <a:lnTo>
                    <a:pt x="23257" y="5935"/>
                  </a:lnTo>
                  <a:cubicBezTo>
                    <a:pt x="23290" y="5889"/>
                    <a:pt x="23316" y="5843"/>
                    <a:pt x="23342" y="5797"/>
                  </a:cubicBezTo>
                  <a:cubicBezTo>
                    <a:pt x="23342" y="5790"/>
                    <a:pt x="23349" y="5777"/>
                    <a:pt x="23355" y="5771"/>
                  </a:cubicBezTo>
                  <a:cubicBezTo>
                    <a:pt x="23381" y="5725"/>
                    <a:pt x="23408" y="5666"/>
                    <a:pt x="23434" y="5614"/>
                  </a:cubicBezTo>
                  <a:cubicBezTo>
                    <a:pt x="23852" y="4741"/>
                    <a:pt x="23851" y="3999"/>
                    <a:pt x="23399" y="3999"/>
                  </a:cubicBezTo>
                  <a:cubicBezTo>
                    <a:pt x="23278" y="3999"/>
                    <a:pt x="23123" y="4052"/>
                    <a:pt x="22936" y="4172"/>
                  </a:cubicBezTo>
                  <a:cubicBezTo>
                    <a:pt x="22452" y="4478"/>
                    <a:pt x="21865" y="4732"/>
                    <a:pt x="21235" y="4732"/>
                  </a:cubicBezTo>
                  <a:cubicBezTo>
                    <a:pt x="20705" y="4732"/>
                    <a:pt x="20144" y="4553"/>
                    <a:pt x="19587" y="4074"/>
                  </a:cubicBezTo>
                  <a:cubicBezTo>
                    <a:pt x="19358" y="3006"/>
                    <a:pt x="18781" y="2049"/>
                    <a:pt x="17949" y="1341"/>
                  </a:cubicBezTo>
                  <a:cubicBezTo>
                    <a:pt x="17897" y="1302"/>
                    <a:pt x="17851" y="1262"/>
                    <a:pt x="17798" y="1210"/>
                  </a:cubicBezTo>
                  <a:cubicBezTo>
                    <a:pt x="17536" y="974"/>
                    <a:pt x="16455" y="116"/>
                    <a:pt x="14299" y="11"/>
                  </a:cubicBezTo>
                  <a:cubicBezTo>
                    <a:pt x="14144" y="4"/>
                    <a:pt x="13988" y="0"/>
                    <a:pt x="13832" y="0"/>
                  </a:cubicBezTo>
                  <a:close/>
                </a:path>
              </a:pathLst>
            </a:custGeom>
            <a:solidFill>
              <a:schemeClr val="dk1"/>
            </a:solidFill>
            <a:ln cap="flat" cmpd="sng" w="1143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18" name="Google Shape;1118;p39"/>
            <p:cNvSpPr/>
            <p:nvPr/>
          </p:nvSpPr>
          <p:spPr>
            <a:xfrm>
              <a:off x="4844971" y="3335070"/>
              <a:ext cx="1050790" cy="1010641"/>
            </a:xfrm>
            <a:custGeom>
              <a:rect b="b" l="l" r="r" t="t"/>
              <a:pathLst>
                <a:path extrusionOk="0" h="24165" w="25125">
                  <a:moveTo>
                    <a:pt x="13799" y="1"/>
                  </a:moveTo>
                  <a:cubicBezTo>
                    <a:pt x="11924" y="1"/>
                    <a:pt x="10077" y="561"/>
                    <a:pt x="9083" y="2706"/>
                  </a:cubicBezTo>
                  <a:cubicBezTo>
                    <a:pt x="7569" y="5983"/>
                    <a:pt x="9443" y="8486"/>
                    <a:pt x="9738" y="8840"/>
                  </a:cubicBezTo>
                  <a:cubicBezTo>
                    <a:pt x="10570" y="9914"/>
                    <a:pt x="10747" y="10792"/>
                    <a:pt x="10138" y="11559"/>
                  </a:cubicBezTo>
                  <a:cubicBezTo>
                    <a:pt x="9561" y="12295"/>
                    <a:pt x="8608" y="12603"/>
                    <a:pt x="7478" y="12603"/>
                  </a:cubicBezTo>
                  <a:cubicBezTo>
                    <a:pt x="6745" y="12603"/>
                    <a:pt x="5939" y="12474"/>
                    <a:pt x="5112" y="12247"/>
                  </a:cubicBezTo>
                  <a:cubicBezTo>
                    <a:pt x="3002" y="11670"/>
                    <a:pt x="2661" y="11212"/>
                    <a:pt x="2183" y="10760"/>
                  </a:cubicBezTo>
                  <a:cubicBezTo>
                    <a:pt x="1946" y="10535"/>
                    <a:pt x="1728" y="10417"/>
                    <a:pt x="1529" y="10417"/>
                  </a:cubicBezTo>
                  <a:cubicBezTo>
                    <a:pt x="857" y="10417"/>
                    <a:pt x="407" y="11767"/>
                    <a:pt x="230" y="14927"/>
                  </a:cubicBezTo>
                  <a:cubicBezTo>
                    <a:pt x="0" y="18951"/>
                    <a:pt x="1055" y="21447"/>
                    <a:pt x="4378" y="22994"/>
                  </a:cubicBezTo>
                  <a:cubicBezTo>
                    <a:pt x="6246" y="23858"/>
                    <a:pt x="9296" y="24165"/>
                    <a:pt x="12399" y="24165"/>
                  </a:cubicBezTo>
                  <a:cubicBezTo>
                    <a:pt x="14827" y="24165"/>
                    <a:pt x="17287" y="23977"/>
                    <a:pt x="19240" y="23721"/>
                  </a:cubicBezTo>
                  <a:cubicBezTo>
                    <a:pt x="24049" y="23085"/>
                    <a:pt x="25124" y="20091"/>
                    <a:pt x="24672" y="17371"/>
                  </a:cubicBezTo>
                  <a:cubicBezTo>
                    <a:pt x="24331" y="15281"/>
                    <a:pt x="22064" y="13479"/>
                    <a:pt x="20046" y="12555"/>
                  </a:cubicBezTo>
                  <a:cubicBezTo>
                    <a:pt x="18827" y="11998"/>
                    <a:pt x="18335" y="11395"/>
                    <a:pt x="18230" y="10773"/>
                  </a:cubicBezTo>
                  <a:cubicBezTo>
                    <a:pt x="18158" y="10288"/>
                    <a:pt x="18381" y="9842"/>
                    <a:pt x="18525" y="9626"/>
                  </a:cubicBezTo>
                  <a:cubicBezTo>
                    <a:pt x="20144" y="7647"/>
                    <a:pt x="19934" y="5910"/>
                    <a:pt x="19600" y="4154"/>
                  </a:cubicBezTo>
                  <a:cubicBezTo>
                    <a:pt x="19384" y="3053"/>
                    <a:pt x="18801" y="2064"/>
                    <a:pt x="17949" y="1343"/>
                  </a:cubicBezTo>
                  <a:cubicBezTo>
                    <a:pt x="17896" y="1304"/>
                    <a:pt x="17844" y="1264"/>
                    <a:pt x="17798" y="1212"/>
                  </a:cubicBezTo>
                  <a:cubicBezTo>
                    <a:pt x="17536" y="970"/>
                    <a:pt x="16455" y="111"/>
                    <a:pt x="14292" y="13"/>
                  </a:cubicBezTo>
                  <a:cubicBezTo>
                    <a:pt x="14128" y="5"/>
                    <a:pt x="13963" y="1"/>
                    <a:pt x="13799" y="1"/>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19" name="Google Shape;1119;p39"/>
            <p:cNvSpPr/>
            <p:nvPr/>
          </p:nvSpPr>
          <p:spPr>
            <a:xfrm>
              <a:off x="5546849" y="3354225"/>
              <a:ext cx="42" cy="42"/>
            </a:xfrm>
            <a:custGeom>
              <a:rect b="b" l="l" r="r" t="t"/>
              <a:pathLst>
                <a:path extrusionOk="0" h="1" w="1">
                  <a:moveTo>
                    <a:pt x="0" y="0"/>
                  </a:moveTo>
                  <a:close/>
                </a:path>
              </a:pathLst>
            </a:custGeom>
            <a:solidFill>
              <a:srgbClr val="FED93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20" name="Google Shape;1120;p39"/>
            <p:cNvSpPr/>
            <p:nvPr/>
          </p:nvSpPr>
          <p:spPr>
            <a:xfrm>
              <a:off x="5617280" y="3502196"/>
              <a:ext cx="225298" cy="194182"/>
            </a:xfrm>
            <a:custGeom>
              <a:rect b="b" l="l" r="r" t="t"/>
              <a:pathLst>
                <a:path extrusionOk="0" h="4643" w="5387">
                  <a:moveTo>
                    <a:pt x="4926" y="1"/>
                  </a:moveTo>
                  <a:cubicBezTo>
                    <a:pt x="4804" y="1"/>
                    <a:pt x="4650" y="54"/>
                    <a:pt x="4463" y="171"/>
                  </a:cubicBezTo>
                  <a:cubicBezTo>
                    <a:pt x="3981" y="479"/>
                    <a:pt x="3391" y="735"/>
                    <a:pt x="2758" y="735"/>
                  </a:cubicBezTo>
                  <a:cubicBezTo>
                    <a:pt x="2231" y="735"/>
                    <a:pt x="1672" y="557"/>
                    <a:pt x="1121" y="80"/>
                  </a:cubicBezTo>
                  <a:cubicBezTo>
                    <a:pt x="1121" y="80"/>
                    <a:pt x="1114" y="79"/>
                    <a:pt x="1103" y="79"/>
                  </a:cubicBezTo>
                  <a:cubicBezTo>
                    <a:pt x="994" y="79"/>
                    <a:pt x="430" y="111"/>
                    <a:pt x="400" y="774"/>
                  </a:cubicBezTo>
                  <a:cubicBezTo>
                    <a:pt x="367" y="1515"/>
                    <a:pt x="623" y="1757"/>
                    <a:pt x="367" y="2393"/>
                  </a:cubicBezTo>
                  <a:cubicBezTo>
                    <a:pt x="112" y="3028"/>
                    <a:pt x="138" y="3284"/>
                    <a:pt x="413" y="3454"/>
                  </a:cubicBezTo>
                  <a:cubicBezTo>
                    <a:pt x="413" y="3454"/>
                    <a:pt x="0" y="4254"/>
                    <a:pt x="636" y="4437"/>
                  </a:cubicBezTo>
                  <a:cubicBezTo>
                    <a:pt x="727" y="4464"/>
                    <a:pt x="804" y="4475"/>
                    <a:pt x="874" y="4475"/>
                  </a:cubicBezTo>
                  <a:cubicBezTo>
                    <a:pt x="1227" y="4475"/>
                    <a:pt x="1377" y="4188"/>
                    <a:pt x="2046" y="4188"/>
                  </a:cubicBezTo>
                  <a:cubicBezTo>
                    <a:pt x="2157" y="4188"/>
                    <a:pt x="2282" y="4196"/>
                    <a:pt x="2425" y="4214"/>
                  </a:cubicBezTo>
                  <a:cubicBezTo>
                    <a:pt x="3360" y="4335"/>
                    <a:pt x="4058" y="4642"/>
                    <a:pt x="4376" y="4642"/>
                  </a:cubicBezTo>
                  <a:cubicBezTo>
                    <a:pt x="4456" y="4642"/>
                    <a:pt x="4512" y="4623"/>
                    <a:pt x="4541" y="4575"/>
                  </a:cubicBezTo>
                  <a:cubicBezTo>
                    <a:pt x="4679" y="4339"/>
                    <a:pt x="4227" y="3520"/>
                    <a:pt x="3532" y="3159"/>
                  </a:cubicBezTo>
                  <a:cubicBezTo>
                    <a:pt x="4161" y="2812"/>
                    <a:pt x="4666" y="2268"/>
                    <a:pt x="4967" y="1613"/>
                  </a:cubicBezTo>
                  <a:cubicBezTo>
                    <a:pt x="5386" y="740"/>
                    <a:pt x="5381" y="1"/>
                    <a:pt x="4926"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21" name="Google Shape;1121;p39"/>
            <p:cNvSpPr/>
            <p:nvPr/>
          </p:nvSpPr>
          <p:spPr>
            <a:xfrm>
              <a:off x="5543002" y="3448453"/>
              <a:ext cx="69927" cy="94477"/>
            </a:xfrm>
            <a:custGeom>
              <a:rect b="b" l="l" r="r" t="t"/>
              <a:pathLst>
                <a:path extrusionOk="0" h="2259" w="1672">
                  <a:moveTo>
                    <a:pt x="629" y="0"/>
                  </a:moveTo>
                  <a:cubicBezTo>
                    <a:pt x="592" y="0"/>
                    <a:pt x="555" y="5"/>
                    <a:pt x="518" y="15"/>
                  </a:cubicBezTo>
                  <a:cubicBezTo>
                    <a:pt x="158" y="120"/>
                    <a:pt x="1" y="703"/>
                    <a:pt x="171" y="1319"/>
                  </a:cubicBezTo>
                  <a:cubicBezTo>
                    <a:pt x="329" y="1870"/>
                    <a:pt x="698" y="2259"/>
                    <a:pt x="1032" y="2259"/>
                  </a:cubicBezTo>
                  <a:cubicBezTo>
                    <a:pt x="1071" y="2259"/>
                    <a:pt x="1110" y="2254"/>
                    <a:pt x="1147" y="2243"/>
                  </a:cubicBezTo>
                  <a:cubicBezTo>
                    <a:pt x="1514" y="2138"/>
                    <a:pt x="1672" y="1555"/>
                    <a:pt x="1501" y="945"/>
                  </a:cubicBezTo>
                  <a:cubicBezTo>
                    <a:pt x="1342" y="390"/>
                    <a:pt x="970" y="0"/>
                    <a:pt x="629" y="0"/>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22" name="Google Shape;1122;p39"/>
            <p:cNvSpPr/>
            <p:nvPr/>
          </p:nvSpPr>
          <p:spPr>
            <a:xfrm>
              <a:off x="5555883" y="3460415"/>
              <a:ext cx="47719" cy="68882"/>
            </a:xfrm>
            <a:custGeom>
              <a:rect b="b" l="l" r="r" t="t"/>
              <a:pathLst>
                <a:path extrusionOk="0" h="1647" w="1141">
                  <a:moveTo>
                    <a:pt x="414" y="0"/>
                  </a:moveTo>
                  <a:cubicBezTo>
                    <a:pt x="389" y="0"/>
                    <a:pt x="365" y="3"/>
                    <a:pt x="341" y="11"/>
                  </a:cubicBezTo>
                  <a:cubicBezTo>
                    <a:pt x="99" y="76"/>
                    <a:pt x="1" y="502"/>
                    <a:pt x="132" y="948"/>
                  </a:cubicBezTo>
                  <a:cubicBezTo>
                    <a:pt x="244" y="1356"/>
                    <a:pt x="500" y="1646"/>
                    <a:pt x="727" y="1646"/>
                  </a:cubicBezTo>
                  <a:cubicBezTo>
                    <a:pt x="752" y="1646"/>
                    <a:pt x="776" y="1643"/>
                    <a:pt x="800" y="1636"/>
                  </a:cubicBezTo>
                  <a:cubicBezTo>
                    <a:pt x="1049" y="1570"/>
                    <a:pt x="1141" y="1151"/>
                    <a:pt x="1016" y="699"/>
                  </a:cubicBezTo>
                  <a:cubicBezTo>
                    <a:pt x="898" y="291"/>
                    <a:pt x="641" y="0"/>
                    <a:pt x="414"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23" name="Google Shape;1123;p39"/>
            <p:cNvSpPr/>
            <p:nvPr/>
          </p:nvSpPr>
          <p:spPr>
            <a:xfrm>
              <a:off x="5562742" y="3470160"/>
              <a:ext cx="14220" cy="12170"/>
            </a:xfrm>
            <a:custGeom>
              <a:rect b="b" l="l" r="r" t="t"/>
              <a:pathLst>
                <a:path extrusionOk="0" h="291" w="340">
                  <a:moveTo>
                    <a:pt x="190" y="0"/>
                  </a:moveTo>
                  <a:cubicBezTo>
                    <a:pt x="59" y="7"/>
                    <a:pt x="0" y="164"/>
                    <a:pt x="92" y="249"/>
                  </a:cubicBezTo>
                  <a:cubicBezTo>
                    <a:pt x="121" y="278"/>
                    <a:pt x="156" y="291"/>
                    <a:pt x="191" y="291"/>
                  </a:cubicBezTo>
                  <a:cubicBezTo>
                    <a:pt x="266" y="291"/>
                    <a:pt x="339" y="230"/>
                    <a:pt x="335" y="145"/>
                  </a:cubicBezTo>
                  <a:cubicBezTo>
                    <a:pt x="335" y="66"/>
                    <a:pt x="269" y="0"/>
                    <a:pt x="190" y="0"/>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24" name="Google Shape;1124;p39"/>
            <p:cNvSpPr/>
            <p:nvPr/>
          </p:nvSpPr>
          <p:spPr>
            <a:xfrm>
              <a:off x="5043754" y="3947204"/>
              <a:ext cx="578029" cy="325630"/>
            </a:xfrm>
            <a:custGeom>
              <a:rect b="b" l="l" r="r" t="t"/>
              <a:pathLst>
                <a:path extrusionOk="0" h="7786" w="13821">
                  <a:moveTo>
                    <a:pt x="9952" y="1"/>
                  </a:moveTo>
                  <a:cubicBezTo>
                    <a:pt x="9299" y="1"/>
                    <a:pt x="8638" y="166"/>
                    <a:pt x="8060" y="482"/>
                  </a:cubicBezTo>
                  <a:cubicBezTo>
                    <a:pt x="6711" y="1216"/>
                    <a:pt x="4824" y="1294"/>
                    <a:pt x="4087" y="1294"/>
                  </a:cubicBezTo>
                  <a:cubicBezTo>
                    <a:pt x="3890" y="1294"/>
                    <a:pt x="3775" y="1288"/>
                    <a:pt x="3775" y="1288"/>
                  </a:cubicBezTo>
                  <a:cubicBezTo>
                    <a:pt x="3775" y="1288"/>
                    <a:pt x="2929" y="1236"/>
                    <a:pt x="1566" y="1039"/>
                  </a:cubicBezTo>
                  <a:cubicBezTo>
                    <a:pt x="1512" y="1032"/>
                    <a:pt x="1462" y="1028"/>
                    <a:pt x="1416" y="1028"/>
                  </a:cubicBezTo>
                  <a:cubicBezTo>
                    <a:pt x="659" y="1028"/>
                    <a:pt x="1003" y="2035"/>
                    <a:pt x="1003" y="2035"/>
                  </a:cubicBezTo>
                  <a:cubicBezTo>
                    <a:pt x="1003" y="2035"/>
                    <a:pt x="0" y="2062"/>
                    <a:pt x="112" y="2946"/>
                  </a:cubicBezTo>
                  <a:cubicBezTo>
                    <a:pt x="230" y="3837"/>
                    <a:pt x="1088" y="4584"/>
                    <a:pt x="1088" y="4584"/>
                  </a:cubicBezTo>
                  <a:cubicBezTo>
                    <a:pt x="1088" y="4584"/>
                    <a:pt x="629" y="4827"/>
                    <a:pt x="852" y="5482"/>
                  </a:cubicBezTo>
                  <a:cubicBezTo>
                    <a:pt x="1072" y="6110"/>
                    <a:pt x="2092" y="7785"/>
                    <a:pt x="6912" y="7785"/>
                  </a:cubicBezTo>
                  <a:cubicBezTo>
                    <a:pt x="7122" y="7785"/>
                    <a:pt x="7338" y="7782"/>
                    <a:pt x="7562" y="7776"/>
                  </a:cubicBezTo>
                  <a:cubicBezTo>
                    <a:pt x="13086" y="7618"/>
                    <a:pt x="13820" y="4106"/>
                    <a:pt x="13021" y="2022"/>
                  </a:cubicBezTo>
                  <a:cubicBezTo>
                    <a:pt x="12487" y="638"/>
                    <a:pt x="11234" y="1"/>
                    <a:pt x="9952" y="1"/>
                  </a:cubicBezTo>
                  <a:close/>
                </a:path>
              </a:pathLst>
            </a:custGeom>
            <a:solidFill>
              <a:srgbClr val="0E2231">
                <a:alpha val="25098"/>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25" name="Google Shape;1125;p39"/>
            <p:cNvSpPr/>
            <p:nvPr/>
          </p:nvSpPr>
          <p:spPr>
            <a:xfrm>
              <a:off x="5044217" y="3871004"/>
              <a:ext cx="578029" cy="325630"/>
            </a:xfrm>
            <a:custGeom>
              <a:rect b="b" l="l" r="r" t="t"/>
              <a:pathLst>
                <a:path extrusionOk="0" h="7786" w="13821">
                  <a:moveTo>
                    <a:pt x="9952" y="1"/>
                  </a:moveTo>
                  <a:cubicBezTo>
                    <a:pt x="9299" y="1"/>
                    <a:pt x="8638" y="166"/>
                    <a:pt x="8060" y="482"/>
                  </a:cubicBezTo>
                  <a:cubicBezTo>
                    <a:pt x="6711" y="1216"/>
                    <a:pt x="4824" y="1294"/>
                    <a:pt x="4087" y="1294"/>
                  </a:cubicBezTo>
                  <a:cubicBezTo>
                    <a:pt x="3890" y="1294"/>
                    <a:pt x="3775" y="1288"/>
                    <a:pt x="3775" y="1288"/>
                  </a:cubicBezTo>
                  <a:cubicBezTo>
                    <a:pt x="3775" y="1288"/>
                    <a:pt x="2929" y="1236"/>
                    <a:pt x="1566" y="1039"/>
                  </a:cubicBezTo>
                  <a:cubicBezTo>
                    <a:pt x="1512" y="1032"/>
                    <a:pt x="1462" y="1028"/>
                    <a:pt x="1416" y="1028"/>
                  </a:cubicBezTo>
                  <a:cubicBezTo>
                    <a:pt x="659" y="1028"/>
                    <a:pt x="1003" y="2035"/>
                    <a:pt x="1003" y="2035"/>
                  </a:cubicBezTo>
                  <a:cubicBezTo>
                    <a:pt x="1003" y="2035"/>
                    <a:pt x="0" y="2062"/>
                    <a:pt x="112" y="2946"/>
                  </a:cubicBezTo>
                  <a:cubicBezTo>
                    <a:pt x="230" y="3837"/>
                    <a:pt x="1088" y="4584"/>
                    <a:pt x="1088" y="4584"/>
                  </a:cubicBezTo>
                  <a:cubicBezTo>
                    <a:pt x="1088" y="4584"/>
                    <a:pt x="629" y="4827"/>
                    <a:pt x="852" y="5482"/>
                  </a:cubicBezTo>
                  <a:cubicBezTo>
                    <a:pt x="1072" y="6110"/>
                    <a:pt x="2092" y="7785"/>
                    <a:pt x="6912" y="7785"/>
                  </a:cubicBezTo>
                  <a:cubicBezTo>
                    <a:pt x="7122" y="7785"/>
                    <a:pt x="7338" y="7782"/>
                    <a:pt x="7562" y="7776"/>
                  </a:cubicBezTo>
                  <a:cubicBezTo>
                    <a:pt x="13086" y="7618"/>
                    <a:pt x="13820" y="4106"/>
                    <a:pt x="13021" y="2022"/>
                  </a:cubicBezTo>
                  <a:cubicBezTo>
                    <a:pt x="12487" y="638"/>
                    <a:pt x="11234" y="1"/>
                    <a:pt x="9952"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26" name="Google Shape;1126;p39"/>
            <p:cNvSpPr/>
            <p:nvPr/>
          </p:nvSpPr>
          <p:spPr>
            <a:xfrm>
              <a:off x="5617280" y="3502196"/>
              <a:ext cx="225298" cy="194182"/>
            </a:xfrm>
            <a:custGeom>
              <a:rect b="b" l="l" r="r" t="t"/>
              <a:pathLst>
                <a:path extrusionOk="0" h="4643" w="5387">
                  <a:moveTo>
                    <a:pt x="4926" y="1"/>
                  </a:moveTo>
                  <a:cubicBezTo>
                    <a:pt x="4804" y="1"/>
                    <a:pt x="4650" y="54"/>
                    <a:pt x="4463" y="171"/>
                  </a:cubicBezTo>
                  <a:cubicBezTo>
                    <a:pt x="3981" y="479"/>
                    <a:pt x="3391" y="735"/>
                    <a:pt x="2758" y="735"/>
                  </a:cubicBezTo>
                  <a:cubicBezTo>
                    <a:pt x="2231" y="735"/>
                    <a:pt x="1672" y="557"/>
                    <a:pt x="1121" y="80"/>
                  </a:cubicBezTo>
                  <a:cubicBezTo>
                    <a:pt x="1121" y="80"/>
                    <a:pt x="1114" y="79"/>
                    <a:pt x="1103" y="79"/>
                  </a:cubicBezTo>
                  <a:cubicBezTo>
                    <a:pt x="994" y="79"/>
                    <a:pt x="430" y="111"/>
                    <a:pt x="400" y="774"/>
                  </a:cubicBezTo>
                  <a:cubicBezTo>
                    <a:pt x="367" y="1515"/>
                    <a:pt x="623" y="1757"/>
                    <a:pt x="367" y="2393"/>
                  </a:cubicBezTo>
                  <a:cubicBezTo>
                    <a:pt x="112" y="3028"/>
                    <a:pt x="138" y="3284"/>
                    <a:pt x="413" y="3454"/>
                  </a:cubicBezTo>
                  <a:cubicBezTo>
                    <a:pt x="413" y="3454"/>
                    <a:pt x="0" y="4254"/>
                    <a:pt x="636" y="4437"/>
                  </a:cubicBezTo>
                  <a:cubicBezTo>
                    <a:pt x="727" y="4464"/>
                    <a:pt x="804" y="4475"/>
                    <a:pt x="874" y="4475"/>
                  </a:cubicBezTo>
                  <a:cubicBezTo>
                    <a:pt x="1227" y="4475"/>
                    <a:pt x="1377" y="4188"/>
                    <a:pt x="2046" y="4188"/>
                  </a:cubicBezTo>
                  <a:cubicBezTo>
                    <a:pt x="2157" y="4188"/>
                    <a:pt x="2282" y="4196"/>
                    <a:pt x="2425" y="4214"/>
                  </a:cubicBezTo>
                  <a:cubicBezTo>
                    <a:pt x="3360" y="4335"/>
                    <a:pt x="4058" y="4642"/>
                    <a:pt x="4376" y="4642"/>
                  </a:cubicBezTo>
                  <a:cubicBezTo>
                    <a:pt x="4456" y="4642"/>
                    <a:pt x="4512" y="4623"/>
                    <a:pt x="4541" y="4575"/>
                  </a:cubicBezTo>
                  <a:cubicBezTo>
                    <a:pt x="4679" y="4339"/>
                    <a:pt x="4227" y="3520"/>
                    <a:pt x="3532" y="3159"/>
                  </a:cubicBezTo>
                  <a:cubicBezTo>
                    <a:pt x="4161" y="2812"/>
                    <a:pt x="4666" y="2268"/>
                    <a:pt x="4967" y="1613"/>
                  </a:cubicBezTo>
                  <a:cubicBezTo>
                    <a:pt x="5386" y="740"/>
                    <a:pt x="5381" y="1"/>
                    <a:pt x="4926" y="1"/>
                  </a:cubicBezTo>
                  <a:close/>
                </a:path>
              </a:pathLst>
            </a:custGeom>
            <a:solidFill>
              <a:srgbClr val="0E2231">
                <a:alpha val="25098"/>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27" name="Google Shape;1127;p39"/>
            <p:cNvSpPr/>
            <p:nvPr/>
          </p:nvSpPr>
          <p:spPr>
            <a:xfrm>
              <a:off x="5622215" y="3502113"/>
              <a:ext cx="220363" cy="149934"/>
            </a:xfrm>
            <a:custGeom>
              <a:rect b="b" l="l" r="r" t="t"/>
              <a:pathLst>
                <a:path extrusionOk="0" h="3585" w="5269">
                  <a:moveTo>
                    <a:pt x="4815" y="0"/>
                  </a:moveTo>
                  <a:cubicBezTo>
                    <a:pt x="4693" y="0"/>
                    <a:pt x="4539" y="54"/>
                    <a:pt x="4351" y="173"/>
                  </a:cubicBezTo>
                  <a:cubicBezTo>
                    <a:pt x="3871" y="480"/>
                    <a:pt x="3284" y="733"/>
                    <a:pt x="2653" y="733"/>
                  </a:cubicBezTo>
                  <a:cubicBezTo>
                    <a:pt x="2122" y="733"/>
                    <a:pt x="1560" y="554"/>
                    <a:pt x="1003" y="75"/>
                  </a:cubicBezTo>
                  <a:cubicBezTo>
                    <a:pt x="1003" y="75"/>
                    <a:pt x="997" y="75"/>
                    <a:pt x="985" y="75"/>
                  </a:cubicBezTo>
                  <a:cubicBezTo>
                    <a:pt x="878" y="75"/>
                    <a:pt x="318" y="107"/>
                    <a:pt x="289" y="776"/>
                  </a:cubicBezTo>
                  <a:cubicBezTo>
                    <a:pt x="249" y="1517"/>
                    <a:pt x="505" y="1759"/>
                    <a:pt x="256" y="2395"/>
                  </a:cubicBezTo>
                  <a:cubicBezTo>
                    <a:pt x="0" y="3030"/>
                    <a:pt x="20" y="3286"/>
                    <a:pt x="295" y="3456"/>
                  </a:cubicBezTo>
                  <a:cubicBezTo>
                    <a:pt x="295" y="3456"/>
                    <a:pt x="295" y="3463"/>
                    <a:pt x="295" y="3463"/>
                  </a:cubicBezTo>
                  <a:cubicBezTo>
                    <a:pt x="451" y="3527"/>
                    <a:pt x="712" y="3585"/>
                    <a:pt x="1138" y="3585"/>
                  </a:cubicBezTo>
                  <a:cubicBezTo>
                    <a:pt x="1323" y="3585"/>
                    <a:pt x="1538" y="3574"/>
                    <a:pt x="1789" y="3548"/>
                  </a:cubicBezTo>
                  <a:cubicBezTo>
                    <a:pt x="2628" y="3456"/>
                    <a:pt x="3159" y="3286"/>
                    <a:pt x="3467" y="3135"/>
                  </a:cubicBezTo>
                  <a:cubicBezTo>
                    <a:pt x="4070" y="2781"/>
                    <a:pt x="4555" y="2251"/>
                    <a:pt x="4856" y="1615"/>
                  </a:cubicBezTo>
                  <a:cubicBezTo>
                    <a:pt x="5269" y="742"/>
                    <a:pt x="5267" y="0"/>
                    <a:pt x="4815" y="0"/>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1">
  <p:cSld name="CUSTOM_9_1">
    <p:spTree>
      <p:nvGrpSpPr>
        <p:cNvPr id="1128" name="Shape 1128"/>
        <p:cNvGrpSpPr/>
        <p:nvPr/>
      </p:nvGrpSpPr>
      <p:grpSpPr>
        <a:xfrm>
          <a:off x="0" y="0"/>
          <a:ext cx="0" cy="0"/>
          <a:chOff x="0" y="0"/>
          <a:chExt cx="0" cy="0"/>
        </a:xfrm>
      </p:grpSpPr>
      <p:grpSp>
        <p:nvGrpSpPr>
          <p:cNvPr id="1129" name="Google Shape;1129;p40"/>
          <p:cNvGrpSpPr/>
          <p:nvPr/>
        </p:nvGrpSpPr>
        <p:grpSpPr>
          <a:xfrm>
            <a:off x="147950" y="139650"/>
            <a:ext cx="8848100" cy="4864225"/>
            <a:chOff x="147950" y="139650"/>
            <a:chExt cx="8848100" cy="4864225"/>
          </a:xfrm>
        </p:grpSpPr>
        <p:grpSp>
          <p:nvGrpSpPr>
            <p:cNvPr id="1130" name="Google Shape;1130;p40"/>
            <p:cNvGrpSpPr/>
            <p:nvPr/>
          </p:nvGrpSpPr>
          <p:grpSpPr>
            <a:xfrm flipH="1" rot="10800000">
              <a:off x="147950" y="4850275"/>
              <a:ext cx="950900" cy="153600"/>
              <a:chOff x="147950" y="139650"/>
              <a:chExt cx="950900" cy="153600"/>
            </a:xfrm>
          </p:grpSpPr>
          <p:sp>
            <p:nvSpPr>
              <p:cNvPr id="1131" name="Google Shape;1131;p40"/>
              <p:cNvSpPr/>
              <p:nvPr/>
            </p:nvSpPr>
            <p:spPr>
              <a:xfrm>
                <a:off x="147950" y="139650"/>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1132" name="Google Shape;1132;p40"/>
              <p:cNvSpPr/>
              <p:nvPr/>
            </p:nvSpPr>
            <p:spPr>
              <a:xfrm>
                <a:off x="347275" y="139650"/>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1133" name="Google Shape;1133;p40"/>
              <p:cNvSpPr/>
              <p:nvPr/>
            </p:nvSpPr>
            <p:spPr>
              <a:xfrm>
                <a:off x="546600" y="139650"/>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1134" name="Google Shape;1134;p40"/>
              <p:cNvSpPr/>
              <p:nvPr/>
            </p:nvSpPr>
            <p:spPr>
              <a:xfrm>
                <a:off x="745925" y="139650"/>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1135" name="Google Shape;1135;p40"/>
              <p:cNvSpPr/>
              <p:nvPr/>
            </p:nvSpPr>
            <p:spPr>
              <a:xfrm>
                <a:off x="945250" y="139650"/>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grpSp>
        <p:grpSp>
          <p:nvGrpSpPr>
            <p:cNvPr id="1136" name="Google Shape;1136;p40"/>
            <p:cNvGrpSpPr/>
            <p:nvPr/>
          </p:nvGrpSpPr>
          <p:grpSpPr>
            <a:xfrm flipH="1" rot="10800000">
              <a:off x="8045150" y="139650"/>
              <a:ext cx="950900" cy="153600"/>
              <a:chOff x="8045150" y="4850275"/>
              <a:chExt cx="950900" cy="153600"/>
            </a:xfrm>
          </p:grpSpPr>
          <p:sp>
            <p:nvSpPr>
              <p:cNvPr id="1137" name="Google Shape;1137;p40"/>
              <p:cNvSpPr/>
              <p:nvPr/>
            </p:nvSpPr>
            <p:spPr>
              <a:xfrm>
                <a:off x="8045150" y="4850275"/>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1138" name="Google Shape;1138;p40"/>
              <p:cNvSpPr/>
              <p:nvPr/>
            </p:nvSpPr>
            <p:spPr>
              <a:xfrm>
                <a:off x="8244475" y="4850275"/>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1139" name="Google Shape;1139;p40"/>
              <p:cNvSpPr/>
              <p:nvPr/>
            </p:nvSpPr>
            <p:spPr>
              <a:xfrm>
                <a:off x="8443800" y="4850275"/>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1140" name="Google Shape;1140;p40"/>
              <p:cNvSpPr/>
              <p:nvPr/>
            </p:nvSpPr>
            <p:spPr>
              <a:xfrm>
                <a:off x="8643125" y="4850275"/>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1141" name="Google Shape;1141;p40"/>
              <p:cNvSpPr/>
              <p:nvPr/>
            </p:nvSpPr>
            <p:spPr>
              <a:xfrm>
                <a:off x="8842450" y="4850275"/>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grpSp>
        <p:grpSp>
          <p:nvGrpSpPr>
            <p:cNvPr id="1142" name="Google Shape;1142;p40"/>
            <p:cNvGrpSpPr/>
            <p:nvPr/>
          </p:nvGrpSpPr>
          <p:grpSpPr>
            <a:xfrm flipH="1" rot="10800000">
              <a:off x="147950" y="139650"/>
              <a:ext cx="153600" cy="950900"/>
              <a:chOff x="147950" y="3855800"/>
              <a:chExt cx="153600" cy="950900"/>
            </a:xfrm>
          </p:grpSpPr>
          <p:sp>
            <p:nvSpPr>
              <p:cNvPr id="1143" name="Google Shape;1143;p40"/>
              <p:cNvSpPr/>
              <p:nvPr/>
            </p:nvSpPr>
            <p:spPr>
              <a:xfrm rot="-5400000">
                <a:off x="147950" y="4653100"/>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1144" name="Google Shape;1144;p40"/>
              <p:cNvSpPr/>
              <p:nvPr/>
            </p:nvSpPr>
            <p:spPr>
              <a:xfrm rot="-5400000">
                <a:off x="147950" y="4453775"/>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1145" name="Google Shape;1145;p40"/>
              <p:cNvSpPr/>
              <p:nvPr/>
            </p:nvSpPr>
            <p:spPr>
              <a:xfrm rot="-5400000">
                <a:off x="147950" y="4254450"/>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1146" name="Google Shape;1146;p40"/>
              <p:cNvSpPr/>
              <p:nvPr/>
            </p:nvSpPr>
            <p:spPr>
              <a:xfrm rot="-5400000">
                <a:off x="147950" y="4055125"/>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1147" name="Google Shape;1147;p40"/>
              <p:cNvSpPr/>
              <p:nvPr/>
            </p:nvSpPr>
            <p:spPr>
              <a:xfrm rot="-5400000">
                <a:off x="147950" y="3855800"/>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grpSp>
        <p:grpSp>
          <p:nvGrpSpPr>
            <p:cNvPr id="1148" name="Google Shape;1148;p40"/>
            <p:cNvGrpSpPr/>
            <p:nvPr/>
          </p:nvGrpSpPr>
          <p:grpSpPr>
            <a:xfrm flipH="1" rot="5400000">
              <a:off x="8443800" y="4451625"/>
              <a:ext cx="950900" cy="153600"/>
              <a:chOff x="147950" y="139650"/>
              <a:chExt cx="950900" cy="153600"/>
            </a:xfrm>
          </p:grpSpPr>
          <p:sp>
            <p:nvSpPr>
              <p:cNvPr id="1149" name="Google Shape;1149;p40"/>
              <p:cNvSpPr/>
              <p:nvPr/>
            </p:nvSpPr>
            <p:spPr>
              <a:xfrm>
                <a:off x="147950" y="139650"/>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1150" name="Google Shape;1150;p40"/>
              <p:cNvSpPr/>
              <p:nvPr/>
            </p:nvSpPr>
            <p:spPr>
              <a:xfrm>
                <a:off x="347275" y="139650"/>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1151" name="Google Shape;1151;p40"/>
              <p:cNvSpPr/>
              <p:nvPr/>
            </p:nvSpPr>
            <p:spPr>
              <a:xfrm>
                <a:off x="546600" y="139650"/>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1152" name="Google Shape;1152;p40"/>
              <p:cNvSpPr/>
              <p:nvPr/>
            </p:nvSpPr>
            <p:spPr>
              <a:xfrm>
                <a:off x="745925" y="139650"/>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1153" name="Google Shape;1153;p40"/>
              <p:cNvSpPr/>
              <p:nvPr/>
            </p:nvSpPr>
            <p:spPr>
              <a:xfrm>
                <a:off x="945250" y="139650"/>
                <a:ext cx="153600" cy="1536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grpSp>
      </p:grpSp>
      <p:grpSp>
        <p:nvGrpSpPr>
          <p:cNvPr id="1154" name="Google Shape;1154;p40"/>
          <p:cNvGrpSpPr/>
          <p:nvPr/>
        </p:nvGrpSpPr>
        <p:grpSpPr>
          <a:xfrm>
            <a:off x="7493939" y="689662"/>
            <a:ext cx="1051011" cy="1284215"/>
            <a:chOff x="3248052" y="3061412"/>
            <a:chExt cx="1051011" cy="1284215"/>
          </a:xfrm>
        </p:grpSpPr>
        <p:sp>
          <p:nvSpPr>
            <p:cNvPr id="1155" name="Google Shape;1155;p40"/>
            <p:cNvSpPr/>
            <p:nvPr/>
          </p:nvSpPr>
          <p:spPr>
            <a:xfrm flipH="1">
              <a:off x="3250387" y="3061412"/>
              <a:ext cx="1048676" cy="1284215"/>
            </a:xfrm>
            <a:custGeom>
              <a:rect b="b" l="l" r="r" t="t"/>
              <a:pathLst>
                <a:path extrusionOk="0" h="30767" w="25124">
                  <a:moveTo>
                    <a:pt x="13558" y="1"/>
                  </a:moveTo>
                  <a:lnTo>
                    <a:pt x="13578" y="112"/>
                  </a:lnTo>
                  <a:lnTo>
                    <a:pt x="13388" y="197"/>
                  </a:lnTo>
                  <a:lnTo>
                    <a:pt x="13250" y="217"/>
                  </a:lnTo>
                  <a:lnTo>
                    <a:pt x="13198" y="99"/>
                  </a:lnTo>
                  <a:lnTo>
                    <a:pt x="12674" y="387"/>
                  </a:lnTo>
                  <a:lnTo>
                    <a:pt x="12988" y="807"/>
                  </a:lnTo>
                  <a:lnTo>
                    <a:pt x="12765" y="604"/>
                  </a:lnTo>
                  <a:lnTo>
                    <a:pt x="12418" y="1082"/>
                  </a:lnTo>
                  <a:lnTo>
                    <a:pt x="13040" y="1423"/>
                  </a:lnTo>
                  <a:cubicBezTo>
                    <a:pt x="11979" y="1639"/>
                    <a:pt x="11068" y="2327"/>
                    <a:pt x="10564" y="3284"/>
                  </a:cubicBezTo>
                  <a:cubicBezTo>
                    <a:pt x="10321" y="3736"/>
                    <a:pt x="10144" y="4214"/>
                    <a:pt x="10033" y="4712"/>
                  </a:cubicBezTo>
                  <a:cubicBezTo>
                    <a:pt x="9967" y="4994"/>
                    <a:pt x="9921" y="5282"/>
                    <a:pt x="9889" y="5571"/>
                  </a:cubicBezTo>
                  <a:cubicBezTo>
                    <a:pt x="9856" y="5879"/>
                    <a:pt x="9830" y="6213"/>
                    <a:pt x="9823" y="6560"/>
                  </a:cubicBezTo>
                  <a:cubicBezTo>
                    <a:pt x="9581" y="6599"/>
                    <a:pt x="9410" y="6639"/>
                    <a:pt x="9364" y="6691"/>
                  </a:cubicBezTo>
                  <a:cubicBezTo>
                    <a:pt x="9109" y="6973"/>
                    <a:pt x="8820" y="8028"/>
                    <a:pt x="9718" y="8270"/>
                  </a:cubicBezTo>
                  <a:cubicBezTo>
                    <a:pt x="9463" y="8591"/>
                    <a:pt x="9246" y="8939"/>
                    <a:pt x="9083" y="9306"/>
                  </a:cubicBezTo>
                  <a:cubicBezTo>
                    <a:pt x="7562" y="12582"/>
                    <a:pt x="9436" y="15085"/>
                    <a:pt x="9738" y="15439"/>
                  </a:cubicBezTo>
                  <a:cubicBezTo>
                    <a:pt x="10564" y="16514"/>
                    <a:pt x="10740" y="17392"/>
                    <a:pt x="10138" y="18159"/>
                  </a:cubicBezTo>
                  <a:cubicBezTo>
                    <a:pt x="9557" y="18895"/>
                    <a:pt x="8603" y="19206"/>
                    <a:pt x="7472" y="19206"/>
                  </a:cubicBezTo>
                  <a:cubicBezTo>
                    <a:pt x="6740" y="19206"/>
                    <a:pt x="5934" y="19076"/>
                    <a:pt x="5105" y="18847"/>
                  </a:cubicBezTo>
                  <a:cubicBezTo>
                    <a:pt x="3002" y="18270"/>
                    <a:pt x="2654" y="17811"/>
                    <a:pt x="2182" y="17359"/>
                  </a:cubicBezTo>
                  <a:cubicBezTo>
                    <a:pt x="1946" y="17135"/>
                    <a:pt x="1729" y="17017"/>
                    <a:pt x="1530" y="17017"/>
                  </a:cubicBezTo>
                  <a:cubicBezTo>
                    <a:pt x="857" y="17017"/>
                    <a:pt x="405" y="18370"/>
                    <a:pt x="223" y="21527"/>
                  </a:cubicBezTo>
                  <a:cubicBezTo>
                    <a:pt x="0" y="25550"/>
                    <a:pt x="1049" y="28047"/>
                    <a:pt x="4378" y="29593"/>
                  </a:cubicBezTo>
                  <a:cubicBezTo>
                    <a:pt x="6242" y="30459"/>
                    <a:pt x="9285" y="30766"/>
                    <a:pt x="12383" y="30766"/>
                  </a:cubicBezTo>
                  <a:cubicBezTo>
                    <a:pt x="14815" y="30766"/>
                    <a:pt x="17282" y="30577"/>
                    <a:pt x="19239" y="30321"/>
                  </a:cubicBezTo>
                  <a:cubicBezTo>
                    <a:pt x="24049" y="29685"/>
                    <a:pt x="25124" y="26690"/>
                    <a:pt x="24672" y="23971"/>
                  </a:cubicBezTo>
                  <a:cubicBezTo>
                    <a:pt x="24324" y="21887"/>
                    <a:pt x="22057" y="20079"/>
                    <a:pt x="20045" y="19155"/>
                  </a:cubicBezTo>
                  <a:cubicBezTo>
                    <a:pt x="18827" y="18598"/>
                    <a:pt x="18329" y="17995"/>
                    <a:pt x="18230" y="17372"/>
                  </a:cubicBezTo>
                  <a:cubicBezTo>
                    <a:pt x="18152" y="16887"/>
                    <a:pt x="18381" y="16442"/>
                    <a:pt x="18519" y="16225"/>
                  </a:cubicBezTo>
                  <a:cubicBezTo>
                    <a:pt x="18814" y="15865"/>
                    <a:pt x="19069" y="15478"/>
                    <a:pt x="19285" y="15072"/>
                  </a:cubicBezTo>
                  <a:cubicBezTo>
                    <a:pt x="19302" y="15073"/>
                    <a:pt x="19319" y="15074"/>
                    <a:pt x="19335" y="15074"/>
                  </a:cubicBezTo>
                  <a:cubicBezTo>
                    <a:pt x="19695" y="15074"/>
                    <a:pt x="19840" y="14785"/>
                    <a:pt x="20517" y="14785"/>
                  </a:cubicBezTo>
                  <a:cubicBezTo>
                    <a:pt x="20627" y="14785"/>
                    <a:pt x="20750" y="14792"/>
                    <a:pt x="20891" y="14810"/>
                  </a:cubicBezTo>
                  <a:cubicBezTo>
                    <a:pt x="21829" y="14931"/>
                    <a:pt x="22528" y="15244"/>
                    <a:pt x="22841" y="15244"/>
                  </a:cubicBezTo>
                  <a:cubicBezTo>
                    <a:pt x="22919" y="15244"/>
                    <a:pt x="22973" y="15224"/>
                    <a:pt x="23001" y="15177"/>
                  </a:cubicBezTo>
                  <a:cubicBezTo>
                    <a:pt x="23138" y="14935"/>
                    <a:pt x="22686" y="14122"/>
                    <a:pt x="21998" y="13762"/>
                  </a:cubicBezTo>
                  <a:lnTo>
                    <a:pt x="22044" y="13735"/>
                  </a:lnTo>
                  <a:lnTo>
                    <a:pt x="22083" y="13709"/>
                  </a:lnTo>
                  <a:lnTo>
                    <a:pt x="22136" y="13683"/>
                  </a:lnTo>
                  <a:lnTo>
                    <a:pt x="22142" y="13683"/>
                  </a:lnTo>
                  <a:lnTo>
                    <a:pt x="22195" y="13644"/>
                  </a:lnTo>
                  <a:lnTo>
                    <a:pt x="22208" y="13637"/>
                  </a:lnTo>
                  <a:lnTo>
                    <a:pt x="22273" y="13591"/>
                  </a:lnTo>
                  <a:lnTo>
                    <a:pt x="22287" y="13585"/>
                  </a:lnTo>
                  <a:lnTo>
                    <a:pt x="22352" y="13532"/>
                  </a:lnTo>
                  <a:lnTo>
                    <a:pt x="22365" y="13526"/>
                  </a:lnTo>
                  <a:lnTo>
                    <a:pt x="22437" y="13473"/>
                  </a:lnTo>
                  <a:lnTo>
                    <a:pt x="22450" y="13460"/>
                  </a:lnTo>
                  <a:lnTo>
                    <a:pt x="22529" y="13395"/>
                  </a:lnTo>
                  <a:lnTo>
                    <a:pt x="22549" y="13375"/>
                  </a:lnTo>
                  <a:cubicBezTo>
                    <a:pt x="22575" y="13355"/>
                    <a:pt x="22601" y="13329"/>
                    <a:pt x="22634" y="13303"/>
                  </a:cubicBezTo>
                  <a:lnTo>
                    <a:pt x="22647" y="13283"/>
                  </a:lnTo>
                  <a:cubicBezTo>
                    <a:pt x="22673" y="13264"/>
                    <a:pt x="22699" y="13237"/>
                    <a:pt x="22732" y="13211"/>
                  </a:cubicBezTo>
                  <a:lnTo>
                    <a:pt x="22745" y="13198"/>
                  </a:lnTo>
                  <a:lnTo>
                    <a:pt x="22830" y="13106"/>
                  </a:lnTo>
                  <a:lnTo>
                    <a:pt x="22850" y="13080"/>
                  </a:lnTo>
                  <a:lnTo>
                    <a:pt x="22935" y="12982"/>
                  </a:lnTo>
                  <a:lnTo>
                    <a:pt x="22955" y="12962"/>
                  </a:lnTo>
                  <a:cubicBezTo>
                    <a:pt x="22988" y="12923"/>
                    <a:pt x="23014" y="12890"/>
                    <a:pt x="23047" y="12851"/>
                  </a:cubicBezTo>
                  <a:lnTo>
                    <a:pt x="23060" y="12838"/>
                  </a:lnTo>
                  <a:cubicBezTo>
                    <a:pt x="23086" y="12798"/>
                    <a:pt x="23112" y="12759"/>
                    <a:pt x="23138" y="12720"/>
                  </a:cubicBezTo>
                  <a:cubicBezTo>
                    <a:pt x="23145" y="12713"/>
                    <a:pt x="23145" y="12707"/>
                    <a:pt x="23152" y="12700"/>
                  </a:cubicBezTo>
                  <a:cubicBezTo>
                    <a:pt x="23178" y="12661"/>
                    <a:pt x="23211" y="12615"/>
                    <a:pt x="23237" y="12569"/>
                  </a:cubicBezTo>
                  <a:cubicBezTo>
                    <a:pt x="23237" y="12562"/>
                    <a:pt x="23243" y="12549"/>
                    <a:pt x="23250" y="12543"/>
                  </a:cubicBezTo>
                  <a:cubicBezTo>
                    <a:pt x="23276" y="12497"/>
                    <a:pt x="23302" y="12451"/>
                    <a:pt x="23335" y="12399"/>
                  </a:cubicBezTo>
                  <a:cubicBezTo>
                    <a:pt x="23335" y="12392"/>
                    <a:pt x="23342" y="12386"/>
                    <a:pt x="23348" y="12379"/>
                  </a:cubicBezTo>
                  <a:cubicBezTo>
                    <a:pt x="23374" y="12327"/>
                    <a:pt x="23401" y="12274"/>
                    <a:pt x="23427" y="12222"/>
                  </a:cubicBezTo>
                  <a:cubicBezTo>
                    <a:pt x="23845" y="11343"/>
                    <a:pt x="23840" y="10603"/>
                    <a:pt x="23385" y="10603"/>
                  </a:cubicBezTo>
                  <a:cubicBezTo>
                    <a:pt x="23263" y="10603"/>
                    <a:pt x="23109" y="10656"/>
                    <a:pt x="22922" y="10774"/>
                  </a:cubicBezTo>
                  <a:cubicBezTo>
                    <a:pt x="22441" y="11080"/>
                    <a:pt x="21852" y="11335"/>
                    <a:pt x="21220" y="11335"/>
                  </a:cubicBezTo>
                  <a:cubicBezTo>
                    <a:pt x="20692" y="11335"/>
                    <a:pt x="20133" y="11156"/>
                    <a:pt x="19580" y="10682"/>
                  </a:cubicBezTo>
                  <a:cubicBezTo>
                    <a:pt x="19384" y="9764"/>
                    <a:pt x="18912" y="8926"/>
                    <a:pt x="18224" y="8290"/>
                  </a:cubicBezTo>
                  <a:cubicBezTo>
                    <a:pt x="19207" y="8087"/>
                    <a:pt x="18912" y="6986"/>
                    <a:pt x="18650" y="6698"/>
                  </a:cubicBezTo>
                  <a:cubicBezTo>
                    <a:pt x="18604" y="6645"/>
                    <a:pt x="18447" y="6606"/>
                    <a:pt x="18217" y="6573"/>
                  </a:cubicBezTo>
                  <a:cubicBezTo>
                    <a:pt x="18211" y="6160"/>
                    <a:pt x="18178" y="5747"/>
                    <a:pt x="18125" y="5341"/>
                  </a:cubicBezTo>
                  <a:cubicBezTo>
                    <a:pt x="18073" y="4981"/>
                    <a:pt x="17994" y="4627"/>
                    <a:pt x="17890" y="4280"/>
                  </a:cubicBezTo>
                  <a:cubicBezTo>
                    <a:pt x="17765" y="3854"/>
                    <a:pt x="17582" y="3447"/>
                    <a:pt x="17352" y="3074"/>
                  </a:cubicBezTo>
                  <a:cubicBezTo>
                    <a:pt x="16808" y="2189"/>
                    <a:pt x="15917" y="1580"/>
                    <a:pt x="14895" y="1396"/>
                  </a:cubicBezTo>
                  <a:lnTo>
                    <a:pt x="15373" y="1134"/>
                  </a:lnTo>
                  <a:lnTo>
                    <a:pt x="15019" y="656"/>
                  </a:lnTo>
                  <a:lnTo>
                    <a:pt x="14325" y="1324"/>
                  </a:lnTo>
                  <a:lnTo>
                    <a:pt x="15065" y="427"/>
                  </a:lnTo>
                  <a:lnTo>
                    <a:pt x="14594" y="125"/>
                  </a:lnTo>
                  <a:lnTo>
                    <a:pt x="14600" y="99"/>
                  </a:lnTo>
                  <a:lnTo>
                    <a:pt x="14148" y="47"/>
                  </a:lnTo>
                  <a:lnTo>
                    <a:pt x="14154" y="1"/>
                  </a:lnTo>
                  <a:close/>
                </a:path>
              </a:pathLst>
            </a:custGeom>
            <a:solidFill>
              <a:schemeClr val="dk1"/>
            </a:solidFill>
            <a:ln cap="flat" cmpd="sng" w="1143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56" name="Google Shape;1156;p40"/>
            <p:cNvSpPr/>
            <p:nvPr/>
          </p:nvSpPr>
          <p:spPr>
            <a:xfrm flipH="1">
              <a:off x="3248052" y="3336901"/>
              <a:ext cx="1048425" cy="1008647"/>
            </a:xfrm>
            <a:custGeom>
              <a:rect b="b" l="l" r="r" t="t"/>
              <a:pathLst>
                <a:path extrusionOk="0" h="24165" w="25118">
                  <a:moveTo>
                    <a:pt x="13799" y="0"/>
                  </a:moveTo>
                  <a:cubicBezTo>
                    <a:pt x="11923" y="0"/>
                    <a:pt x="10071" y="561"/>
                    <a:pt x="9082" y="2706"/>
                  </a:cubicBezTo>
                  <a:cubicBezTo>
                    <a:pt x="7562" y="5982"/>
                    <a:pt x="9436" y="8485"/>
                    <a:pt x="9738" y="8839"/>
                  </a:cubicBezTo>
                  <a:cubicBezTo>
                    <a:pt x="10563" y="9914"/>
                    <a:pt x="10740" y="10792"/>
                    <a:pt x="10137" y="11559"/>
                  </a:cubicBezTo>
                  <a:cubicBezTo>
                    <a:pt x="9557" y="12294"/>
                    <a:pt x="8605" y="12603"/>
                    <a:pt x="7474" y="12603"/>
                  </a:cubicBezTo>
                  <a:cubicBezTo>
                    <a:pt x="6742" y="12603"/>
                    <a:pt x="5934" y="12473"/>
                    <a:pt x="5105" y="12247"/>
                  </a:cubicBezTo>
                  <a:cubicBezTo>
                    <a:pt x="3001" y="11670"/>
                    <a:pt x="2654" y="11211"/>
                    <a:pt x="2182" y="10759"/>
                  </a:cubicBezTo>
                  <a:cubicBezTo>
                    <a:pt x="1946" y="10535"/>
                    <a:pt x="1727" y="10416"/>
                    <a:pt x="1528" y="10416"/>
                  </a:cubicBezTo>
                  <a:cubicBezTo>
                    <a:pt x="854" y="10416"/>
                    <a:pt x="400" y="11766"/>
                    <a:pt x="223" y="14927"/>
                  </a:cubicBezTo>
                  <a:cubicBezTo>
                    <a:pt x="0" y="18950"/>
                    <a:pt x="1049" y="21447"/>
                    <a:pt x="4377" y="22993"/>
                  </a:cubicBezTo>
                  <a:cubicBezTo>
                    <a:pt x="6242" y="23857"/>
                    <a:pt x="9292" y="24164"/>
                    <a:pt x="12397" y="24164"/>
                  </a:cubicBezTo>
                  <a:cubicBezTo>
                    <a:pt x="14825" y="24164"/>
                    <a:pt x="17287" y="23977"/>
                    <a:pt x="19239" y="23721"/>
                  </a:cubicBezTo>
                  <a:cubicBezTo>
                    <a:pt x="24043" y="23085"/>
                    <a:pt x="25117" y="20090"/>
                    <a:pt x="24672" y="17371"/>
                  </a:cubicBezTo>
                  <a:cubicBezTo>
                    <a:pt x="24324" y="15287"/>
                    <a:pt x="22057" y="13479"/>
                    <a:pt x="20039" y="12555"/>
                  </a:cubicBezTo>
                  <a:cubicBezTo>
                    <a:pt x="18820" y="11998"/>
                    <a:pt x="18328" y="11395"/>
                    <a:pt x="18230" y="10772"/>
                  </a:cubicBezTo>
                  <a:cubicBezTo>
                    <a:pt x="18152" y="10287"/>
                    <a:pt x="18374" y="9842"/>
                    <a:pt x="18519" y="9625"/>
                  </a:cubicBezTo>
                  <a:cubicBezTo>
                    <a:pt x="20137" y="7647"/>
                    <a:pt x="19927" y="5910"/>
                    <a:pt x="19600" y="4154"/>
                  </a:cubicBezTo>
                  <a:cubicBezTo>
                    <a:pt x="19383" y="3033"/>
                    <a:pt x="18748" y="2031"/>
                    <a:pt x="17824" y="1369"/>
                  </a:cubicBezTo>
                  <a:cubicBezTo>
                    <a:pt x="17824" y="1369"/>
                    <a:pt x="16808" y="130"/>
                    <a:pt x="14292" y="12"/>
                  </a:cubicBezTo>
                  <a:cubicBezTo>
                    <a:pt x="14128" y="5"/>
                    <a:pt x="13963" y="0"/>
                    <a:pt x="13799"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57" name="Google Shape;1157;p40"/>
            <p:cNvSpPr/>
            <p:nvPr/>
          </p:nvSpPr>
          <p:spPr>
            <a:xfrm flipH="1">
              <a:off x="3596234" y="3355726"/>
              <a:ext cx="42" cy="42"/>
            </a:xfrm>
            <a:custGeom>
              <a:rect b="b" l="l" r="r" t="t"/>
              <a:pathLst>
                <a:path extrusionOk="0" h="1" w="1">
                  <a:moveTo>
                    <a:pt x="0" y="1"/>
                  </a:moveTo>
                  <a:close/>
                </a:path>
              </a:pathLst>
            </a:custGeom>
            <a:solidFill>
              <a:srgbClr val="FED93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58" name="Google Shape;1158;p40"/>
            <p:cNvSpPr/>
            <p:nvPr/>
          </p:nvSpPr>
          <p:spPr>
            <a:xfrm flipH="1">
              <a:off x="3301089" y="3503697"/>
              <a:ext cx="224603" cy="193799"/>
            </a:xfrm>
            <a:custGeom>
              <a:rect b="b" l="l" r="r" t="t"/>
              <a:pathLst>
                <a:path extrusionOk="0" h="4643" w="5381">
                  <a:moveTo>
                    <a:pt x="4925" y="0"/>
                  </a:moveTo>
                  <a:cubicBezTo>
                    <a:pt x="4803" y="0"/>
                    <a:pt x="4649" y="53"/>
                    <a:pt x="4463" y="171"/>
                  </a:cubicBezTo>
                  <a:cubicBezTo>
                    <a:pt x="3980" y="478"/>
                    <a:pt x="3389" y="735"/>
                    <a:pt x="2754" y="735"/>
                  </a:cubicBezTo>
                  <a:cubicBezTo>
                    <a:pt x="2225" y="735"/>
                    <a:pt x="1665" y="556"/>
                    <a:pt x="1114" y="79"/>
                  </a:cubicBezTo>
                  <a:cubicBezTo>
                    <a:pt x="1114" y="79"/>
                    <a:pt x="1108" y="79"/>
                    <a:pt x="1096" y="79"/>
                  </a:cubicBezTo>
                  <a:cubicBezTo>
                    <a:pt x="988" y="79"/>
                    <a:pt x="429" y="111"/>
                    <a:pt x="400" y="774"/>
                  </a:cubicBezTo>
                  <a:cubicBezTo>
                    <a:pt x="361" y="1514"/>
                    <a:pt x="616" y="1757"/>
                    <a:pt x="367" y="2392"/>
                  </a:cubicBezTo>
                  <a:cubicBezTo>
                    <a:pt x="111" y="3028"/>
                    <a:pt x="138" y="3284"/>
                    <a:pt x="406" y="3454"/>
                  </a:cubicBezTo>
                  <a:cubicBezTo>
                    <a:pt x="406" y="3454"/>
                    <a:pt x="0" y="4253"/>
                    <a:pt x="629" y="4437"/>
                  </a:cubicBezTo>
                  <a:cubicBezTo>
                    <a:pt x="721" y="4463"/>
                    <a:pt x="799" y="4474"/>
                    <a:pt x="869" y="4474"/>
                  </a:cubicBezTo>
                  <a:cubicBezTo>
                    <a:pt x="1227" y="4474"/>
                    <a:pt x="1377" y="4188"/>
                    <a:pt x="2046" y="4188"/>
                  </a:cubicBezTo>
                  <a:cubicBezTo>
                    <a:pt x="2157" y="4188"/>
                    <a:pt x="2282" y="4196"/>
                    <a:pt x="2425" y="4214"/>
                  </a:cubicBezTo>
                  <a:cubicBezTo>
                    <a:pt x="3355" y="4334"/>
                    <a:pt x="4056" y="4642"/>
                    <a:pt x="4371" y="4642"/>
                  </a:cubicBezTo>
                  <a:cubicBezTo>
                    <a:pt x="4452" y="4642"/>
                    <a:pt x="4507" y="4622"/>
                    <a:pt x="4535" y="4574"/>
                  </a:cubicBezTo>
                  <a:cubicBezTo>
                    <a:pt x="4672" y="4339"/>
                    <a:pt x="4220" y="3519"/>
                    <a:pt x="3532" y="3159"/>
                  </a:cubicBezTo>
                  <a:cubicBezTo>
                    <a:pt x="4155" y="2812"/>
                    <a:pt x="4659" y="2268"/>
                    <a:pt x="4967" y="1619"/>
                  </a:cubicBezTo>
                  <a:cubicBezTo>
                    <a:pt x="5381" y="740"/>
                    <a:pt x="5378" y="0"/>
                    <a:pt x="4925" y="0"/>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59" name="Google Shape;1159;p40"/>
            <p:cNvSpPr/>
            <p:nvPr/>
          </p:nvSpPr>
          <p:spPr>
            <a:xfrm flipH="1">
              <a:off x="3530035" y="3449977"/>
              <a:ext cx="69789" cy="94124"/>
            </a:xfrm>
            <a:custGeom>
              <a:rect b="b" l="l" r="r" t="t"/>
              <a:pathLst>
                <a:path extrusionOk="0" h="2255" w="1672">
                  <a:moveTo>
                    <a:pt x="635" y="0"/>
                  </a:moveTo>
                  <a:cubicBezTo>
                    <a:pt x="596" y="0"/>
                    <a:pt x="556" y="5"/>
                    <a:pt x="518" y="16"/>
                  </a:cubicBezTo>
                  <a:cubicBezTo>
                    <a:pt x="151" y="121"/>
                    <a:pt x="0" y="698"/>
                    <a:pt x="171" y="1314"/>
                  </a:cubicBezTo>
                  <a:cubicBezTo>
                    <a:pt x="329" y="1865"/>
                    <a:pt x="692" y="2254"/>
                    <a:pt x="1030" y="2254"/>
                  </a:cubicBezTo>
                  <a:cubicBezTo>
                    <a:pt x="1070" y="2254"/>
                    <a:pt x="1109" y="2249"/>
                    <a:pt x="1147" y="2238"/>
                  </a:cubicBezTo>
                  <a:cubicBezTo>
                    <a:pt x="1514" y="2133"/>
                    <a:pt x="1671" y="1556"/>
                    <a:pt x="1494" y="940"/>
                  </a:cubicBezTo>
                  <a:cubicBezTo>
                    <a:pt x="1342" y="389"/>
                    <a:pt x="974" y="0"/>
                    <a:pt x="635" y="0"/>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60" name="Google Shape;1160;p40"/>
            <p:cNvSpPr/>
            <p:nvPr/>
          </p:nvSpPr>
          <p:spPr>
            <a:xfrm flipH="1">
              <a:off x="3539342" y="3461957"/>
              <a:ext cx="47625" cy="68746"/>
            </a:xfrm>
            <a:custGeom>
              <a:rect b="b" l="l" r="r" t="t"/>
              <a:pathLst>
                <a:path extrusionOk="0" h="1647" w="1141">
                  <a:moveTo>
                    <a:pt x="414" y="1"/>
                  </a:moveTo>
                  <a:cubicBezTo>
                    <a:pt x="389" y="1"/>
                    <a:pt x="365" y="4"/>
                    <a:pt x="341" y="11"/>
                  </a:cubicBezTo>
                  <a:cubicBezTo>
                    <a:pt x="92" y="77"/>
                    <a:pt x="0" y="503"/>
                    <a:pt x="125" y="948"/>
                  </a:cubicBezTo>
                  <a:cubicBezTo>
                    <a:pt x="237" y="1356"/>
                    <a:pt x="499" y="1647"/>
                    <a:pt x="727" y="1647"/>
                  </a:cubicBezTo>
                  <a:cubicBezTo>
                    <a:pt x="752" y="1647"/>
                    <a:pt x="776" y="1643"/>
                    <a:pt x="800" y="1636"/>
                  </a:cubicBezTo>
                  <a:cubicBezTo>
                    <a:pt x="1042" y="1571"/>
                    <a:pt x="1140" y="1151"/>
                    <a:pt x="1009" y="699"/>
                  </a:cubicBezTo>
                  <a:cubicBezTo>
                    <a:pt x="897" y="291"/>
                    <a:pt x="641" y="1"/>
                    <a:pt x="414"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61" name="Google Shape;1161;p40"/>
            <p:cNvSpPr/>
            <p:nvPr/>
          </p:nvSpPr>
          <p:spPr>
            <a:xfrm flipH="1">
              <a:off x="3566139" y="3471682"/>
              <a:ext cx="14275" cy="12188"/>
            </a:xfrm>
            <a:custGeom>
              <a:rect b="b" l="l" r="r" t="t"/>
              <a:pathLst>
                <a:path extrusionOk="0" h="292" w="342">
                  <a:moveTo>
                    <a:pt x="191" y="1"/>
                  </a:moveTo>
                  <a:cubicBezTo>
                    <a:pt x="66" y="7"/>
                    <a:pt x="1" y="165"/>
                    <a:pt x="99" y="250"/>
                  </a:cubicBezTo>
                  <a:cubicBezTo>
                    <a:pt x="128" y="279"/>
                    <a:pt x="162" y="291"/>
                    <a:pt x="196" y="291"/>
                  </a:cubicBezTo>
                  <a:cubicBezTo>
                    <a:pt x="270" y="291"/>
                    <a:pt x="341" y="231"/>
                    <a:pt x="341" y="145"/>
                  </a:cubicBezTo>
                  <a:cubicBezTo>
                    <a:pt x="335" y="66"/>
                    <a:pt x="269" y="1"/>
                    <a:pt x="191"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62" name="Google Shape;1162;p40"/>
            <p:cNvSpPr/>
            <p:nvPr/>
          </p:nvSpPr>
          <p:spPr>
            <a:xfrm flipH="1">
              <a:off x="3655049" y="3062790"/>
              <a:ext cx="123133" cy="77428"/>
            </a:xfrm>
            <a:custGeom>
              <a:rect b="b" l="l" r="r" t="t"/>
              <a:pathLst>
                <a:path extrusionOk="0" h="1855" w="2950">
                  <a:moveTo>
                    <a:pt x="1338" y="1416"/>
                  </a:moveTo>
                  <a:lnTo>
                    <a:pt x="1383" y="1481"/>
                  </a:lnTo>
                  <a:lnTo>
                    <a:pt x="1370" y="1521"/>
                  </a:lnTo>
                  <a:lnTo>
                    <a:pt x="1338" y="1494"/>
                  </a:lnTo>
                  <a:lnTo>
                    <a:pt x="1338" y="1416"/>
                  </a:lnTo>
                  <a:close/>
                  <a:moveTo>
                    <a:pt x="1639" y="1514"/>
                  </a:moveTo>
                  <a:lnTo>
                    <a:pt x="1665" y="1521"/>
                  </a:lnTo>
                  <a:lnTo>
                    <a:pt x="1646" y="1540"/>
                  </a:lnTo>
                  <a:lnTo>
                    <a:pt x="1639" y="1514"/>
                  </a:lnTo>
                  <a:close/>
                  <a:moveTo>
                    <a:pt x="1639" y="1547"/>
                  </a:moveTo>
                  <a:lnTo>
                    <a:pt x="1593" y="1599"/>
                  </a:lnTo>
                  <a:lnTo>
                    <a:pt x="1613" y="1553"/>
                  </a:lnTo>
                  <a:lnTo>
                    <a:pt x="1639" y="1547"/>
                  </a:lnTo>
                  <a:close/>
                  <a:moveTo>
                    <a:pt x="1587" y="0"/>
                  </a:moveTo>
                  <a:lnTo>
                    <a:pt x="1593" y="610"/>
                  </a:lnTo>
                  <a:lnTo>
                    <a:pt x="1488" y="1049"/>
                  </a:lnTo>
                  <a:lnTo>
                    <a:pt x="1338" y="577"/>
                  </a:lnTo>
                  <a:lnTo>
                    <a:pt x="1338" y="118"/>
                  </a:lnTo>
                  <a:lnTo>
                    <a:pt x="1200" y="138"/>
                  </a:lnTo>
                  <a:lnTo>
                    <a:pt x="1180" y="73"/>
                  </a:lnTo>
                  <a:lnTo>
                    <a:pt x="971" y="171"/>
                  </a:lnTo>
                  <a:lnTo>
                    <a:pt x="748" y="204"/>
                  </a:lnTo>
                  <a:lnTo>
                    <a:pt x="768" y="269"/>
                  </a:lnTo>
                  <a:lnTo>
                    <a:pt x="636" y="328"/>
                  </a:lnTo>
                  <a:lnTo>
                    <a:pt x="879" y="702"/>
                  </a:lnTo>
                  <a:lnTo>
                    <a:pt x="1010" y="1187"/>
                  </a:lnTo>
                  <a:lnTo>
                    <a:pt x="1010" y="1187"/>
                  </a:lnTo>
                  <a:lnTo>
                    <a:pt x="355" y="564"/>
                  </a:lnTo>
                  <a:lnTo>
                    <a:pt x="1" y="1049"/>
                  </a:lnTo>
                  <a:lnTo>
                    <a:pt x="1324" y="1763"/>
                  </a:lnTo>
                  <a:lnTo>
                    <a:pt x="1436" y="1671"/>
                  </a:lnTo>
                  <a:lnTo>
                    <a:pt x="1515" y="1730"/>
                  </a:lnTo>
                  <a:lnTo>
                    <a:pt x="1534" y="1698"/>
                  </a:lnTo>
                  <a:lnTo>
                    <a:pt x="1600" y="1855"/>
                  </a:lnTo>
                  <a:lnTo>
                    <a:pt x="2950" y="1095"/>
                  </a:lnTo>
                  <a:lnTo>
                    <a:pt x="2602" y="623"/>
                  </a:lnTo>
                  <a:lnTo>
                    <a:pt x="1855" y="1344"/>
                  </a:lnTo>
                  <a:lnTo>
                    <a:pt x="1967" y="918"/>
                  </a:lnTo>
                  <a:lnTo>
                    <a:pt x="2262" y="374"/>
                  </a:lnTo>
                  <a:lnTo>
                    <a:pt x="2117" y="315"/>
                  </a:lnTo>
                  <a:lnTo>
                    <a:pt x="2183" y="73"/>
                  </a:lnTo>
                  <a:lnTo>
                    <a:pt x="1587" y="0"/>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63" name="Google Shape;1163;p40"/>
            <p:cNvSpPr/>
            <p:nvPr/>
          </p:nvSpPr>
          <p:spPr>
            <a:xfrm flipH="1">
              <a:off x="3667612" y="3061412"/>
              <a:ext cx="62944" cy="67619"/>
            </a:xfrm>
            <a:custGeom>
              <a:rect b="b" l="l" r="r" t="t"/>
              <a:pathLst>
                <a:path extrusionOk="0" h="1620" w="1508">
                  <a:moveTo>
                    <a:pt x="0" y="1"/>
                  </a:moveTo>
                  <a:lnTo>
                    <a:pt x="197" y="1488"/>
                  </a:lnTo>
                  <a:lnTo>
                    <a:pt x="400" y="1541"/>
                  </a:lnTo>
                  <a:lnTo>
                    <a:pt x="400" y="1501"/>
                  </a:lnTo>
                  <a:lnTo>
                    <a:pt x="518" y="1619"/>
                  </a:lnTo>
                  <a:lnTo>
                    <a:pt x="1507" y="427"/>
                  </a:lnTo>
                  <a:lnTo>
                    <a:pt x="1003" y="106"/>
                  </a:lnTo>
                  <a:lnTo>
                    <a:pt x="419" y="1383"/>
                  </a:lnTo>
                  <a:lnTo>
                    <a:pt x="596" y="1"/>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64" name="Google Shape;1164;p40"/>
            <p:cNvSpPr/>
            <p:nvPr/>
          </p:nvSpPr>
          <p:spPr>
            <a:xfrm flipH="1">
              <a:off x="3721791" y="3065503"/>
              <a:ext cx="45455" cy="62443"/>
            </a:xfrm>
            <a:custGeom>
              <a:rect b="b" l="l" r="r" t="t"/>
              <a:pathLst>
                <a:path extrusionOk="0" h="1496" w="1089">
                  <a:moveTo>
                    <a:pt x="519" y="1"/>
                  </a:moveTo>
                  <a:lnTo>
                    <a:pt x="1" y="289"/>
                  </a:lnTo>
                  <a:lnTo>
                    <a:pt x="892" y="1495"/>
                  </a:lnTo>
                  <a:lnTo>
                    <a:pt x="1089" y="1443"/>
                  </a:lnTo>
                  <a:lnTo>
                    <a:pt x="519" y="1"/>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65" name="Google Shape;1165;p40"/>
            <p:cNvSpPr/>
            <p:nvPr/>
          </p:nvSpPr>
          <p:spPr>
            <a:xfrm flipH="1">
              <a:off x="3535800" y="3116385"/>
              <a:ext cx="350699" cy="229278"/>
            </a:xfrm>
            <a:custGeom>
              <a:rect b="b" l="l" r="r" t="t"/>
              <a:pathLst>
                <a:path extrusionOk="0" h="5493" w="8402">
                  <a:moveTo>
                    <a:pt x="4195" y="1"/>
                  </a:moveTo>
                  <a:cubicBezTo>
                    <a:pt x="3887" y="1"/>
                    <a:pt x="3579" y="34"/>
                    <a:pt x="3277" y="93"/>
                  </a:cubicBezTo>
                  <a:cubicBezTo>
                    <a:pt x="2190" y="296"/>
                    <a:pt x="1252" y="990"/>
                    <a:pt x="741" y="1973"/>
                  </a:cubicBezTo>
                  <a:cubicBezTo>
                    <a:pt x="499" y="2419"/>
                    <a:pt x="315" y="2897"/>
                    <a:pt x="211" y="3395"/>
                  </a:cubicBezTo>
                  <a:cubicBezTo>
                    <a:pt x="145" y="3677"/>
                    <a:pt x="99" y="3965"/>
                    <a:pt x="66" y="4254"/>
                  </a:cubicBezTo>
                  <a:cubicBezTo>
                    <a:pt x="27" y="4562"/>
                    <a:pt x="7" y="4896"/>
                    <a:pt x="1" y="5250"/>
                  </a:cubicBezTo>
                  <a:lnTo>
                    <a:pt x="1" y="5492"/>
                  </a:lnTo>
                  <a:lnTo>
                    <a:pt x="8402" y="5492"/>
                  </a:lnTo>
                  <a:cubicBezTo>
                    <a:pt x="8402" y="5413"/>
                    <a:pt x="8402" y="5328"/>
                    <a:pt x="8395" y="5256"/>
                  </a:cubicBezTo>
                  <a:cubicBezTo>
                    <a:pt x="8389" y="4843"/>
                    <a:pt x="8356" y="4437"/>
                    <a:pt x="8297" y="4031"/>
                  </a:cubicBezTo>
                  <a:cubicBezTo>
                    <a:pt x="8251" y="3670"/>
                    <a:pt x="8172" y="3310"/>
                    <a:pt x="8067" y="2963"/>
                  </a:cubicBezTo>
                  <a:cubicBezTo>
                    <a:pt x="7943" y="2537"/>
                    <a:pt x="7759" y="2137"/>
                    <a:pt x="7530" y="1757"/>
                  </a:cubicBezTo>
                  <a:cubicBezTo>
                    <a:pt x="6836" y="650"/>
                    <a:pt x="5813" y="184"/>
                    <a:pt x="4870" y="47"/>
                  </a:cubicBezTo>
                  <a:cubicBezTo>
                    <a:pt x="4647" y="14"/>
                    <a:pt x="4424" y="1"/>
                    <a:pt x="4195"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66" name="Google Shape;1166;p40"/>
            <p:cNvSpPr/>
            <p:nvPr/>
          </p:nvSpPr>
          <p:spPr>
            <a:xfrm flipH="1">
              <a:off x="3494228" y="3328386"/>
              <a:ext cx="434931" cy="85984"/>
            </a:xfrm>
            <a:custGeom>
              <a:rect b="b" l="l" r="r" t="t"/>
              <a:pathLst>
                <a:path extrusionOk="0" h="2060" w="10420">
                  <a:moveTo>
                    <a:pt x="5210" y="0"/>
                  </a:moveTo>
                  <a:cubicBezTo>
                    <a:pt x="5210" y="0"/>
                    <a:pt x="826" y="0"/>
                    <a:pt x="564" y="295"/>
                  </a:cubicBezTo>
                  <a:cubicBezTo>
                    <a:pt x="296" y="590"/>
                    <a:pt x="1" y="1697"/>
                    <a:pt x="1003" y="1894"/>
                  </a:cubicBezTo>
                  <a:cubicBezTo>
                    <a:pt x="1760" y="2041"/>
                    <a:pt x="3748" y="2060"/>
                    <a:pt x="4695" y="2060"/>
                  </a:cubicBezTo>
                  <a:cubicBezTo>
                    <a:pt x="5010" y="2060"/>
                    <a:pt x="5210" y="2058"/>
                    <a:pt x="5210" y="2058"/>
                  </a:cubicBezTo>
                  <a:cubicBezTo>
                    <a:pt x="5210" y="2058"/>
                    <a:pt x="5410" y="2060"/>
                    <a:pt x="5725" y="2060"/>
                  </a:cubicBezTo>
                  <a:cubicBezTo>
                    <a:pt x="6669" y="2060"/>
                    <a:pt x="8654" y="2041"/>
                    <a:pt x="9411" y="1894"/>
                  </a:cubicBezTo>
                  <a:cubicBezTo>
                    <a:pt x="10420" y="1697"/>
                    <a:pt x="10118" y="590"/>
                    <a:pt x="9856" y="295"/>
                  </a:cubicBezTo>
                  <a:cubicBezTo>
                    <a:pt x="9587" y="0"/>
                    <a:pt x="5210" y="0"/>
                    <a:pt x="5210" y="0"/>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67" name="Google Shape;1167;p40"/>
            <p:cNvSpPr/>
            <p:nvPr/>
          </p:nvSpPr>
          <p:spPr>
            <a:xfrm flipH="1">
              <a:off x="3883452" y="3345876"/>
              <a:ext cx="13691" cy="50631"/>
            </a:xfrm>
            <a:custGeom>
              <a:rect b="b" l="l" r="r" t="t"/>
              <a:pathLst>
                <a:path extrusionOk="0" h="1213" w="328">
                  <a:moveTo>
                    <a:pt x="321" y="1"/>
                  </a:moveTo>
                  <a:lnTo>
                    <a:pt x="33" y="73"/>
                  </a:lnTo>
                  <a:lnTo>
                    <a:pt x="0" y="1180"/>
                  </a:lnTo>
                  <a:lnTo>
                    <a:pt x="328" y="1213"/>
                  </a:lnTo>
                  <a:lnTo>
                    <a:pt x="328" y="1213"/>
                  </a:lnTo>
                  <a:lnTo>
                    <a:pt x="321" y="1"/>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68" name="Google Shape;1168;p40"/>
            <p:cNvSpPr/>
            <p:nvPr/>
          </p:nvSpPr>
          <p:spPr>
            <a:xfrm flipH="1">
              <a:off x="3853900" y="3342328"/>
              <a:ext cx="13440" cy="55306"/>
            </a:xfrm>
            <a:custGeom>
              <a:rect b="b" l="l" r="r" t="t"/>
              <a:pathLst>
                <a:path extrusionOk="0" h="1325" w="322">
                  <a:moveTo>
                    <a:pt x="322" y="0"/>
                  </a:moveTo>
                  <a:lnTo>
                    <a:pt x="1" y="33"/>
                  </a:lnTo>
                  <a:lnTo>
                    <a:pt x="60" y="1265"/>
                  </a:lnTo>
                  <a:lnTo>
                    <a:pt x="263" y="1324"/>
                  </a:lnTo>
                  <a:lnTo>
                    <a:pt x="322" y="0"/>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69" name="Google Shape;1169;p40"/>
            <p:cNvSpPr/>
            <p:nvPr/>
          </p:nvSpPr>
          <p:spPr>
            <a:xfrm flipH="1">
              <a:off x="3826560" y="3342328"/>
              <a:ext cx="13691" cy="55306"/>
            </a:xfrm>
            <a:custGeom>
              <a:rect b="b" l="l" r="r" t="t"/>
              <a:pathLst>
                <a:path extrusionOk="0" h="1325" w="328">
                  <a:moveTo>
                    <a:pt x="0" y="0"/>
                  </a:moveTo>
                  <a:lnTo>
                    <a:pt x="59" y="1324"/>
                  </a:lnTo>
                  <a:lnTo>
                    <a:pt x="328" y="1324"/>
                  </a:lnTo>
                  <a:lnTo>
                    <a:pt x="328" y="0"/>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70" name="Google Shape;1170;p40"/>
            <p:cNvSpPr/>
            <p:nvPr/>
          </p:nvSpPr>
          <p:spPr>
            <a:xfrm flipH="1">
              <a:off x="3795630" y="3341242"/>
              <a:ext cx="16195" cy="56391"/>
            </a:xfrm>
            <a:custGeom>
              <a:rect b="b" l="l" r="r" t="t"/>
              <a:pathLst>
                <a:path extrusionOk="0" h="1351" w="388">
                  <a:moveTo>
                    <a:pt x="1" y="0"/>
                  </a:moveTo>
                  <a:lnTo>
                    <a:pt x="86" y="1350"/>
                  </a:lnTo>
                  <a:lnTo>
                    <a:pt x="387" y="1350"/>
                  </a:lnTo>
                  <a:lnTo>
                    <a:pt x="355" y="0"/>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71" name="Google Shape;1171;p40"/>
            <p:cNvSpPr/>
            <p:nvPr/>
          </p:nvSpPr>
          <p:spPr>
            <a:xfrm flipH="1">
              <a:off x="3768540" y="3341242"/>
              <a:ext cx="12355" cy="59104"/>
            </a:xfrm>
            <a:custGeom>
              <a:rect b="b" l="l" r="r" t="t"/>
              <a:pathLst>
                <a:path extrusionOk="0" h="1416" w="296">
                  <a:moveTo>
                    <a:pt x="0" y="0"/>
                  </a:moveTo>
                  <a:lnTo>
                    <a:pt x="0" y="1350"/>
                  </a:lnTo>
                  <a:lnTo>
                    <a:pt x="295" y="1416"/>
                  </a:lnTo>
                  <a:lnTo>
                    <a:pt x="295" y="1416"/>
                  </a:lnTo>
                  <a:lnTo>
                    <a:pt x="236" y="0"/>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72" name="Google Shape;1172;p40"/>
            <p:cNvSpPr/>
            <p:nvPr/>
          </p:nvSpPr>
          <p:spPr>
            <a:xfrm flipH="1">
              <a:off x="3737652" y="3341242"/>
              <a:ext cx="12355" cy="59104"/>
            </a:xfrm>
            <a:custGeom>
              <a:rect b="b" l="l" r="r" t="t"/>
              <a:pathLst>
                <a:path extrusionOk="0" h="1416" w="296">
                  <a:moveTo>
                    <a:pt x="1" y="0"/>
                  </a:moveTo>
                  <a:lnTo>
                    <a:pt x="1" y="1350"/>
                  </a:lnTo>
                  <a:lnTo>
                    <a:pt x="296" y="1416"/>
                  </a:lnTo>
                  <a:lnTo>
                    <a:pt x="296" y="1416"/>
                  </a:lnTo>
                  <a:lnTo>
                    <a:pt x="237" y="0"/>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73" name="Google Shape;1173;p40"/>
            <p:cNvSpPr/>
            <p:nvPr/>
          </p:nvSpPr>
          <p:spPr>
            <a:xfrm flipH="1">
              <a:off x="3705637" y="3341242"/>
              <a:ext cx="12355" cy="59104"/>
            </a:xfrm>
            <a:custGeom>
              <a:rect b="b" l="l" r="r" t="t"/>
              <a:pathLst>
                <a:path extrusionOk="0" h="1416" w="296">
                  <a:moveTo>
                    <a:pt x="0" y="0"/>
                  </a:moveTo>
                  <a:lnTo>
                    <a:pt x="0" y="1350"/>
                  </a:lnTo>
                  <a:lnTo>
                    <a:pt x="295" y="1416"/>
                  </a:lnTo>
                  <a:lnTo>
                    <a:pt x="295" y="1416"/>
                  </a:lnTo>
                  <a:lnTo>
                    <a:pt x="236" y="0"/>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74" name="Google Shape;1174;p40"/>
            <p:cNvSpPr/>
            <p:nvPr/>
          </p:nvSpPr>
          <p:spPr>
            <a:xfrm flipH="1">
              <a:off x="3674749" y="3341242"/>
              <a:ext cx="12355" cy="59104"/>
            </a:xfrm>
            <a:custGeom>
              <a:rect b="b" l="l" r="r" t="t"/>
              <a:pathLst>
                <a:path extrusionOk="0" h="1416" w="296">
                  <a:moveTo>
                    <a:pt x="1" y="0"/>
                  </a:moveTo>
                  <a:lnTo>
                    <a:pt x="1" y="1350"/>
                  </a:lnTo>
                  <a:lnTo>
                    <a:pt x="296" y="1416"/>
                  </a:lnTo>
                  <a:lnTo>
                    <a:pt x="296" y="1416"/>
                  </a:lnTo>
                  <a:lnTo>
                    <a:pt x="237" y="0"/>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75" name="Google Shape;1175;p40"/>
            <p:cNvSpPr/>
            <p:nvPr/>
          </p:nvSpPr>
          <p:spPr>
            <a:xfrm flipH="1">
              <a:off x="3526486" y="3345876"/>
              <a:ext cx="13732" cy="50631"/>
            </a:xfrm>
            <a:custGeom>
              <a:rect b="b" l="l" r="r" t="t"/>
              <a:pathLst>
                <a:path extrusionOk="0" h="1213" w="329">
                  <a:moveTo>
                    <a:pt x="14" y="1"/>
                  </a:moveTo>
                  <a:lnTo>
                    <a:pt x="1" y="1213"/>
                  </a:lnTo>
                  <a:lnTo>
                    <a:pt x="328" y="1180"/>
                  </a:lnTo>
                  <a:lnTo>
                    <a:pt x="302" y="73"/>
                  </a:lnTo>
                  <a:lnTo>
                    <a:pt x="14" y="1"/>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76" name="Google Shape;1176;p40"/>
            <p:cNvSpPr/>
            <p:nvPr/>
          </p:nvSpPr>
          <p:spPr>
            <a:xfrm flipH="1">
              <a:off x="3556038" y="3342328"/>
              <a:ext cx="13691" cy="55306"/>
            </a:xfrm>
            <a:custGeom>
              <a:rect b="b" l="l" r="r" t="t"/>
              <a:pathLst>
                <a:path extrusionOk="0" h="1325" w="328">
                  <a:moveTo>
                    <a:pt x="0" y="0"/>
                  </a:moveTo>
                  <a:lnTo>
                    <a:pt x="59" y="1324"/>
                  </a:lnTo>
                  <a:lnTo>
                    <a:pt x="269" y="1265"/>
                  </a:lnTo>
                  <a:lnTo>
                    <a:pt x="328" y="33"/>
                  </a:lnTo>
                  <a:lnTo>
                    <a:pt x="0" y="0"/>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77" name="Google Shape;1177;p40"/>
            <p:cNvSpPr/>
            <p:nvPr/>
          </p:nvSpPr>
          <p:spPr>
            <a:xfrm flipH="1">
              <a:off x="3583378" y="3342328"/>
              <a:ext cx="13440" cy="55306"/>
            </a:xfrm>
            <a:custGeom>
              <a:rect b="b" l="l" r="r" t="t"/>
              <a:pathLst>
                <a:path extrusionOk="0" h="1325" w="322">
                  <a:moveTo>
                    <a:pt x="0" y="0"/>
                  </a:moveTo>
                  <a:lnTo>
                    <a:pt x="0" y="1324"/>
                  </a:lnTo>
                  <a:lnTo>
                    <a:pt x="262" y="1324"/>
                  </a:lnTo>
                  <a:lnTo>
                    <a:pt x="321" y="0"/>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78" name="Google Shape;1178;p40"/>
            <p:cNvSpPr/>
            <p:nvPr/>
          </p:nvSpPr>
          <p:spPr>
            <a:xfrm flipH="1">
              <a:off x="3611846" y="3341242"/>
              <a:ext cx="15903" cy="56391"/>
            </a:xfrm>
            <a:custGeom>
              <a:rect b="b" l="l" r="r" t="t"/>
              <a:pathLst>
                <a:path extrusionOk="0" h="1351" w="381">
                  <a:moveTo>
                    <a:pt x="27" y="0"/>
                  </a:moveTo>
                  <a:lnTo>
                    <a:pt x="1" y="1350"/>
                  </a:lnTo>
                  <a:lnTo>
                    <a:pt x="296" y="1350"/>
                  </a:lnTo>
                  <a:lnTo>
                    <a:pt x="381" y="0"/>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79" name="Google Shape;1179;p40"/>
            <p:cNvSpPr/>
            <p:nvPr/>
          </p:nvSpPr>
          <p:spPr>
            <a:xfrm flipH="1">
              <a:off x="3642441" y="3341242"/>
              <a:ext cx="12647" cy="59104"/>
            </a:xfrm>
            <a:custGeom>
              <a:rect b="b" l="l" r="r" t="t"/>
              <a:pathLst>
                <a:path extrusionOk="0" h="1416" w="303">
                  <a:moveTo>
                    <a:pt x="60" y="0"/>
                  </a:moveTo>
                  <a:lnTo>
                    <a:pt x="1" y="1416"/>
                  </a:lnTo>
                  <a:lnTo>
                    <a:pt x="1" y="1416"/>
                  </a:lnTo>
                  <a:lnTo>
                    <a:pt x="302" y="1350"/>
                  </a:lnTo>
                  <a:lnTo>
                    <a:pt x="302" y="0"/>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80" name="Google Shape;1180;p40"/>
            <p:cNvSpPr/>
            <p:nvPr/>
          </p:nvSpPr>
          <p:spPr>
            <a:xfrm flipH="1">
              <a:off x="3571904" y="3116343"/>
              <a:ext cx="283665" cy="96378"/>
            </a:xfrm>
            <a:custGeom>
              <a:rect b="b" l="l" r="r" t="t"/>
              <a:pathLst>
                <a:path extrusionOk="0" h="2309" w="6796">
                  <a:moveTo>
                    <a:pt x="3547" y="1"/>
                  </a:moveTo>
                  <a:cubicBezTo>
                    <a:pt x="3518" y="1"/>
                    <a:pt x="3489" y="1"/>
                    <a:pt x="3460" y="2"/>
                  </a:cubicBezTo>
                  <a:cubicBezTo>
                    <a:pt x="3434" y="1"/>
                    <a:pt x="3408" y="1"/>
                    <a:pt x="3382" y="1"/>
                  </a:cubicBezTo>
                  <a:cubicBezTo>
                    <a:pt x="3100" y="1"/>
                    <a:pt x="2819" y="33"/>
                    <a:pt x="2543" y="87"/>
                  </a:cubicBezTo>
                  <a:cubicBezTo>
                    <a:pt x="1449" y="297"/>
                    <a:pt x="518" y="991"/>
                    <a:pt x="0" y="1968"/>
                  </a:cubicBezTo>
                  <a:lnTo>
                    <a:pt x="1160" y="1463"/>
                  </a:lnTo>
                  <a:lnTo>
                    <a:pt x="2798" y="2308"/>
                  </a:lnTo>
                  <a:lnTo>
                    <a:pt x="4037" y="1509"/>
                  </a:lnTo>
                  <a:lnTo>
                    <a:pt x="5577" y="2308"/>
                  </a:lnTo>
                  <a:lnTo>
                    <a:pt x="6796" y="1758"/>
                  </a:lnTo>
                  <a:cubicBezTo>
                    <a:pt x="6095" y="651"/>
                    <a:pt x="5079" y="185"/>
                    <a:pt x="4129" y="48"/>
                  </a:cubicBezTo>
                  <a:cubicBezTo>
                    <a:pt x="3935" y="19"/>
                    <a:pt x="3741" y="1"/>
                    <a:pt x="3547" y="1"/>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81" name="Google Shape;1181;p40"/>
            <p:cNvSpPr/>
            <p:nvPr/>
          </p:nvSpPr>
          <p:spPr>
            <a:xfrm flipH="1">
              <a:off x="3539640" y="3235388"/>
              <a:ext cx="344105" cy="72502"/>
            </a:xfrm>
            <a:custGeom>
              <a:rect b="b" l="l" r="r" t="t"/>
              <a:pathLst>
                <a:path extrusionOk="0" h="1737" w="8244">
                  <a:moveTo>
                    <a:pt x="1534" y="0"/>
                  </a:moveTo>
                  <a:lnTo>
                    <a:pt x="145" y="544"/>
                  </a:lnTo>
                  <a:cubicBezTo>
                    <a:pt x="86" y="826"/>
                    <a:pt x="33" y="1114"/>
                    <a:pt x="0" y="1403"/>
                  </a:cubicBezTo>
                  <a:lnTo>
                    <a:pt x="1488" y="891"/>
                  </a:lnTo>
                  <a:lnTo>
                    <a:pt x="3270" y="1737"/>
                  </a:lnTo>
                  <a:lnTo>
                    <a:pt x="4961" y="846"/>
                  </a:lnTo>
                  <a:lnTo>
                    <a:pt x="6455" y="1691"/>
                  </a:lnTo>
                  <a:lnTo>
                    <a:pt x="8244" y="1173"/>
                  </a:lnTo>
                  <a:cubicBezTo>
                    <a:pt x="8191" y="813"/>
                    <a:pt x="8113" y="459"/>
                    <a:pt x="8008" y="112"/>
                  </a:cubicBezTo>
                  <a:lnTo>
                    <a:pt x="6599" y="800"/>
                  </a:lnTo>
                  <a:lnTo>
                    <a:pt x="4863" y="99"/>
                  </a:lnTo>
                  <a:lnTo>
                    <a:pt x="3375" y="846"/>
                  </a:lnTo>
                  <a:lnTo>
                    <a:pt x="1534" y="0"/>
                  </a:ln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82" name="Google Shape;1182;p40"/>
            <p:cNvSpPr/>
            <p:nvPr/>
          </p:nvSpPr>
          <p:spPr>
            <a:xfrm flipH="1">
              <a:off x="3520565" y="3947876"/>
              <a:ext cx="576889" cy="324946"/>
            </a:xfrm>
            <a:custGeom>
              <a:rect b="b" l="l" r="r" t="t"/>
              <a:pathLst>
                <a:path extrusionOk="0" h="7785" w="13821">
                  <a:moveTo>
                    <a:pt x="9959" y="0"/>
                  </a:moveTo>
                  <a:cubicBezTo>
                    <a:pt x="9306" y="0"/>
                    <a:pt x="8644" y="166"/>
                    <a:pt x="8067" y="482"/>
                  </a:cubicBezTo>
                  <a:cubicBezTo>
                    <a:pt x="6718" y="1216"/>
                    <a:pt x="4826" y="1294"/>
                    <a:pt x="4088" y="1294"/>
                  </a:cubicBezTo>
                  <a:cubicBezTo>
                    <a:pt x="3890" y="1294"/>
                    <a:pt x="3775" y="1288"/>
                    <a:pt x="3775" y="1288"/>
                  </a:cubicBezTo>
                  <a:cubicBezTo>
                    <a:pt x="3775" y="1288"/>
                    <a:pt x="2930" y="1242"/>
                    <a:pt x="1567" y="1039"/>
                  </a:cubicBezTo>
                  <a:cubicBezTo>
                    <a:pt x="1512" y="1031"/>
                    <a:pt x="1462" y="1027"/>
                    <a:pt x="1416" y="1027"/>
                  </a:cubicBezTo>
                  <a:cubicBezTo>
                    <a:pt x="659" y="1027"/>
                    <a:pt x="1003" y="2035"/>
                    <a:pt x="1003" y="2035"/>
                  </a:cubicBezTo>
                  <a:cubicBezTo>
                    <a:pt x="1003" y="2035"/>
                    <a:pt x="1" y="2061"/>
                    <a:pt x="118" y="2952"/>
                  </a:cubicBezTo>
                  <a:cubicBezTo>
                    <a:pt x="230" y="3837"/>
                    <a:pt x="1095" y="4591"/>
                    <a:pt x="1095" y="4591"/>
                  </a:cubicBezTo>
                  <a:cubicBezTo>
                    <a:pt x="1095" y="4591"/>
                    <a:pt x="630" y="4833"/>
                    <a:pt x="859" y="5482"/>
                  </a:cubicBezTo>
                  <a:cubicBezTo>
                    <a:pt x="1079" y="6110"/>
                    <a:pt x="2093" y="7785"/>
                    <a:pt x="6918" y="7785"/>
                  </a:cubicBezTo>
                  <a:cubicBezTo>
                    <a:pt x="7128" y="7785"/>
                    <a:pt x="7345" y="7782"/>
                    <a:pt x="7569" y="7775"/>
                  </a:cubicBezTo>
                  <a:cubicBezTo>
                    <a:pt x="13087" y="7611"/>
                    <a:pt x="13820" y="4106"/>
                    <a:pt x="13021" y="2022"/>
                  </a:cubicBezTo>
                  <a:cubicBezTo>
                    <a:pt x="12491" y="637"/>
                    <a:pt x="11240" y="0"/>
                    <a:pt x="9959" y="0"/>
                  </a:cubicBezTo>
                  <a:close/>
                </a:path>
              </a:pathLst>
            </a:custGeom>
            <a:solidFill>
              <a:srgbClr val="0E2231">
                <a:alpha val="25098"/>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83" name="Google Shape;1183;p40"/>
            <p:cNvSpPr/>
            <p:nvPr/>
          </p:nvSpPr>
          <p:spPr>
            <a:xfrm flipH="1">
              <a:off x="3521028" y="3871676"/>
              <a:ext cx="576889" cy="324946"/>
            </a:xfrm>
            <a:custGeom>
              <a:rect b="b" l="l" r="r" t="t"/>
              <a:pathLst>
                <a:path extrusionOk="0" h="7785" w="13821">
                  <a:moveTo>
                    <a:pt x="9959" y="0"/>
                  </a:moveTo>
                  <a:cubicBezTo>
                    <a:pt x="9306" y="0"/>
                    <a:pt x="8644" y="166"/>
                    <a:pt x="8067" y="482"/>
                  </a:cubicBezTo>
                  <a:cubicBezTo>
                    <a:pt x="6718" y="1216"/>
                    <a:pt x="4826" y="1294"/>
                    <a:pt x="4088" y="1294"/>
                  </a:cubicBezTo>
                  <a:cubicBezTo>
                    <a:pt x="3890" y="1294"/>
                    <a:pt x="3775" y="1288"/>
                    <a:pt x="3775" y="1288"/>
                  </a:cubicBezTo>
                  <a:cubicBezTo>
                    <a:pt x="3775" y="1288"/>
                    <a:pt x="2930" y="1242"/>
                    <a:pt x="1567" y="1039"/>
                  </a:cubicBezTo>
                  <a:cubicBezTo>
                    <a:pt x="1512" y="1031"/>
                    <a:pt x="1462" y="1027"/>
                    <a:pt x="1416" y="1027"/>
                  </a:cubicBezTo>
                  <a:cubicBezTo>
                    <a:pt x="659" y="1027"/>
                    <a:pt x="1003" y="2035"/>
                    <a:pt x="1003" y="2035"/>
                  </a:cubicBezTo>
                  <a:cubicBezTo>
                    <a:pt x="1003" y="2035"/>
                    <a:pt x="1" y="2061"/>
                    <a:pt x="118" y="2952"/>
                  </a:cubicBezTo>
                  <a:cubicBezTo>
                    <a:pt x="230" y="3837"/>
                    <a:pt x="1095" y="4591"/>
                    <a:pt x="1095" y="4591"/>
                  </a:cubicBezTo>
                  <a:cubicBezTo>
                    <a:pt x="1095" y="4591"/>
                    <a:pt x="630" y="4833"/>
                    <a:pt x="859" y="5482"/>
                  </a:cubicBezTo>
                  <a:cubicBezTo>
                    <a:pt x="1079" y="6110"/>
                    <a:pt x="2093" y="7785"/>
                    <a:pt x="6918" y="7785"/>
                  </a:cubicBezTo>
                  <a:cubicBezTo>
                    <a:pt x="7128" y="7785"/>
                    <a:pt x="7345" y="7782"/>
                    <a:pt x="7569" y="7775"/>
                  </a:cubicBezTo>
                  <a:cubicBezTo>
                    <a:pt x="13087" y="7611"/>
                    <a:pt x="13820" y="4106"/>
                    <a:pt x="13021" y="2022"/>
                  </a:cubicBezTo>
                  <a:cubicBezTo>
                    <a:pt x="12491" y="637"/>
                    <a:pt x="11240" y="0"/>
                    <a:pt x="9959" y="0"/>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84" name="Google Shape;1184;p40"/>
            <p:cNvSpPr/>
            <p:nvPr/>
          </p:nvSpPr>
          <p:spPr>
            <a:xfrm flipH="1">
              <a:off x="3301089" y="3504872"/>
              <a:ext cx="224603" cy="193799"/>
            </a:xfrm>
            <a:custGeom>
              <a:rect b="b" l="l" r="r" t="t"/>
              <a:pathLst>
                <a:path extrusionOk="0" h="4643" w="5381">
                  <a:moveTo>
                    <a:pt x="4925" y="0"/>
                  </a:moveTo>
                  <a:cubicBezTo>
                    <a:pt x="4803" y="0"/>
                    <a:pt x="4649" y="53"/>
                    <a:pt x="4463" y="171"/>
                  </a:cubicBezTo>
                  <a:cubicBezTo>
                    <a:pt x="3980" y="478"/>
                    <a:pt x="3389" y="735"/>
                    <a:pt x="2754" y="735"/>
                  </a:cubicBezTo>
                  <a:cubicBezTo>
                    <a:pt x="2225" y="735"/>
                    <a:pt x="1665" y="556"/>
                    <a:pt x="1114" y="79"/>
                  </a:cubicBezTo>
                  <a:cubicBezTo>
                    <a:pt x="1114" y="79"/>
                    <a:pt x="1108" y="79"/>
                    <a:pt x="1096" y="79"/>
                  </a:cubicBezTo>
                  <a:cubicBezTo>
                    <a:pt x="988" y="79"/>
                    <a:pt x="429" y="111"/>
                    <a:pt x="400" y="774"/>
                  </a:cubicBezTo>
                  <a:cubicBezTo>
                    <a:pt x="361" y="1514"/>
                    <a:pt x="616" y="1757"/>
                    <a:pt x="367" y="2392"/>
                  </a:cubicBezTo>
                  <a:cubicBezTo>
                    <a:pt x="111" y="3028"/>
                    <a:pt x="138" y="3284"/>
                    <a:pt x="406" y="3454"/>
                  </a:cubicBezTo>
                  <a:cubicBezTo>
                    <a:pt x="406" y="3454"/>
                    <a:pt x="0" y="4253"/>
                    <a:pt x="629" y="4437"/>
                  </a:cubicBezTo>
                  <a:cubicBezTo>
                    <a:pt x="721" y="4463"/>
                    <a:pt x="799" y="4474"/>
                    <a:pt x="869" y="4474"/>
                  </a:cubicBezTo>
                  <a:cubicBezTo>
                    <a:pt x="1227" y="4474"/>
                    <a:pt x="1377" y="4188"/>
                    <a:pt x="2046" y="4188"/>
                  </a:cubicBezTo>
                  <a:cubicBezTo>
                    <a:pt x="2157" y="4188"/>
                    <a:pt x="2282" y="4196"/>
                    <a:pt x="2425" y="4214"/>
                  </a:cubicBezTo>
                  <a:cubicBezTo>
                    <a:pt x="3355" y="4334"/>
                    <a:pt x="4056" y="4642"/>
                    <a:pt x="4371" y="4642"/>
                  </a:cubicBezTo>
                  <a:cubicBezTo>
                    <a:pt x="4452" y="4642"/>
                    <a:pt x="4507" y="4622"/>
                    <a:pt x="4535" y="4574"/>
                  </a:cubicBezTo>
                  <a:cubicBezTo>
                    <a:pt x="4672" y="4339"/>
                    <a:pt x="4220" y="3519"/>
                    <a:pt x="3532" y="3159"/>
                  </a:cubicBezTo>
                  <a:cubicBezTo>
                    <a:pt x="4155" y="2812"/>
                    <a:pt x="4659" y="2268"/>
                    <a:pt x="4967" y="1619"/>
                  </a:cubicBezTo>
                  <a:cubicBezTo>
                    <a:pt x="5381" y="740"/>
                    <a:pt x="5378" y="0"/>
                    <a:pt x="4925" y="0"/>
                  </a:cubicBezTo>
                  <a:close/>
                </a:path>
              </a:pathLst>
            </a:custGeom>
            <a:solidFill>
              <a:srgbClr val="0E2231">
                <a:alpha val="25098"/>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85" name="Google Shape;1185;p40"/>
            <p:cNvSpPr/>
            <p:nvPr/>
          </p:nvSpPr>
          <p:spPr>
            <a:xfrm flipH="1">
              <a:off x="3300881" y="3503572"/>
              <a:ext cx="220179" cy="149680"/>
            </a:xfrm>
            <a:custGeom>
              <a:rect b="b" l="l" r="r" t="t"/>
              <a:pathLst>
                <a:path extrusionOk="0" h="3586" w="5275">
                  <a:moveTo>
                    <a:pt x="4816" y="1"/>
                  </a:moveTo>
                  <a:cubicBezTo>
                    <a:pt x="4694" y="1"/>
                    <a:pt x="4539" y="54"/>
                    <a:pt x="4352" y="174"/>
                  </a:cubicBezTo>
                  <a:cubicBezTo>
                    <a:pt x="3871" y="480"/>
                    <a:pt x="3284" y="734"/>
                    <a:pt x="2654" y="734"/>
                  </a:cubicBezTo>
                  <a:cubicBezTo>
                    <a:pt x="2124" y="734"/>
                    <a:pt x="1563" y="555"/>
                    <a:pt x="1010" y="76"/>
                  </a:cubicBezTo>
                  <a:cubicBezTo>
                    <a:pt x="1010" y="76"/>
                    <a:pt x="1003" y="75"/>
                    <a:pt x="992" y="75"/>
                  </a:cubicBezTo>
                  <a:cubicBezTo>
                    <a:pt x="884" y="75"/>
                    <a:pt x="318" y="107"/>
                    <a:pt x="289" y="777"/>
                  </a:cubicBezTo>
                  <a:cubicBezTo>
                    <a:pt x="256" y="1517"/>
                    <a:pt x="512" y="1760"/>
                    <a:pt x="256" y="2395"/>
                  </a:cubicBezTo>
                  <a:cubicBezTo>
                    <a:pt x="0" y="3031"/>
                    <a:pt x="27" y="3287"/>
                    <a:pt x="295" y="3457"/>
                  </a:cubicBezTo>
                  <a:lnTo>
                    <a:pt x="295" y="3463"/>
                  </a:lnTo>
                  <a:cubicBezTo>
                    <a:pt x="455" y="3528"/>
                    <a:pt x="715" y="3585"/>
                    <a:pt x="1142" y="3585"/>
                  </a:cubicBezTo>
                  <a:cubicBezTo>
                    <a:pt x="1327" y="3585"/>
                    <a:pt x="1543" y="3574"/>
                    <a:pt x="1796" y="3549"/>
                  </a:cubicBezTo>
                  <a:cubicBezTo>
                    <a:pt x="2635" y="3457"/>
                    <a:pt x="3166" y="3287"/>
                    <a:pt x="3467" y="3136"/>
                  </a:cubicBezTo>
                  <a:cubicBezTo>
                    <a:pt x="4076" y="2782"/>
                    <a:pt x="4555" y="2251"/>
                    <a:pt x="4856" y="1616"/>
                  </a:cubicBezTo>
                  <a:cubicBezTo>
                    <a:pt x="5274" y="743"/>
                    <a:pt x="5269" y="1"/>
                    <a:pt x="4816"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186" name="Google Shape;1186;p40"/>
          <p:cNvGrpSpPr/>
          <p:nvPr/>
        </p:nvGrpSpPr>
        <p:grpSpPr>
          <a:xfrm>
            <a:off x="599052" y="3319849"/>
            <a:ext cx="1396520" cy="1284160"/>
            <a:chOff x="3674664" y="2399050"/>
            <a:chExt cx="1673482" cy="1538838"/>
          </a:xfrm>
        </p:grpSpPr>
        <p:sp>
          <p:nvSpPr>
            <p:cNvPr id="1187" name="Google Shape;1187;p40"/>
            <p:cNvSpPr/>
            <p:nvPr/>
          </p:nvSpPr>
          <p:spPr>
            <a:xfrm>
              <a:off x="3674675" y="2399205"/>
              <a:ext cx="1673471" cy="1538683"/>
            </a:xfrm>
            <a:custGeom>
              <a:rect b="b" l="l" r="r" t="t"/>
              <a:pathLst>
                <a:path extrusionOk="0" h="49555" w="53896">
                  <a:moveTo>
                    <a:pt x="24339" y="20581"/>
                  </a:moveTo>
                  <a:lnTo>
                    <a:pt x="24339" y="20581"/>
                  </a:lnTo>
                  <a:cubicBezTo>
                    <a:pt x="24625" y="20638"/>
                    <a:pt x="24796" y="20650"/>
                    <a:pt x="24796" y="20650"/>
                  </a:cubicBezTo>
                  <a:lnTo>
                    <a:pt x="24762" y="20707"/>
                  </a:lnTo>
                  <a:cubicBezTo>
                    <a:pt x="24568" y="20661"/>
                    <a:pt x="24408" y="20650"/>
                    <a:pt x="24339" y="20581"/>
                  </a:cubicBezTo>
                  <a:close/>
                  <a:moveTo>
                    <a:pt x="25002" y="20707"/>
                  </a:moveTo>
                  <a:cubicBezTo>
                    <a:pt x="25002" y="20707"/>
                    <a:pt x="25002" y="20730"/>
                    <a:pt x="25014" y="20776"/>
                  </a:cubicBezTo>
                  <a:lnTo>
                    <a:pt x="25002" y="20764"/>
                  </a:lnTo>
                  <a:cubicBezTo>
                    <a:pt x="25002" y="20753"/>
                    <a:pt x="25002" y="20730"/>
                    <a:pt x="25002" y="20707"/>
                  </a:cubicBezTo>
                  <a:close/>
                  <a:moveTo>
                    <a:pt x="17033" y="21759"/>
                  </a:moveTo>
                  <a:cubicBezTo>
                    <a:pt x="17147" y="21862"/>
                    <a:pt x="17113" y="22079"/>
                    <a:pt x="17044" y="22308"/>
                  </a:cubicBezTo>
                  <a:cubicBezTo>
                    <a:pt x="16930" y="22239"/>
                    <a:pt x="16804" y="22182"/>
                    <a:pt x="16679" y="22148"/>
                  </a:cubicBezTo>
                  <a:cubicBezTo>
                    <a:pt x="16804" y="22022"/>
                    <a:pt x="16919" y="21885"/>
                    <a:pt x="17033" y="21759"/>
                  </a:cubicBezTo>
                  <a:close/>
                  <a:moveTo>
                    <a:pt x="25631" y="20353"/>
                  </a:moveTo>
                  <a:cubicBezTo>
                    <a:pt x="25986" y="21233"/>
                    <a:pt x="26454" y="22056"/>
                    <a:pt x="27049" y="22799"/>
                  </a:cubicBezTo>
                  <a:cubicBezTo>
                    <a:pt x="28501" y="24674"/>
                    <a:pt x="28810" y="26207"/>
                    <a:pt x="27746" y="27544"/>
                  </a:cubicBezTo>
                  <a:cubicBezTo>
                    <a:pt x="27140" y="28310"/>
                    <a:pt x="26306" y="28813"/>
                    <a:pt x="25311" y="29088"/>
                  </a:cubicBezTo>
                  <a:cubicBezTo>
                    <a:pt x="25814" y="28493"/>
                    <a:pt x="26500" y="28105"/>
                    <a:pt x="27026" y="27373"/>
                  </a:cubicBezTo>
                  <a:cubicBezTo>
                    <a:pt x="27986" y="26047"/>
                    <a:pt x="26946" y="25086"/>
                    <a:pt x="25700" y="24755"/>
                  </a:cubicBezTo>
                  <a:cubicBezTo>
                    <a:pt x="24042" y="24309"/>
                    <a:pt x="24236" y="23348"/>
                    <a:pt x="25139" y="22159"/>
                  </a:cubicBezTo>
                  <a:cubicBezTo>
                    <a:pt x="25380" y="21828"/>
                    <a:pt x="25608" y="21519"/>
                    <a:pt x="25494" y="21222"/>
                  </a:cubicBezTo>
                  <a:cubicBezTo>
                    <a:pt x="25837" y="20981"/>
                    <a:pt x="25185" y="20547"/>
                    <a:pt x="25185" y="20547"/>
                  </a:cubicBezTo>
                  <a:cubicBezTo>
                    <a:pt x="25345" y="20490"/>
                    <a:pt x="25494" y="20421"/>
                    <a:pt x="25631" y="20353"/>
                  </a:cubicBezTo>
                  <a:close/>
                  <a:moveTo>
                    <a:pt x="18988" y="17140"/>
                  </a:moveTo>
                  <a:cubicBezTo>
                    <a:pt x="19034" y="17208"/>
                    <a:pt x="19080" y="17277"/>
                    <a:pt x="19137" y="17346"/>
                  </a:cubicBezTo>
                  <a:lnTo>
                    <a:pt x="19114" y="17357"/>
                  </a:lnTo>
                  <a:lnTo>
                    <a:pt x="19137" y="17357"/>
                  </a:lnTo>
                  <a:cubicBezTo>
                    <a:pt x="19205" y="17448"/>
                    <a:pt x="19285" y="17551"/>
                    <a:pt x="19365" y="17654"/>
                  </a:cubicBezTo>
                  <a:cubicBezTo>
                    <a:pt x="19365" y="17734"/>
                    <a:pt x="19423" y="17814"/>
                    <a:pt x="19503" y="17837"/>
                  </a:cubicBezTo>
                  <a:lnTo>
                    <a:pt x="19514" y="17837"/>
                  </a:lnTo>
                  <a:cubicBezTo>
                    <a:pt x="19560" y="17883"/>
                    <a:pt x="19606" y="17929"/>
                    <a:pt x="19640" y="17974"/>
                  </a:cubicBezTo>
                  <a:cubicBezTo>
                    <a:pt x="19331" y="18352"/>
                    <a:pt x="18965" y="18775"/>
                    <a:pt x="18942" y="19026"/>
                  </a:cubicBezTo>
                  <a:cubicBezTo>
                    <a:pt x="18874" y="20318"/>
                    <a:pt x="21686" y="20707"/>
                    <a:pt x="22487" y="21233"/>
                  </a:cubicBezTo>
                  <a:cubicBezTo>
                    <a:pt x="24213" y="22365"/>
                    <a:pt x="23607" y="23840"/>
                    <a:pt x="22052" y="24663"/>
                  </a:cubicBezTo>
                  <a:cubicBezTo>
                    <a:pt x="21538" y="24937"/>
                    <a:pt x="21012" y="25166"/>
                    <a:pt x="20497" y="25441"/>
                  </a:cubicBezTo>
                  <a:cubicBezTo>
                    <a:pt x="21000" y="25200"/>
                    <a:pt x="21526" y="25006"/>
                    <a:pt x="21892" y="24812"/>
                  </a:cubicBezTo>
                  <a:cubicBezTo>
                    <a:pt x="23424" y="23988"/>
                    <a:pt x="25082" y="22399"/>
                    <a:pt x="22887" y="20947"/>
                  </a:cubicBezTo>
                  <a:cubicBezTo>
                    <a:pt x="22064" y="20410"/>
                    <a:pt x="19274" y="20044"/>
                    <a:pt x="19343" y="18752"/>
                  </a:cubicBezTo>
                  <a:cubicBezTo>
                    <a:pt x="19354" y="18580"/>
                    <a:pt x="19525" y="18329"/>
                    <a:pt x="19731" y="18066"/>
                  </a:cubicBezTo>
                  <a:cubicBezTo>
                    <a:pt x="20909" y="19301"/>
                    <a:pt x="22418" y="20158"/>
                    <a:pt x="24088" y="20524"/>
                  </a:cubicBezTo>
                  <a:cubicBezTo>
                    <a:pt x="23687" y="20959"/>
                    <a:pt x="24168" y="20913"/>
                    <a:pt x="24591" y="21039"/>
                  </a:cubicBezTo>
                  <a:cubicBezTo>
                    <a:pt x="24545" y="21187"/>
                    <a:pt x="24556" y="21313"/>
                    <a:pt x="24705" y="21324"/>
                  </a:cubicBezTo>
                  <a:cubicBezTo>
                    <a:pt x="24713" y="21325"/>
                    <a:pt x="24721" y="21326"/>
                    <a:pt x="24728" y="21326"/>
                  </a:cubicBezTo>
                  <a:cubicBezTo>
                    <a:pt x="24810" y="21326"/>
                    <a:pt x="24880" y="21272"/>
                    <a:pt x="24922" y="21199"/>
                  </a:cubicBezTo>
                  <a:cubicBezTo>
                    <a:pt x="24956" y="21233"/>
                    <a:pt x="24991" y="21267"/>
                    <a:pt x="25025" y="21313"/>
                  </a:cubicBezTo>
                  <a:cubicBezTo>
                    <a:pt x="25631" y="22193"/>
                    <a:pt x="23710" y="23017"/>
                    <a:pt x="24019" y="24126"/>
                  </a:cubicBezTo>
                  <a:cubicBezTo>
                    <a:pt x="24350" y="25303"/>
                    <a:pt x="25883" y="24789"/>
                    <a:pt x="26591" y="25566"/>
                  </a:cubicBezTo>
                  <a:cubicBezTo>
                    <a:pt x="27598" y="26664"/>
                    <a:pt x="26569" y="27727"/>
                    <a:pt x="25734" y="28425"/>
                  </a:cubicBezTo>
                  <a:cubicBezTo>
                    <a:pt x="25471" y="28642"/>
                    <a:pt x="25219" y="28882"/>
                    <a:pt x="25002" y="29156"/>
                  </a:cubicBezTo>
                  <a:cubicBezTo>
                    <a:pt x="24453" y="29282"/>
                    <a:pt x="23893" y="29351"/>
                    <a:pt x="23333" y="29362"/>
                  </a:cubicBezTo>
                  <a:cubicBezTo>
                    <a:pt x="24042" y="28150"/>
                    <a:pt x="24373" y="26915"/>
                    <a:pt x="22658" y="26527"/>
                  </a:cubicBezTo>
                  <a:cubicBezTo>
                    <a:pt x="21915" y="26355"/>
                    <a:pt x="20440" y="26572"/>
                    <a:pt x="20120" y="25658"/>
                  </a:cubicBezTo>
                  <a:cubicBezTo>
                    <a:pt x="20246" y="25578"/>
                    <a:pt x="20372" y="25509"/>
                    <a:pt x="20497" y="25441"/>
                  </a:cubicBezTo>
                  <a:lnTo>
                    <a:pt x="20497" y="25441"/>
                  </a:lnTo>
                  <a:cubicBezTo>
                    <a:pt x="20372" y="25498"/>
                    <a:pt x="20234" y="25566"/>
                    <a:pt x="20109" y="25635"/>
                  </a:cubicBezTo>
                  <a:cubicBezTo>
                    <a:pt x="20063" y="25486"/>
                    <a:pt x="20051" y="25338"/>
                    <a:pt x="20051" y="25189"/>
                  </a:cubicBezTo>
                  <a:cubicBezTo>
                    <a:pt x="20086" y="24331"/>
                    <a:pt x="21343" y="23783"/>
                    <a:pt x="20337" y="22971"/>
                  </a:cubicBezTo>
                  <a:cubicBezTo>
                    <a:pt x="20170" y="22832"/>
                    <a:pt x="19981" y="22780"/>
                    <a:pt x="19781" y="22780"/>
                  </a:cubicBezTo>
                  <a:cubicBezTo>
                    <a:pt x="19178" y="22780"/>
                    <a:pt x="18476" y="23256"/>
                    <a:pt x="17953" y="23256"/>
                  </a:cubicBezTo>
                  <a:cubicBezTo>
                    <a:pt x="17693" y="23256"/>
                    <a:pt x="17478" y="23139"/>
                    <a:pt x="17342" y="22788"/>
                  </a:cubicBezTo>
                  <a:cubicBezTo>
                    <a:pt x="17204" y="22445"/>
                    <a:pt x="17662" y="21770"/>
                    <a:pt x="17479" y="21519"/>
                  </a:cubicBezTo>
                  <a:cubicBezTo>
                    <a:pt x="17433" y="21462"/>
                    <a:pt x="17376" y="21427"/>
                    <a:pt x="17296" y="21416"/>
                  </a:cubicBezTo>
                  <a:cubicBezTo>
                    <a:pt x="18245" y="20170"/>
                    <a:pt x="18828" y="18695"/>
                    <a:pt x="18988" y="17140"/>
                  </a:cubicBezTo>
                  <a:close/>
                  <a:moveTo>
                    <a:pt x="18760" y="1"/>
                  </a:moveTo>
                  <a:cubicBezTo>
                    <a:pt x="16826" y="1"/>
                    <a:pt x="15238" y="687"/>
                    <a:pt x="15238" y="687"/>
                  </a:cubicBezTo>
                  <a:cubicBezTo>
                    <a:pt x="12334" y="2013"/>
                    <a:pt x="11007" y="4220"/>
                    <a:pt x="10824" y="6598"/>
                  </a:cubicBezTo>
                  <a:cubicBezTo>
                    <a:pt x="7634" y="6655"/>
                    <a:pt x="5211" y="9434"/>
                    <a:pt x="5211" y="9434"/>
                  </a:cubicBezTo>
                  <a:cubicBezTo>
                    <a:pt x="1" y="15699"/>
                    <a:pt x="6504" y="22734"/>
                    <a:pt x="13452" y="22734"/>
                  </a:cubicBezTo>
                  <a:cubicBezTo>
                    <a:pt x="14403" y="22734"/>
                    <a:pt x="15363" y="22603"/>
                    <a:pt x="16301" y="22319"/>
                  </a:cubicBezTo>
                  <a:lnTo>
                    <a:pt x="16301" y="22319"/>
                  </a:lnTo>
                  <a:cubicBezTo>
                    <a:pt x="16301" y="22319"/>
                    <a:pt x="16086" y="23041"/>
                    <a:pt x="16460" y="23041"/>
                  </a:cubicBezTo>
                  <a:cubicBezTo>
                    <a:pt x="16472" y="23041"/>
                    <a:pt x="16483" y="23041"/>
                    <a:pt x="16496" y="23039"/>
                  </a:cubicBezTo>
                  <a:cubicBezTo>
                    <a:pt x="16907" y="22994"/>
                    <a:pt x="16553" y="22319"/>
                    <a:pt x="16553" y="22319"/>
                  </a:cubicBezTo>
                  <a:lnTo>
                    <a:pt x="16553" y="22319"/>
                  </a:lnTo>
                  <a:cubicBezTo>
                    <a:pt x="16553" y="22319"/>
                    <a:pt x="16747" y="22616"/>
                    <a:pt x="16953" y="22674"/>
                  </a:cubicBezTo>
                  <a:cubicBezTo>
                    <a:pt x="16907" y="22811"/>
                    <a:pt x="16907" y="22937"/>
                    <a:pt x="16953" y="23074"/>
                  </a:cubicBezTo>
                  <a:cubicBezTo>
                    <a:pt x="17100" y="23431"/>
                    <a:pt x="17324" y="23550"/>
                    <a:pt x="17588" y="23550"/>
                  </a:cubicBezTo>
                  <a:cubicBezTo>
                    <a:pt x="18124" y="23550"/>
                    <a:pt x="18828" y="23056"/>
                    <a:pt x="19401" y="23056"/>
                  </a:cubicBezTo>
                  <a:cubicBezTo>
                    <a:pt x="19531" y="23056"/>
                    <a:pt x="19653" y="23081"/>
                    <a:pt x="19766" y="23142"/>
                  </a:cubicBezTo>
                  <a:cubicBezTo>
                    <a:pt x="21035" y="23828"/>
                    <a:pt x="19766" y="24514"/>
                    <a:pt x="19674" y="25360"/>
                  </a:cubicBezTo>
                  <a:cubicBezTo>
                    <a:pt x="19651" y="25543"/>
                    <a:pt x="19663" y="25726"/>
                    <a:pt x="19708" y="25898"/>
                  </a:cubicBezTo>
                  <a:cubicBezTo>
                    <a:pt x="19606" y="25966"/>
                    <a:pt x="19503" y="26047"/>
                    <a:pt x="19400" y="26138"/>
                  </a:cubicBezTo>
                  <a:cubicBezTo>
                    <a:pt x="19468" y="26092"/>
                    <a:pt x="19537" y="26035"/>
                    <a:pt x="19617" y="25978"/>
                  </a:cubicBezTo>
                  <a:lnTo>
                    <a:pt x="19720" y="25921"/>
                  </a:lnTo>
                  <a:cubicBezTo>
                    <a:pt x="20017" y="26813"/>
                    <a:pt x="21526" y="26630"/>
                    <a:pt x="22258" y="26801"/>
                  </a:cubicBezTo>
                  <a:cubicBezTo>
                    <a:pt x="23847" y="27178"/>
                    <a:pt x="23687" y="28265"/>
                    <a:pt x="23093" y="29374"/>
                  </a:cubicBezTo>
                  <a:cubicBezTo>
                    <a:pt x="22098" y="29362"/>
                    <a:pt x="21103" y="29248"/>
                    <a:pt x="20131" y="29042"/>
                  </a:cubicBezTo>
                  <a:cubicBezTo>
                    <a:pt x="19411" y="28550"/>
                    <a:pt x="18828" y="27922"/>
                    <a:pt x="18885" y="27121"/>
                  </a:cubicBezTo>
                  <a:cubicBezTo>
                    <a:pt x="18920" y="26744"/>
                    <a:pt x="19102" y="26390"/>
                    <a:pt x="19400" y="26149"/>
                  </a:cubicBezTo>
                  <a:lnTo>
                    <a:pt x="19400" y="26149"/>
                  </a:lnTo>
                  <a:cubicBezTo>
                    <a:pt x="18233" y="27076"/>
                    <a:pt x="18508" y="28047"/>
                    <a:pt x="19308" y="28848"/>
                  </a:cubicBezTo>
                  <a:cubicBezTo>
                    <a:pt x="19205" y="28813"/>
                    <a:pt x="19091" y="28791"/>
                    <a:pt x="18977" y="28756"/>
                  </a:cubicBezTo>
                  <a:cubicBezTo>
                    <a:pt x="15295" y="27750"/>
                    <a:pt x="14700" y="26950"/>
                    <a:pt x="13866" y="26161"/>
                  </a:cubicBezTo>
                  <a:cubicBezTo>
                    <a:pt x="13454" y="25770"/>
                    <a:pt x="13074" y="25564"/>
                    <a:pt x="12727" y="25564"/>
                  </a:cubicBezTo>
                  <a:cubicBezTo>
                    <a:pt x="11554" y="25564"/>
                    <a:pt x="10768" y="27924"/>
                    <a:pt x="10459" y="33433"/>
                  </a:cubicBezTo>
                  <a:cubicBezTo>
                    <a:pt x="10058" y="40453"/>
                    <a:pt x="11899" y="44809"/>
                    <a:pt x="17708" y="47507"/>
                  </a:cubicBezTo>
                  <a:cubicBezTo>
                    <a:pt x="20955" y="49019"/>
                    <a:pt x="26261" y="49554"/>
                    <a:pt x="31667" y="49554"/>
                  </a:cubicBezTo>
                  <a:cubicBezTo>
                    <a:pt x="35912" y="49554"/>
                    <a:pt x="40219" y="49224"/>
                    <a:pt x="43639" y="48776"/>
                  </a:cubicBezTo>
                  <a:cubicBezTo>
                    <a:pt x="52020" y="47656"/>
                    <a:pt x="53895" y="42431"/>
                    <a:pt x="53106" y="37686"/>
                  </a:cubicBezTo>
                  <a:cubicBezTo>
                    <a:pt x="52500" y="34039"/>
                    <a:pt x="48544" y="30894"/>
                    <a:pt x="45034" y="29282"/>
                  </a:cubicBezTo>
                  <a:cubicBezTo>
                    <a:pt x="42907" y="28310"/>
                    <a:pt x="42038" y="27258"/>
                    <a:pt x="41867" y="26172"/>
                  </a:cubicBezTo>
                  <a:cubicBezTo>
                    <a:pt x="41730" y="25326"/>
                    <a:pt x="42130" y="24549"/>
                    <a:pt x="42381" y="24171"/>
                  </a:cubicBezTo>
                  <a:cubicBezTo>
                    <a:pt x="42896" y="23543"/>
                    <a:pt x="43342" y="22868"/>
                    <a:pt x="43708" y="22148"/>
                  </a:cubicBezTo>
                  <a:cubicBezTo>
                    <a:pt x="43737" y="22150"/>
                    <a:pt x="43766" y="22151"/>
                    <a:pt x="43795" y="22151"/>
                  </a:cubicBezTo>
                  <a:cubicBezTo>
                    <a:pt x="44422" y="22151"/>
                    <a:pt x="44675" y="21646"/>
                    <a:pt x="45857" y="21646"/>
                  </a:cubicBezTo>
                  <a:cubicBezTo>
                    <a:pt x="46048" y="21646"/>
                    <a:pt x="46264" y="21660"/>
                    <a:pt x="46509" y="21690"/>
                  </a:cubicBezTo>
                  <a:cubicBezTo>
                    <a:pt x="48137" y="21900"/>
                    <a:pt x="49353" y="22442"/>
                    <a:pt x="49903" y="22442"/>
                  </a:cubicBezTo>
                  <a:cubicBezTo>
                    <a:pt x="50044" y="22442"/>
                    <a:pt x="50141" y="22406"/>
                    <a:pt x="50191" y="22319"/>
                  </a:cubicBezTo>
                  <a:cubicBezTo>
                    <a:pt x="50431" y="21908"/>
                    <a:pt x="49642" y="20490"/>
                    <a:pt x="48441" y="19861"/>
                  </a:cubicBezTo>
                  <a:cubicBezTo>
                    <a:pt x="48441" y="19861"/>
                    <a:pt x="48498" y="19827"/>
                    <a:pt x="48601" y="19769"/>
                  </a:cubicBezTo>
                  <a:lnTo>
                    <a:pt x="48681" y="19712"/>
                  </a:lnTo>
                  <a:lnTo>
                    <a:pt x="48693" y="19712"/>
                  </a:lnTo>
                  <a:lnTo>
                    <a:pt x="48784" y="19655"/>
                  </a:lnTo>
                  <a:lnTo>
                    <a:pt x="48807" y="19644"/>
                  </a:lnTo>
                  <a:lnTo>
                    <a:pt x="48910" y="19575"/>
                  </a:lnTo>
                  <a:lnTo>
                    <a:pt x="48944" y="19552"/>
                  </a:lnTo>
                  <a:lnTo>
                    <a:pt x="49059" y="19461"/>
                  </a:lnTo>
                  <a:lnTo>
                    <a:pt x="49082" y="19449"/>
                  </a:lnTo>
                  <a:lnTo>
                    <a:pt x="49196" y="19358"/>
                  </a:lnTo>
                  <a:lnTo>
                    <a:pt x="49230" y="19335"/>
                  </a:lnTo>
                  <a:cubicBezTo>
                    <a:pt x="49276" y="19301"/>
                    <a:pt x="49322" y="19266"/>
                    <a:pt x="49367" y="19221"/>
                  </a:cubicBezTo>
                  <a:lnTo>
                    <a:pt x="49402" y="19186"/>
                  </a:lnTo>
                  <a:cubicBezTo>
                    <a:pt x="49447" y="19152"/>
                    <a:pt x="49493" y="19106"/>
                    <a:pt x="49539" y="19061"/>
                  </a:cubicBezTo>
                  <a:lnTo>
                    <a:pt x="49573" y="19038"/>
                  </a:lnTo>
                  <a:lnTo>
                    <a:pt x="49722" y="18889"/>
                  </a:lnTo>
                  <a:lnTo>
                    <a:pt x="49733" y="18878"/>
                  </a:lnTo>
                  <a:lnTo>
                    <a:pt x="49893" y="18718"/>
                  </a:lnTo>
                  <a:lnTo>
                    <a:pt x="49928" y="18672"/>
                  </a:lnTo>
                  <a:cubicBezTo>
                    <a:pt x="49973" y="18615"/>
                    <a:pt x="50030" y="18558"/>
                    <a:pt x="50076" y="18500"/>
                  </a:cubicBezTo>
                  <a:lnTo>
                    <a:pt x="50111" y="18466"/>
                  </a:lnTo>
                  <a:cubicBezTo>
                    <a:pt x="50168" y="18397"/>
                    <a:pt x="50213" y="18329"/>
                    <a:pt x="50271" y="18260"/>
                  </a:cubicBezTo>
                  <a:lnTo>
                    <a:pt x="50282" y="18237"/>
                  </a:lnTo>
                  <a:cubicBezTo>
                    <a:pt x="50328" y="18180"/>
                    <a:pt x="50385" y="18112"/>
                    <a:pt x="50431" y="18032"/>
                  </a:cubicBezTo>
                  <a:cubicBezTo>
                    <a:pt x="50431" y="18020"/>
                    <a:pt x="50442" y="18020"/>
                    <a:pt x="50454" y="18009"/>
                  </a:cubicBezTo>
                  <a:cubicBezTo>
                    <a:pt x="50499" y="17929"/>
                    <a:pt x="50545" y="17860"/>
                    <a:pt x="50591" y="17780"/>
                  </a:cubicBezTo>
                  <a:lnTo>
                    <a:pt x="50625" y="17734"/>
                  </a:lnTo>
                  <a:cubicBezTo>
                    <a:pt x="50671" y="17654"/>
                    <a:pt x="50717" y="17563"/>
                    <a:pt x="50762" y="17483"/>
                  </a:cubicBezTo>
                  <a:cubicBezTo>
                    <a:pt x="50774" y="17471"/>
                    <a:pt x="50774" y="17460"/>
                    <a:pt x="50785" y="17437"/>
                  </a:cubicBezTo>
                  <a:cubicBezTo>
                    <a:pt x="50831" y="17357"/>
                    <a:pt x="50877" y="17266"/>
                    <a:pt x="50934" y="17163"/>
                  </a:cubicBezTo>
                  <a:cubicBezTo>
                    <a:pt x="51654" y="15640"/>
                    <a:pt x="51651" y="14345"/>
                    <a:pt x="50862" y="14345"/>
                  </a:cubicBezTo>
                  <a:cubicBezTo>
                    <a:pt x="50650" y="14345"/>
                    <a:pt x="50381" y="14439"/>
                    <a:pt x="50053" y="14647"/>
                  </a:cubicBezTo>
                  <a:cubicBezTo>
                    <a:pt x="49215" y="15181"/>
                    <a:pt x="48191" y="15624"/>
                    <a:pt x="47089" y="15624"/>
                  </a:cubicBezTo>
                  <a:cubicBezTo>
                    <a:pt x="46163" y="15624"/>
                    <a:pt x="45182" y="15311"/>
                    <a:pt x="44211" y="14476"/>
                  </a:cubicBezTo>
                  <a:cubicBezTo>
                    <a:pt x="43822" y="12578"/>
                    <a:pt x="42724" y="10886"/>
                    <a:pt x="41158" y="9754"/>
                  </a:cubicBezTo>
                  <a:cubicBezTo>
                    <a:pt x="41158" y="9754"/>
                    <a:pt x="39374" y="7593"/>
                    <a:pt x="34984" y="7387"/>
                  </a:cubicBezTo>
                  <a:cubicBezTo>
                    <a:pt x="34729" y="7373"/>
                    <a:pt x="34475" y="7366"/>
                    <a:pt x="34221" y="7366"/>
                  </a:cubicBezTo>
                  <a:cubicBezTo>
                    <a:pt x="33196" y="7366"/>
                    <a:pt x="32175" y="7478"/>
                    <a:pt x="31176" y="7707"/>
                  </a:cubicBezTo>
                  <a:cubicBezTo>
                    <a:pt x="30353" y="5718"/>
                    <a:pt x="28604" y="4140"/>
                    <a:pt x="25768" y="3568"/>
                  </a:cubicBezTo>
                  <a:cubicBezTo>
                    <a:pt x="25358" y="3498"/>
                    <a:pt x="24957" y="3463"/>
                    <a:pt x="24549" y="3463"/>
                  </a:cubicBezTo>
                  <a:cubicBezTo>
                    <a:pt x="24490" y="3463"/>
                    <a:pt x="24432" y="3464"/>
                    <a:pt x="24373" y="3465"/>
                  </a:cubicBezTo>
                  <a:cubicBezTo>
                    <a:pt x="22993" y="693"/>
                    <a:pt x="20702" y="1"/>
                    <a:pt x="18760" y="1"/>
                  </a:cubicBezTo>
                  <a:close/>
                </a:path>
              </a:pathLst>
            </a:custGeom>
            <a:solidFill>
              <a:schemeClr val="dk1"/>
            </a:solidFill>
            <a:ln cap="flat" cmpd="sng" w="1143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88" name="Google Shape;1188;p40"/>
            <p:cNvSpPr/>
            <p:nvPr/>
          </p:nvSpPr>
          <p:spPr>
            <a:xfrm>
              <a:off x="3986956" y="2628255"/>
              <a:ext cx="1361170" cy="1309161"/>
            </a:xfrm>
            <a:custGeom>
              <a:rect b="b" l="l" r="r" t="t"/>
              <a:pathLst>
                <a:path extrusionOk="0" h="42163" w="43838">
                  <a:moveTo>
                    <a:pt x="24066" y="0"/>
                  </a:moveTo>
                  <a:cubicBezTo>
                    <a:pt x="20794" y="0"/>
                    <a:pt x="17571" y="978"/>
                    <a:pt x="15836" y="4721"/>
                  </a:cubicBezTo>
                  <a:cubicBezTo>
                    <a:pt x="13195" y="10437"/>
                    <a:pt x="16465" y="14805"/>
                    <a:pt x="16980" y="15422"/>
                  </a:cubicBezTo>
                  <a:cubicBezTo>
                    <a:pt x="18432" y="17297"/>
                    <a:pt x="18740" y="18830"/>
                    <a:pt x="17689" y="20167"/>
                  </a:cubicBezTo>
                  <a:cubicBezTo>
                    <a:pt x="16673" y="21447"/>
                    <a:pt x="15003" y="21986"/>
                    <a:pt x="13024" y="21986"/>
                  </a:cubicBezTo>
                  <a:cubicBezTo>
                    <a:pt x="11749" y="21986"/>
                    <a:pt x="10346" y="21762"/>
                    <a:pt x="8907" y="21368"/>
                  </a:cubicBezTo>
                  <a:cubicBezTo>
                    <a:pt x="5226" y="20350"/>
                    <a:pt x="4631" y="19561"/>
                    <a:pt x="3808" y="18772"/>
                  </a:cubicBezTo>
                  <a:cubicBezTo>
                    <a:pt x="3396" y="18381"/>
                    <a:pt x="3015" y="18175"/>
                    <a:pt x="2668" y="18175"/>
                  </a:cubicBezTo>
                  <a:cubicBezTo>
                    <a:pt x="1495" y="18175"/>
                    <a:pt x="710" y="20530"/>
                    <a:pt x="401" y="26044"/>
                  </a:cubicBezTo>
                  <a:cubicBezTo>
                    <a:pt x="1" y="33064"/>
                    <a:pt x="1841" y="37421"/>
                    <a:pt x="7638" y="40119"/>
                  </a:cubicBezTo>
                  <a:cubicBezTo>
                    <a:pt x="10898" y="41627"/>
                    <a:pt x="16220" y="42162"/>
                    <a:pt x="21635" y="42162"/>
                  </a:cubicBezTo>
                  <a:cubicBezTo>
                    <a:pt x="25870" y="42162"/>
                    <a:pt x="30163" y="41835"/>
                    <a:pt x="33570" y="41388"/>
                  </a:cubicBezTo>
                  <a:cubicBezTo>
                    <a:pt x="41962" y="40279"/>
                    <a:pt x="43837" y="35054"/>
                    <a:pt x="43048" y="30309"/>
                  </a:cubicBezTo>
                  <a:cubicBezTo>
                    <a:pt x="42442" y="26662"/>
                    <a:pt x="38486" y="23517"/>
                    <a:pt x="34976" y="21905"/>
                  </a:cubicBezTo>
                  <a:cubicBezTo>
                    <a:pt x="32850" y="20933"/>
                    <a:pt x="31981" y="19881"/>
                    <a:pt x="31809" y="18795"/>
                  </a:cubicBezTo>
                  <a:cubicBezTo>
                    <a:pt x="31672" y="17949"/>
                    <a:pt x="32072" y="17172"/>
                    <a:pt x="32312" y="16794"/>
                  </a:cubicBezTo>
                  <a:cubicBezTo>
                    <a:pt x="35148" y="13341"/>
                    <a:pt x="34782" y="10300"/>
                    <a:pt x="34199" y="7236"/>
                  </a:cubicBezTo>
                  <a:cubicBezTo>
                    <a:pt x="33833" y="5281"/>
                    <a:pt x="32724" y="3543"/>
                    <a:pt x="31112" y="2377"/>
                  </a:cubicBezTo>
                  <a:cubicBezTo>
                    <a:pt x="31112" y="2377"/>
                    <a:pt x="29328" y="227"/>
                    <a:pt x="24926" y="21"/>
                  </a:cubicBezTo>
                  <a:cubicBezTo>
                    <a:pt x="24640" y="8"/>
                    <a:pt x="24353" y="0"/>
                    <a:pt x="24066" y="0"/>
                  </a:cubicBez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89" name="Google Shape;1189;p40"/>
            <p:cNvSpPr/>
            <p:nvPr/>
          </p:nvSpPr>
          <p:spPr>
            <a:xfrm>
              <a:off x="4987359" y="2844574"/>
              <a:ext cx="291808" cy="251660"/>
            </a:xfrm>
            <a:custGeom>
              <a:rect b="b" l="l" r="r" t="t"/>
              <a:pathLst>
                <a:path extrusionOk="0" h="8105" w="9398">
                  <a:moveTo>
                    <a:pt x="8597" y="1"/>
                  </a:moveTo>
                  <a:cubicBezTo>
                    <a:pt x="8384" y="1"/>
                    <a:pt x="8114" y="95"/>
                    <a:pt x="7787" y="303"/>
                  </a:cubicBezTo>
                  <a:cubicBezTo>
                    <a:pt x="6949" y="837"/>
                    <a:pt x="5921" y="1280"/>
                    <a:pt x="4818" y="1280"/>
                  </a:cubicBezTo>
                  <a:cubicBezTo>
                    <a:pt x="3891" y="1280"/>
                    <a:pt x="2911" y="967"/>
                    <a:pt x="1944" y="132"/>
                  </a:cubicBezTo>
                  <a:cubicBezTo>
                    <a:pt x="1944" y="132"/>
                    <a:pt x="1936" y="131"/>
                    <a:pt x="1922" y="131"/>
                  </a:cubicBezTo>
                  <a:cubicBezTo>
                    <a:pt x="1757" y="131"/>
                    <a:pt x="751" y="180"/>
                    <a:pt x="698" y="1355"/>
                  </a:cubicBezTo>
                  <a:cubicBezTo>
                    <a:pt x="630" y="2647"/>
                    <a:pt x="1087" y="3070"/>
                    <a:pt x="641" y="4179"/>
                  </a:cubicBezTo>
                  <a:cubicBezTo>
                    <a:pt x="195" y="5288"/>
                    <a:pt x="241" y="5734"/>
                    <a:pt x="721" y="6031"/>
                  </a:cubicBezTo>
                  <a:cubicBezTo>
                    <a:pt x="721" y="6031"/>
                    <a:pt x="1" y="7426"/>
                    <a:pt x="1098" y="7746"/>
                  </a:cubicBezTo>
                  <a:cubicBezTo>
                    <a:pt x="1258" y="7793"/>
                    <a:pt x="1395" y="7812"/>
                    <a:pt x="1517" y="7812"/>
                  </a:cubicBezTo>
                  <a:cubicBezTo>
                    <a:pt x="2141" y="7812"/>
                    <a:pt x="2403" y="7312"/>
                    <a:pt x="3571" y="7312"/>
                  </a:cubicBezTo>
                  <a:cubicBezTo>
                    <a:pt x="3764" y="7312"/>
                    <a:pt x="3982" y="7326"/>
                    <a:pt x="4231" y="7358"/>
                  </a:cubicBezTo>
                  <a:cubicBezTo>
                    <a:pt x="5864" y="7567"/>
                    <a:pt x="7081" y="8105"/>
                    <a:pt x="7629" y="8105"/>
                  </a:cubicBezTo>
                  <a:cubicBezTo>
                    <a:pt x="7768" y="8105"/>
                    <a:pt x="7864" y="8070"/>
                    <a:pt x="7913" y="7987"/>
                  </a:cubicBezTo>
                  <a:cubicBezTo>
                    <a:pt x="8153" y="7575"/>
                    <a:pt x="7364" y="6146"/>
                    <a:pt x="6163" y="5517"/>
                  </a:cubicBezTo>
                  <a:cubicBezTo>
                    <a:pt x="7261" y="4911"/>
                    <a:pt x="8130" y="3962"/>
                    <a:pt x="8667" y="2819"/>
                  </a:cubicBezTo>
                  <a:cubicBezTo>
                    <a:pt x="9397" y="1296"/>
                    <a:pt x="9389" y="1"/>
                    <a:pt x="8597"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90" name="Google Shape;1190;p40"/>
            <p:cNvSpPr/>
            <p:nvPr/>
          </p:nvSpPr>
          <p:spPr>
            <a:xfrm>
              <a:off x="4890796" y="2774993"/>
              <a:ext cx="90573" cy="122151"/>
            </a:xfrm>
            <a:custGeom>
              <a:rect b="b" l="l" r="r" t="t"/>
              <a:pathLst>
                <a:path extrusionOk="0" h="3934" w="2917">
                  <a:moveTo>
                    <a:pt x="1119" y="0"/>
                  </a:moveTo>
                  <a:cubicBezTo>
                    <a:pt x="1051" y="0"/>
                    <a:pt x="982" y="10"/>
                    <a:pt x="915" y="29"/>
                  </a:cubicBezTo>
                  <a:cubicBezTo>
                    <a:pt x="275" y="212"/>
                    <a:pt x="1" y="1218"/>
                    <a:pt x="309" y="2293"/>
                  </a:cubicBezTo>
                  <a:cubicBezTo>
                    <a:pt x="576" y="3255"/>
                    <a:pt x="1218" y="3933"/>
                    <a:pt x="1809" y="3933"/>
                  </a:cubicBezTo>
                  <a:cubicBezTo>
                    <a:pt x="1878" y="3933"/>
                    <a:pt x="1946" y="3924"/>
                    <a:pt x="2013" y="3905"/>
                  </a:cubicBezTo>
                  <a:cubicBezTo>
                    <a:pt x="2653" y="3733"/>
                    <a:pt x="2916" y="2716"/>
                    <a:pt x="2619" y="1641"/>
                  </a:cubicBezTo>
                  <a:cubicBezTo>
                    <a:pt x="2343" y="679"/>
                    <a:pt x="1709" y="0"/>
                    <a:pt x="1119" y="0"/>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91" name="Google Shape;1191;p40"/>
            <p:cNvSpPr/>
            <p:nvPr/>
          </p:nvSpPr>
          <p:spPr>
            <a:xfrm>
              <a:off x="4907842" y="2790579"/>
              <a:ext cx="61821" cy="89207"/>
            </a:xfrm>
            <a:custGeom>
              <a:rect b="b" l="l" r="r" t="t"/>
              <a:pathLst>
                <a:path extrusionOk="0" h="2873" w="1991">
                  <a:moveTo>
                    <a:pt x="722" y="0"/>
                  </a:moveTo>
                  <a:cubicBezTo>
                    <a:pt x="679" y="0"/>
                    <a:pt x="637" y="6"/>
                    <a:pt x="595" y="18"/>
                  </a:cubicBezTo>
                  <a:cubicBezTo>
                    <a:pt x="161" y="133"/>
                    <a:pt x="1" y="876"/>
                    <a:pt x="218" y="1653"/>
                  </a:cubicBezTo>
                  <a:cubicBezTo>
                    <a:pt x="424" y="2365"/>
                    <a:pt x="872" y="2872"/>
                    <a:pt x="1269" y="2872"/>
                  </a:cubicBezTo>
                  <a:cubicBezTo>
                    <a:pt x="1312" y="2872"/>
                    <a:pt x="1354" y="2866"/>
                    <a:pt x="1395" y="2854"/>
                  </a:cubicBezTo>
                  <a:cubicBezTo>
                    <a:pt x="1819" y="2740"/>
                    <a:pt x="1990" y="2008"/>
                    <a:pt x="1773" y="1219"/>
                  </a:cubicBezTo>
                  <a:cubicBezTo>
                    <a:pt x="1566" y="507"/>
                    <a:pt x="1118" y="0"/>
                    <a:pt x="722"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92" name="Google Shape;1192;p40"/>
            <p:cNvSpPr/>
            <p:nvPr/>
          </p:nvSpPr>
          <p:spPr>
            <a:xfrm>
              <a:off x="4916722" y="2803216"/>
              <a:ext cx="18133" cy="15742"/>
            </a:xfrm>
            <a:custGeom>
              <a:rect b="b" l="l" r="r" t="t"/>
              <a:pathLst>
                <a:path extrusionOk="0" h="507" w="584">
                  <a:moveTo>
                    <a:pt x="321" y="0"/>
                  </a:moveTo>
                  <a:cubicBezTo>
                    <a:pt x="103" y="12"/>
                    <a:pt x="0" y="286"/>
                    <a:pt x="160" y="435"/>
                  </a:cubicBezTo>
                  <a:cubicBezTo>
                    <a:pt x="211" y="485"/>
                    <a:pt x="271" y="507"/>
                    <a:pt x="330" y="507"/>
                  </a:cubicBezTo>
                  <a:cubicBezTo>
                    <a:pt x="460" y="507"/>
                    <a:pt x="584" y="401"/>
                    <a:pt x="584" y="252"/>
                  </a:cubicBezTo>
                  <a:cubicBezTo>
                    <a:pt x="584" y="103"/>
                    <a:pt x="458" y="0"/>
                    <a:pt x="321" y="0"/>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93" name="Google Shape;1193;p40"/>
            <p:cNvSpPr/>
            <p:nvPr/>
          </p:nvSpPr>
          <p:spPr>
            <a:xfrm>
              <a:off x="4144564" y="3063874"/>
              <a:ext cx="309941" cy="468576"/>
            </a:xfrm>
            <a:custGeom>
              <a:rect b="b" l="l" r="r" t="t"/>
              <a:pathLst>
                <a:path extrusionOk="0" h="15091" w="9982">
                  <a:moveTo>
                    <a:pt x="8358" y="14815"/>
                  </a:moveTo>
                  <a:lnTo>
                    <a:pt x="8358" y="14815"/>
                  </a:lnTo>
                  <a:cubicBezTo>
                    <a:pt x="8358" y="14815"/>
                    <a:pt x="8358" y="14815"/>
                    <a:pt x="8358" y="14815"/>
                  </a:cubicBezTo>
                  <a:cubicBezTo>
                    <a:pt x="8358" y="14815"/>
                    <a:pt x="8358" y="14815"/>
                    <a:pt x="8358" y="14815"/>
                  </a:cubicBezTo>
                  <a:close/>
                  <a:moveTo>
                    <a:pt x="1536" y="1"/>
                  </a:moveTo>
                  <a:cubicBezTo>
                    <a:pt x="1170" y="1"/>
                    <a:pt x="602" y="352"/>
                    <a:pt x="400" y="466"/>
                  </a:cubicBezTo>
                  <a:cubicBezTo>
                    <a:pt x="252" y="546"/>
                    <a:pt x="137" y="661"/>
                    <a:pt x="0" y="729"/>
                  </a:cubicBezTo>
                  <a:lnTo>
                    <a:pt x="0" y="741"/>
                  </a:lnTo>
                  <a:cubicBezTo>
                    <a:pt x="213" y="620"/>
                    <a:pt x="778" y="275"/>
                    <a:pt x="1137" y="275"/>
                  </a:cubicBezTo>
                  <a:cubicBezTo>
                    <a:pt x="1221" y="275"/>
                    <a:pt x="1295" y="295"/>
                    <a:pt x="1349" y="340"/>
                  </a:cubicBezTo>
                  <a:cubicBezTo>
                    <a:pt x="1624" y="592"/>
                    <a:pt x="1109" y="1301"/>
                    <a:pt x="1258" y="1655"/>
                  </a:cubicBezTo>
                  <a:cubicBezTo>
                    <a:pt x="1406" y="2018"/>
                    <a:pt x="1631" y="2139"/>
                    <a:pt x="1897" y="2139"/>
                  </a:cubicBezTo>
                  <a:cubicBezTo>
                    <a:pt x="2436" y="2139"/>
                    <a:pt x="3144" y="1641"/>
                    <a:pt x="3722" y="1641"/>
                  </a:cubicBezTo>
                  <a:cubicBezTo>
                    <a:pt x="3849" y="1641"/>
                    <a:pt x="3970" y="1665"/>
                    <a:pt x="4082" y="1724"/>
                  </a:cubicBezTo>
                  <a:cubicBezTo>
                    <a:pt x="5351" y="2421"/>
                    <a:pt x="4082" y="3107"/>
                    <a:pt x="3979" y="3953"/>
                  </a:cubicBezTo>
                  <a:cubicBezTo>
                    <a:pt x="3807" y="5474"/>
                    <a:pt x="5717" y="5188"/>
                    <a:pt x="6574" y="5394"/>
                  </a:cubicBezTo>
                  <a:cubicBezTo>
                    <a:pt x="9524" y="6092"/>
                    <a:pt x="6437" y="9213"/>
                    <a:pt x="5785" y="10402"/>
                  </a:cubicBezTo>
                  <a:cubicBezTo>
                    <a:pt x="4836" y="12129"/>
                    <a:pt x="5991" y="14655"/>
                    <a:pt x="7969" y="15090"/>
                  </a:cubicBezTo>
                  <a:cubicBezTo>
                    <a:pt x="7973" y="15091"/>
                    <a:pt x="7976" y="15091"/>
                    <a:pt x="7980" y="15091"/>
                  </a:cubicBezTo>
                  <a:cubicBezTo>
                    <a:pt x="8081" y="15091"/>
                    <a:pt x="8246" y="14814"/>
                    <a:pt x="8347" y="14814"/>
                  </a:cubicBezTo>
                  <a:cubicBezTo>
                    <a:pt x="8351" y="14814"/>
                    <a:pt x="8354" y="14815"/>
                    <a:pt x="8358" y="14815"/>
                  </a:cubicBezTo>
                  <a:lnTo>
                    <a:pt x="8358" y="14815"/>
                  </a:lnTo>
                  <a:cubicBezTo>
                    <a:pt x="6483" y="14404"/>
                    <a:pt x="5248" y="11957"/>
                    <a:pt x="6117" y="10265"/>
                  </a:cubicBezTo>
                  <a:cubicBezTo>
                    <a:pt x="6723" y="9076"/>
                    <a:pt x="9982" y="5806"/>
                    <a:pt x="6975" y="5120"/>
                  </a:cubicBezTo>
                  <a:cubicBezTo>
                    <a:pt x="6128" y="4925"/>
                    <a:pt x="4322" y="5234"/>
                    <a:pt x="4368" y="3782"/>
                  </a:cubicBezTo>
                  <a:cubicBezTo>
                    <a:pt x="4402" y="2924"/>
                    <a:pt x="5660" y="2376"/>
                    <a:pt x="4654" y="1564"/>
                  </a:cubicBezTo>
                  <a:cubicBezTo>
                    <a:pt x="4486" y="1425"/>
                    <a:pt x="4297" y="1373"/>
                    <a:pt x="4098" y="1373"/>
                  </a:cubicBezTo>
                  <a:cubicBezTo>
                    <a:pt x="3494" y="1373"/>
                    <a:pt x="2792" y="1849"/>
                    <a:pt x="2269" y="1849"/>
                  </a:cubicBezTo>
                  <a:cubicBezTo>
                    <a:pt x="2010" y="1849"/>
                    <a:pt x="1795" y="1732"/>
                    <a:pt x="1658" y="1381"/>
                  </a:cubicBezTo>
                  <a:cubicBezTo>
                    <a:pt x="1521" y="1049"/>
                    <a:pt x="1989" y="363"/>
                    <a:pt x="1795" y="112"/>
                  </a:cubicBezTo>
                  <a:cubicBezTo>
                    <a:pt x="1737" y="33"/>
                    <a:pt x="1645" y="1"/>
                    <a:pt x="1536" y="1"/>
                  </a:cubicBezTo>
                  <a:close/>
                </a:path>
              </a:pathLst>
            </a:custGeom>
            <a:solidFill>
              <a:schemeClr val="accent3"/>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94" name="Google Shape;1194;p40"/>
            <p:cNvSpPr/>
            <p:nvPr/>
          </p:nvSpPr>
          <p:spPr>
            <a:xfrm>
              <a:off x="4402632" y="2998991"/>
              <a:ext cx="271967" cy="567687"/>
            </a:xfrm>
            <a:custGeom>
              <a:rect b="b" l="l" r="r" t="t"/>
              <a:pathLst>
                <a:path extrusionOk="0" h="18283" w="8759">
                  <a:moveTo>
                    <a:pt x="2128" y="1"/>
                  </a:moveTo>
                  <a:cubicBezTo>
                    <a:pt x="2109" y="9"/>
                    <a:pt x="2091" y="19"/>
                    <a:pt x="2073" y="30"/>
                  </a:cubicBezTo>
                  <a:lnTo>
                    <a:pt x="2073" y="30"/>
                  </a:lnTo>
                  <a:cubicBezTo>
                    <a:pt x="2095" y="20"/>
                    <a:pt x="2117" y="10"/>
                    <a:pt x="2139" y="1"/>
                  </a:cubicBezTo>
                  <a:close/>
                  <a:moveTo>
                    <a:pt x="2073" y="30"/>
                  </a:moveTo>
                  <a:lnTo>
                    <a:pt x="2073" y="30"/>
                  </a:lnTo>
                  <a:cubicBezTo>
                    <a:pt x="1722" y="190"/>
                    <a:pt x="1400" y="380"/>
                    <a:pt x="1106" y="616"/>
                  </a:cubicBezTo>
                  <a:lnTo>
                    <a:pt x="1106" y="616"/>
                  </a:lnTo>
                  <a:cubicBezTo>
                    <a:pt x="1134" y="597"/>
                    <a:pt x="1162" y="578"/>
                    <a:pt x="1191" y="560"/>
                  </a:cubicBezTo>
                  <a:lnTo>
                    <a:pt x="1191" y="560"/>
                  </a:lnTo>
                  <a:cubicBezTo>
                    <a:pt x="1159" y="582"/>
                    <a:pt x="1128" y="603"/>
                    <a:pt x="1099" y="622"/>
                  </a:cubicBezTo>
                  <a:lnTo>
                    <a:pt x="1099" y="622"/>
                  </a:lnTo>
                  <a:cubicBezTo>
                    <a:pt x="1101" y="620"/>
                    <a:pt x="1104" y="618"/>
                    <a:pt x="1106" y="616"/>
                  </a:cubicBezTo>
                  <a:lnTo>
                    <a:pt x="1106" y="616"/>
                  </a:lnTo>
                  <a:cubicBezTo>
                    <a:pt x="1100" y="621"/>
                    <a:pt x="1093" y="625"/>
                    <a:pt x="1087" y="630"/>
                  </a:cubicBezTo>
                  <a:cubicBezTo>
                    <a:pt x="1091" y="627"/>
                    <a:pt x="1095" y="625"/>
                    <a:pt x="1099" y="622"/>
                  </a:cubicBezTo>
                  <a:lnTo>
                    <a:pt x="1099" y="622"/>
                  </a:lnTo>
                  <a:cubicBezTo>
                    <a:pt x="1091" y="628"/>
                    <a:pt x="1083" y="635"/>
                    <a:pt x="1076" y="641"/>
                  </a:cubicBezTo>
                  <a:cubicBezTo>
                    <a:pt x="1" y="1579"/>
                    <a:pt x="1362" y="1098"/>
                    <a:pt x="1750" y="1681"/>
                  </a:cubicBezTo>
                  <a:cubicBezTo>
                    <a:pt x="2356" y="2550"/>
                    <a:pt x="447" y="3385"/>
                    <a:pt x="756" y="4483"/>
                  </a:cubicBezTo>
                  <a:cubicBezTo>
                    <a:pt x="1076" y="5660"/>
                    <a:pt x="2608" y="5146"/>
                    <a:pt x="3328" y="5935"/>
                  </a:cubicBezTo>
                  <a:cubicBezTo>
                    <a:pt x="4323" y="7032"/>
                    <a:pt x="3305" y="8096"/>
                    <a:pt x="2471" y="8782"/>
                  </a:cubicBezTo>
                  <a:cubicBezTo>
                    <a:pt x="1362" y="9708"/>
                    <a:pt x="767" y="10840"/>
                    <a:pt x="893" y="12326"/>
                  </a:cubicBezTo>
                  <a:cubicBezTo>
                    <a:pt x="985" y="13355"/>
                    <a:pt x="1502" y="13671"/>
                    <a:pt x="2181" y="13671"/>
                  </a:cubicBezTo>
                  <a:cubicBezTo>
                    <a:pt x="3185" y="13671"/>
                    <a:pt x="4543" y="12982"/>
                    <a:pt x="5409" y="12886"/>
                  </a:cubicBezTo>
                  <a:cubicBezTo>
                    <a:pt x="5510" y="12876"/>
                    <a:pt x="5605" y="12870"/>
                    <a:pt x="5695" y="12870"/>
                  </a:cubicBezTo>
                  <a:cubicBezTo>
                    <a:pt x="8294" y="12870"/>
                    <a:pt x="6378" y="17211"/>
                    <a:pt x="5306" y="18283"/>
                  </a:cubicBezTo>
                  <a:cubicBezTo>
                    <a:pt x="5421" y="18169"/>
                    <a:pt x="5592" y="18123"/>
                    <a:pt x="5706" y="18009"/>
                  </a:cubicBezTo>
                  <a:cubicBezTo>
                    <a:pt x="6760" y="16966"/>
                    <a:pt x="8758" y="12595"/>
                    <a:pt x="6069" y="12595"/>
                  </a:cubicBezTo>
                  <a:cubicBezTo>
                    <a:pt x="6015" y="12595"/>
                    <a:pt x="5959" y="12597"/>
                    <a:pt x="5901" y="12601"/>
                  </a:cubicBezTo>
                  <a:cubicBezTo>
                    <a:pt x="4815" y="12669"/>
                    <a:pt x="3831" y="13344"/>
                    <a:pt x="2745" y="13412"/>
                  </a:cubicBezTo>
                  <a:cubicBezTo>
                    <a:pt x="2701" y="13415"/>
                    <a:pt x="2658" y="13416"/>
                    <a:pt x="2616" y="13416"/>
                  </a:cubicBezTo>
                  <a:cubicBezTo>
                    <a:pt x="1208" y="13416"/>
                    <a:pt x="1129" y="11948"/>
                    <a:pt x="1373" y="10771"/>
                  </a:cubicBezTo>
                  <a:cubicBezTo>
                    <a:pt x="1705" y="9182"/>
                    <a:pt x="2905" y="8885"/>
                    <a:pt x="3740" y="7730"/>
                  </a:cubicBezTo>
                  <a:cubicBezTo>
                    <a:pt x="4700" y="6404"/>
                    <a:pt x="3660" y="5443"/>
                    <a:pt x="2413" y="5112"/>
                  </a:cubicBezTo>
                  <a:cubicBezTo>
                    <a:pt x="756" y="4666"/>
                    <a:pt x="950" y="3705"/>
                    <a:pt x="1853" y="2516"/>
                  </a:cubicBezTo>
                  <a:cubicBezTo>
                    <a:pt x="2208" y="2036"/>
                    <a:pt x="2516" y="1590"/>
                    <a:pt x="1853" y="1190"/>
                  </a:cubicBezTo>
                  <a:cubicBezTo>
                    <a:pt x="1385" y="911"/>
                    <a:pt x="589" y="1176"/>
                    <a:pt x="1327" y="477"/>
                  </a:cubicBezTo>
                  <a:lnTo>
                    <a:pt x="1327" y="477"/>
                  </a:lnTo>
                  <a:cubicBezTo>
                    <a:pt x="1455" y="404"/>
                    <a:pt x="1589" y="337"/>
                    <a:pt x="1727" y="275"/>
                  </a:cubicBezTo>
                  <a:cubicBezTo>
                    <a:pt x="1857" y="225"/>
                    <a:pt x="1952" y="105"/>
                    <a:pt x="2073" y="30"/>
                  </a:cubicBezTo>
                  <a:close/>
                </a:path>
              </a:pathLst>
            </a:custGeom>
            <a:solidFill>
              <a:schemeClr val="accent3"/>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95" name="Google Shape;1195;p40"/>
            <p:cNvSpPr/>
            <p:nvPr/>
          </p:nvSpPr>
          <p:spPr>
            <a:xfrm>
              <a:off x="4213397" y="2924184"/>
              <a:ext cx="311804" cy="579859"/>
            </a:xfrm>
            <a:custGeom>
              <a:rect b="b" l="l" r="r" t="t"/>
              <a:pathLst>
                <a:path extrusionOk="0" h="18675" w="10042">
                  <a:moveTo>
                    <a:pt x="2911" y="0"/>
                  </a:moveTo>
                  <a:cubicBezTo>
                    <a:pt x="2760" y="0"/>
                    <a:pt x="2517" y="49"/>
                    <a:pt x="2152" y="163"/>
                  </a:cubicBezTo>
                  <a:cubicBezTo>
                    <a:pt x="2003" y="220"/>
                    <a:pt x="1900" y="392"/>
                    <a:pt x="1752" y="438"/>
                  </a:cubicBezTo>
                  <a:lnTo>
                    <a:pt x="1763" y="449"/>
                  </a:lnTo>
                  <a:cubicBezTo>
                    <a:pt x="2131" y="332"/>
                    <a:pt x="2375" y="281"/>
                    <a:pt x="2524" y="281"/>
                  </a:cubicBezTo>
                  <a:cubicBezTo>
                    <a:pt x="3278" y="281"/>
                    <a:pt x="1632" y="1574"/>
                    <a:pt x="1603" y="2118"/>
                  </a:cubicBezTo>
                  <a:cubicBezTo>
                    <a:pt x="1523" y="3410"/>
                    <a:pt x="4336" y="3799"/>
                    <a:pt x="5136" y="4325"/>
                  </a:cubicBezTo>
                  <a:cubicBezTo>
                    <a:pt x="6874" y="5457"/>
                    <a:pt x="6257" y="6932"/>
                    <a:pt x="4713" y="7755"/>
                  </a:cubicBezTo>
                  <a:cubicBezTo>
                    <a:pt x="4208" y="8015"/>
                    <a:pt x="3690" y="8248"/>
                    <a:pt x="3186" y="8511"/>
                  </a:cubicBezTo>
                  <a:lnTo>
                    <a:pt x="3186" y="8511"/>
                  </a:lnTo>
                  <a:cubicBezTo>
                    <a:pt x="3678" y="8284"/>
                    <a:pt x="4181" y="8097"/>
                    <a:pt x="4542" y="7904"/>
                  </a:cubicBezTo>
                  <a:cubicBezTo>
                    <a:pt x="6074" y="7080"/>
                    <a:pt x="7731" y="5491"/>
                    <a:pt x="5536" y="4039"/>
                  </a:cubicBezTo>
                  <a:cubicBezTo>
                    <a:pt x="4713" y="3502"/>
                    <a:pt x="1923" y="3136"/>
                    <a:pt x="1992" y="1844"/>
                  </a:cubicBezTo>
                  <a:cubicBezTo>
                    <a:pt x="2021" y="1298"/>
                    <a:pt x="3683" y="0"/>
                    <a:pt x="2911" y="0"/>
                  </a:cubicBezTo>
                  <a:close/>
                  <a:moveTo>
                    <a:pt x="3186" y="8511"/>
                  </a:moveTo>
                  <a:cubicBezTo>
                    <a:pt x="2762" y="8708"/>
                    <a:pt x="2346" y="8934"/>
                    <a:pt x="2036" y="9221"/>
                  </a:cubicBezTo>
                  <a:lnTo>
                    <a:pt x="2036" y="9221"/>
                  </a:lnTo>
                  <a:cubicBezTo>
                    <a:pt x="2104" y="9167"/>
                    <a:pt x="2177" y="9112"/>
                    <a:pt x="2255" y="9058"/>
                  </a:cubicBezTo>
                  <a:cubicBezTo>
                    <a:pt x="2555" y="8855"/>
                    <a:pt x="2868" y="8677"/>
                    <a:pt x="3186" y="8511"/>
                  </a:cubicBezTo>
                  <a:close/>
                  <a:moveTo>
                    <a:pt x="2036" y="9221"/>
                  </a:moveTo>
                  <a:cubicBezTo>
                    <a:pt x="1" y="10847"/>
                    <a:pt x="2364" y="12614"/>
                    <a:pt x="4256" y="13300"/>
                  </a:cubicBezTo>
                  <a:cubicBezTo>
                    <a:pt x="5502" y="13758"/>
                    <a:pt x="7114" y="13906"/>
                    <a:pt x="8200" y="14730"/>
                  </a:cubicBezTo>
                  <a:cubicBezTo>
                    <a:pt x="9649" y="15813"/>
                    <a:pt x="8583" y="17500"/>
                    <a:pt x="7795" y="18665"/>
                  </a:cubicBezTo>
                  <a:lnTo>
                    <a:pt x="7795" y="18665"/>
                  </a:lnTo>
                  <a:cubicBezTo>
                    <a:pt x="7879" y="18547"/>
                    <a:pt x="8100" y="18523"/>
                    <a:pt x="8189" y="18400"/>
                  </a:cubicBezTo>
                  <a:cubicBezTo>
                    <a:pt x="8978" y="17233"/>
                    <a:pt x="10041" y="15541"/>
                    <a:pt x="8600" y="14455"/>
                  </a:cubicBezTo>
                  <a:cubicBezTo>
                    <a:pt x="7514" y="13632"/>
                    <a:pt x="5902" y="13483"/>
                    <a:pt x="4644" y="13026"/>
                  </a:cubicBezTo>
                  <a:cubicBezTo>
                    <a:pt x="3535" y="12626"/>
                    <a:pt x="1432" y="11688"/>
                    <a:pt x="1523" y="10202"/>
                  </a:cubicBezTo>
                  <a:cubicBezTo>
                    <a:pt x="1551" y="9807"/>
                    <a:pt x="1748" y="9488"/>
                    <a:pt x="2036" y="9221"/>
                  </a:cubicBezTo>
                  <a:close/>
                  <a:moveTo>
                    <a:pt x="7795" y="18665"/>
                  </a:moveTo>
                  <a:cubicBezTo>
                    <a:pt x="7792" y="18668"/>
                    <a:pt x="7791" y="18671"/>
                    <a:pt x="7789" y="18674"/>
                  </a:cubicBezTo>
                  <a:cubicBezTo>
                    <a:pt x="7791" y="18671"/>
                    <a:pt x="7793" y="18668"/>
                    <a:pt x="7795" y="18665"/>
                  </a:cubicBezTo>
                  <a:close/>
                </a:path>
              </a:pathLst>
            </a:custGeom>
            <a:solidFill>
              <a:schemeClr val="accent3"/>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96" name="Google Shape;1196;p40"/>
            <p:cNvSpPr/>
            <p:nvPr/>
          </p:nvSpPr>
          <p:spPr>
            <a:xfrm>
              <a:off x="4219142" y="3438044"/>
              <a:ext cx="749112" cy="421783"/>
            </a:xfrm>
            <a:custGeom>
              <a:rect b="b" l="l" r="r" t="t"/>
              <a:pathLst>
                <a:path extrusionOk="0" h="13584" w="24126">
                  <a:moveTo>
                    <a:pt x="17376" y="0"/>
                  </a:moveTo>
                  <a:cubicBezTo>
                    <a:pt x="16236" y="0"/>
                    <a:pt x="15083" y="289"/>
                    <a:pt x="14075" y="841"/>
                  </a:cubicBezTo>
                  <a:cubicBezTo>
                    <a:pt x="11721" y="2122"/>
                    <a:pt x="8420" y="2257"/>
                    <a:pt x="7132" y="2257"/>
                  </a:cubicBezTo>
                  <a:cubicBezTo>
                    <a:pt x="6787" y="2257"/>
                    <a:pt x="6586" y="2247"/>
                    <a:pt x="6586" y="2247"/>
                  </a:cubicBezTo>
                  <a:cubicBezTo>
                    <a:pt x="6586" y="2247"/>
                    <a:pt x="5111" y="2156"/>
                    <a:pt x="2733" y="1813"/>
                  </a:cubicBezTo>
                  <a:cubicBezTo>
                    <a:pt x="2638" y="1799"/>
                    <a:pt x="2551" y="1792"/>
                    <a:pt x="2471" y="1792"/>
                  </a:cubicBezTo>
                  <a:cubicBezTo>
                    <a:pt x="1151" y="1792"/>
                    <a:pt x="1761" y="3550"/>
                    <a:pt x="1761" y="3550"/>
                  </a:cubicBezTo>
                  <a:cubicBezTo>
                    <a:pt x="1761" y="3550"/>
                    <a:pt x="0" y="3596"/>
                    <a:pt x="206" y="5140"/>
                  </a:cubicBezTo>
                  <a:cubicBezTo>
                    <a:pt x="412" y="6683"/>
                    <a:pt x="1910" y="7998"/>
                    <a:pt x="1910" y="7998"/>
                  </a:cubicBezTo>
                  <a:cubicBezTo>
                    <a:pt x="1910" y="7998"/>
                    <a:pt x="1109" y="8421"/>
                    <a:pt x="1498" y="9565"/>
                  </a:cubicBezTo>
                  <a:cubicBezTo>
                    <a:pt x="1882" y="10660"/>
                    <a:pt x="3651" y="13583"/>
                    <a:pt x="12071" y="13583"/>
                  </a:cubicBezTo>
                  <a:cubicBezTo>
                    <a:pt x="12436" y="13583"/>
                    <a:pt x="12815" y="13578"/>
                    <a:pt x="13206" y="13566"/>
                  </a:cubicBezTo>
                  <a:cubicBezTo>
                    <a:pt x="22845" y="13280"/>
                    <a:pt x="24125" y="7163"/>
                    <a:pt x="22719" y="3528"/>
                  </a:cubicBezTo>
                  <a:cubicBezTo>
                    <a:pt x="21795" y="1112"/>
                    <a:pt x="19612" y="0"/>
                    <a:pt x="17376" y="0"/>
                  </a:cubicBezTo>
                  <a:close/>
                </a:path>
              </a:pathLst>
            </a:custGeom>
            <a:solidFill>
              <a:srgbClr val="0E2231">
                <a:alpha val="25098"/>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97" name="Google Shape;1197;p40"/>
            <p:cNvSpPr/>
            <p:nvPr/>
          </p:nvSpPr>
          <p:spPr>
            <a:xfrm>
              <a:off x="4219142" y="3361844"/>
              <a:ext cx="749112" cy="421783"/>
            </a:xfrm>
            <a:custGeom>
              <a:rect b="b" l="l" r="r" t="t"/>
              <a:pathLst>
                <a:path extrusionOk="0" h="13584" w="24126">
                  <a:moveTo>
                    <a:pt x="17376" y="0"/>
                  </a:moveTo>
                  <a:cubicBezTo>
                    <a:pt x="16236" y="0"/>
                    <a:pt x="15083" y="289"/>
                    <a:pt x="14075" y="841"/>
                  </a:cubicBezTo>
                  <a:cubicBezTo>
                    <a:pt x="11721" y="2122"/>
                    <a:pt x="8420" y="2257"/>
                    <a:pt x="7132" y="2257"/>
                  </a:cubicBezTo>
                  <a:cubicBezTo>
                    <a:pt x="6787" y="2257"/>
                    <a:pt x="6586" y="2247"/>
                    <a:pt x="6586" y="2247"/>
                  </a:cubicBezTo>
                  <a:cubicBezTo>
                    <a:pt x="6586" y="2247"/>
                    <a:pt x="5111" y="2156"/>
                    <a:pt x="2733" y="1813"/>
                  </a:cubicBezTo>
                  <a:cubicBezTo>
                    <a:pt x="2638" y="1799"/>
                    <a:pt x="2551" y="1792"/>
                    <a:pt x="2471" y="1792"/>
                  </a:cubicBezTo>
                  <a:cubicBezTo>
                    <a:pt x="1151" y="1792"/>
                    <a:pt x="1761" y="3550"/>
                    <a:pt x="1761" y="3550"/>
                  </a:cubicBezTo>
                  <a:cubicBezTo>
                    <a:pt x="1761" y="3550"/>
                    <a:pt x="0" y="3596"/>
                    <a:pt x="206" y="5140"/>
                  </a:cubicBezTo>
                  <a:cubicBezTo>
                    <a:pt x="412" y="6683"/>
                    <a:pt x="1910" y="7998"/>
                    <a:pt x="1910" y="7998"/>
                  </a:cubicBezTo>
                  <a:cubicBezTo>
                    <a:pt x="1910" y="7998"/>
                    <a:pt x="1109" y="8421"/>
                    <a:pt x="1498" y="9565"/>
                  </a:cubicBezTo>
                  <a:cubicBezTo>
                    <a:pt x="1882" y="10660"/>
                    <a:pt x="3651" y="13583"/>
                    <a:pt x="12071" y="13583"/>
                  </a:cubicBezTo>
                  <a:cubicBezTo>
                    <a:pt x="12436" y="13583"/>
                    <a:pt x="12815" y="13578"/>
                    <a:pt x="13206" y="13566"/>
                  </a:cubicBezTo>
                  <a:cubicBezTo>
                    <a:pt x="22845" y="13280"/>
                    <a:pt x="24125" y="7163"/>
                    <a:pt x="22719" y="3528"/>
                  </a:cubicBezTo>
                  <a:cubicBezTo>
                    <a:pt x="21795" y="1112"/>
                    <a:pt x="19612" y="0"/>
                    <a:pt x="17376"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98" name="Google Shape;1198;p40"/>
            <p:cNvSpPr/>
            <p:nvPr/>
          </p:nvSpPr>
          <p:spPr>
            <a:xfrm>
              <a:off x="4990396" y="2844574"/>
              <a:ext cx="291808" cy="251660"/>
            </a:xfrm>
            <a:custGeom>
              <a:rect b="b" l="l" r="r" t="t"/>
              <a:pathLst>
                <a:path extrusionOk="0" h="8105" w="9398">
                  <a:moveTo>
                    <a:pt x="8597" y="1"/>
                  </a:moveTo>
                  <a:cubicBezTo>
                    <a:pt x="8384" y="1"/>
                    <a:pt x="8114" y="95"/>
                    <a:pt x="7787" y="303"/>
                  </a:cubicBezTo>
                  <a:cubicBezTo>
                    <a:pt x="6949" y="837"/>
                    <a:pt x="5921" y="1280"/>
                    <a:pt x="4818" y="1280"/>
                  </a:cubicBezTo>
                  <a:cubicBezTo>
                    <a:pt x="3891" y="1280"/>
                    <a:pt x="2911" y="967"/>
                    <a:pt x="1944" y="132"/>
                  </a:cubicBezTo>
                  <a:cubicBezTo>
                    <a:pt x="1944" y="132"/>
                    <a:pt x="1936" y="131"/>
                    <a:pt x="1922" y="131"/>
                  </a:cubicBezTo>
                  <a:cubicBezTo>
                    <a:pt x="1757" y="131"/>
                    <a:pt x="751" y="180"/>
                    <a:pt x="698" y="1355"/>
                  </a:cubicBezTo>
                  <a:cubicBezTo>
                    <a:pt x="630" y="2647"/>
                    <a:pt x="1087" y="3070"/>
                    <a:pt x="641" y="4179"/>
                  </a:cubicBezTo>
                  <a:cubicBezTo>
                    <a:pt x="195" y="5288"/>
                    <a:pt x="241" y="5734"/>
                    <a:pt x="721" y="6031"/>
                  </a:cubicBezTo>
                  <a:cubicBezTo>
                    <a:pt x="721" y="6031"/>
                    <a:pt x="1" y="7426"/>
                    <a:pt x="1098" y="7746"/>
                  </a:cubicBezTo>
                  <a:cubicBezTo>
                    <a:pt x="1258" y="7793"/>
                    <a:pt x="1395" y="7812"/>
                    <a:pt x="1517" y="7812"/>
                  </a:cubicBezTo>
                  <a:cubicBezTo>
                    <a:pt x="2141" y="7812"/>
                    <a:pt x="2403" y="7312"/>
                    <a:pt x="3571" y="7312"/>
                  </a:cubicBezTo>
                  <a:cubicBezTo>
                    <a:pt x="3764" y="7312"/>
                    <a:pt x="3982" y="7326"/>
                    <a:pt x="4231" y="7358"/>
                  </a:cubicBezTo>
                  <a:cubicBezTo>
                    <a:pt x="5864" y="7567"/>
                    <a:pt x="7081" y="8105"/>
                    <a:pt x="7629" y="8105"/>
                  </a:cubicBezTo>
                  <a:cubicBezTo>
                    <a:pt x="7768" y="8105"/>
                    <a:pt x="7864" y="8070"/>
                    <a:pt x="7913" y="7987"/>
                  </a:cubicBezTo>
                  <a:cubicBezTo>
                    <a:pt x="8153" y="7575"/>
                    <a:pt x="7364" y="6146"/>
                    <a:pt x="6163" y="5517"/>
                  </a:cubicBezTo>
                  <a:cubicBezTo>
                    <a:pt x="7261" y="4911"/>
                    <a:pt x="8130" y="3962"/>
                    <a:pt x="8667" y="2819"/>
                  </a:cubicBezTo>
                  <a:cubicBezTo>
                    <a:pt x="9397" y="1296"/>
                    <a:pt x="9389" y="1"/>
                    <a:pt x="8597" y="1"/>
                  </a:cubicBezTo>
                  <a:close/>
                </a:path>
              </a:pathLst>
            </a:custGeom>
            <a:solidFill>
              <a:srgbClr val="0E2231">
                <a:alpha val="25098"/>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99" name="Google Shape;1199;p40"/>
            <p:cNvSpPr/>
            <p:nvPr/>
          </p:nvSpPr>
          <p:spPr>
            <a:xfrm>
              <a:off x="4993413" y="2844574"/>
              <a:ext cx="285753" cy="194125"/>
            </a:xfrm>
            <a:custGeom>
              <a:rect b="b" l="l" r="r" t="t"/>
              <a:pathLst>
                <a:path extrusionOk="0" h="6252" w="9203">
                  <a:moveTo>
                    <a:pt x="8402" y="1"/>
                  </a:moveTo>
                  <a:cubicBezTo>
                    <a:pt x="8189" y="1"/>
                    <a:pt x="7919" y="95"/>
                    <a:pt x="7592" y="303"/>
                  </a:cubicBezTo>
                  <a:cubicBezTo>
                    <a:pt x="6752" y="832"/>
                    <a:pt x="5725" y="1277"/>
                    <a:pt x="4623" y="1277"/>
                  </a:cubicBezTo>
                  <a:cubicBezTo>
                    <a:pt x="3700" y="1277"/>
                    <a:pt x="2725" y="965"/>
                    <a:pt x="1761" y="132"/>
                  </a:cubicBezTo>
                  <a:cubicBezTo>
                    <a:pt x="1761" y="132"/>
                    <a:pt x="1750" y="131"/>
                    <a:pt x="1730" y="131"/>
                  </a:cubicBezTo>
                  <a:cubicBezTo>
                    <a:pt x="1541" y="131"/>
                    <a:pt x="555" y="187"/>
                    <a:pt x="503" y="1355"/>
                  </a:cubicBezTo>
                  <a:cubicBezTo>
                    <a:pt x="446" y="2647"/>
                    <a:pt x="892" y="3070"/>
                    <a:pt x="446" y="4179"/>
                  </a:cubicBezTo>
                  <a:cubicBezTo>
                    <a:pt x="0" y="5288"/>
                    <a:pt x="46" y="5734"/>
                    <a:pt x="515" y="6031"/>
                  </a:cubicBezTo>
                  <a:cubicBezTo>
                    <a:pt x="515" y="6031"/>
                    <a:pt x="515" y="6043"/>
                    <a:pt x="515" y="6043"/>
                  </a:cubicBezTo>
                  <a:cubicBezTo>
                    <a:pt x="789" y="6153"/>
                    <a:pt x="1229" y="6251"/>
                    <a:pt x="1950" y="6251"/>
                  </a:cubicBezTo>
                  <a:cubicBezTo>
                    <a:pt x="2281" y="6251"/>
                    <a:pt x="2672" y="6231"/>
                    <a:pt x="3133" y="6180"/>
                  </a:cubicBezTo>
                  <a:cubicBezTo>
                    <a:pt x="4596" y="6031"/>
                    <a:pt x="5523" y="5723"/>
                    <a:pt x="6049" y="5471"/>
                  </a:cubicBezTo>
                  <a:cubicBezTo>
                    <a:pt x="7112" y="4854"/>
                    <a:pt x="7946" y="3928"/>
                    <a:pt x="8472" y="2819"/>
                  </a:cubicBezTo>
                  <a:cubicBezTo>
                    <a:pt x="9202" y="1296"/>
                    <a:pt x="9194" y="1"/>
                    <a:pt x="8402"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00" name="Google Shape;1200;p40"/>
            <p:cNvSpPr/>
            <p:nvPr/>
          </p:nvSpPr>
          <p:spPr>
            <a:xfrm>
              <a:off x="3674664" y="2603633"/>
              <a:ext cx="678722" cy="510679"/>
            </a:xfrm>
            <a:custGeom>
              <a:rect b="b" l="l" r="r" t="t"/>
              <a:pathLst>
                <a:path extrusionOk="0" h="16447" w="21859">
                  <a:moveTo>
                    <a:pt x="10918" y="1"/>
                  </a:moveTo>
                  <a:cubicBezTo>
                    <a:pt x="7674" y="1"/>
                    <a:pt x="5211" y="2838"/>
                    <a:pt x="5211" y="2838"/>
                  </a:cubicBezTo>
                  <a:cubicBezTo>
                    <a:pt x="0" y="9105"/>
                    <a:pt x="6506" y="16150"/>
                    <a:pt x="13456" y="16150"/>
                  </a:cubicBezTo>
                  <a:cubicBezTo>
                    <a:pt x="14406" y="16150"/>
                    <a:pt x="15364" y="16018"/>
                    <a:pt x="16301" y="15735"/>
                  </a:cubicBezTo>
                  <a:lnTo>
                    <a:pt x="16301" y="15735"/>
                  </a:lnTo>
                  <a:cubicBezTo>
                    <a:pt x="16301" y="15735"/>
                    <a:pt x="16086" y="16446"/>
                    <a:pt x="16460" y="16446"/>
                  </a:cubicBezTo>
                  <a:cubicBezTo>
                    <a:pt x="16472" y="16446"/>
                    <a:pt x="16483" y="16445"/>
                    <a:pt x="16496" y="16444"/>
                  </a:cubicBezTo>
                  <a:cubicBezTo>
                    <a:pt x="16907" y="16398"/>
                    <a:pt x="16553" y="15735"/>
                    <a:pt x="16553" y="15735"/>
                  </a:cubicBezTo>
                  <a:lnTo>
                    <a:pt x="16553" y="15735"/>
                  </a:lnTo>
                  <a:cubicBezTo>
                    <a:pt x="16553" y="15735"/>
                    <a:pt x="16792" y="16105"/>
                    <a:pt x="17023" y="16105"/>
                  </a:cubicBezTo>
                  <a:cubicBezTo>
                    <a:pt x="17073" y="16105"/>
                    <a:pt x="17123" y="16087"/>
                    <a:pt x="17170" y="16044"/>
                  </a:cubicBezTo>
                  <a:cubicBezTo>
                    <a:pt x="17422" y="15804"/>
                    <a:pt x="16679" y="15564"/>
                    <a:pt x="16679" y="15564"/>
                  </a:cubicBezTo>
                  <a:cubicBezTo>
                    <a:pt x="16679" y="15564"/>
                    <a:pt x="21858" y="10682"/>
                    <a:pt x="16839" y="3707"/>
                  </a:cubicBezTo>
                  <a:cubicBezTo>
                    <a:pt x="14817" y="899"/>
                    <a:pt x="12744" y="1"/>
                    <a:pt x="10918" y="1"/>
                  </a:cubicBez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01" name="Google Shape;1201;p40"/>
            <p:cNvSpPr/>
            <p:nvPr/>
          </p:nvSpPr>
          <p:spPr>
            <a:xfrm>
              <a:off x="3823576" y="2762418"/>
              <a:ext cx="31795" cy="22667"/>
            </a:xfrm>
            <a:custGeom>
              <a:rect b="b" l="l" r="r" t="t"/>
              <a:pathLst>
                <a:path extrusionOk="0" h="730" w="1024">
                  <a:moveTo>
                    <a:pt x="516" y="1"/>
                  </a:moveTo>
                  <a:cubicBezTo>
                    <a:pt x="477" y="1"/>
                    <a:pt x="436" y="8"/>
                    <a:pt x="392" y="22"/>
                  </a:cubicBezTo>
                  <a:cubicBezTo>
                    <a:pt x="0" y="167"/>
                    <a:pt x="157" y="729"/>
                    <a:pt x="510" y="729"/>
                  </a:cubicBezTo>
                  <a:cubicBezTo>
                    <a:pt x="549" y="729"/>
                    <a:pt x="589" y="723"/>
                    <a:pt x="632" y="708"/>
                  </a:cubicBezTo>
                  <a:cubicBezTo>
                    <a:pt x="1024" y="564"/>
                    <a:pt x="876" y="1"/>
                    <a:pt x="516"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02" name="Google Shape;1202;p40"/>
            <p:cNvSpPr/>
            <p:nvPr/>
          </p:nvSpPr>
          <p:spPr>
            <a:xfrm>
              <a:off x="3825066" y="2823181"/>
              <a:ext cx="125069" cy="183506"/>
            </a:xfrm>
            <a:custGeom>
              <a:rect b="b" l="l" r="r" t="t"/>
              <a:pathLst>
                <a:path extrusionOk="0" h="5910" w="4028">
                  <a:moveTo>
                    <a:pt x="395" y="0"/>
                  </a:moveTo>
                  <a:cubicBezTo>
                    <a:pt x="267" y="0"/>
                    <a:pt x="92" y="114"/>
                    <a:pt x="92" y="238"/>
                  </a:cubicBezTo>
                  <a:cubicBezTo>
                    <a:pt x="1" y="2639"/>
                    <a:pt x="1350" y="4868"/>
                    <a:pt x="3522" y="5897"/>
                  </a:cubicBezTo>
                  <a:cubicBezTo>
                    <a:pt x="3541" y="5906"/>
                    <a:pt x="3562" y="5910"/>
                    <a:pt x="3584" y="5910"/>
                  </a:cubicBezTo>
                  <a:cubicBezTo>
                    <a:pt x="3765" y="5910"/>
                    <a:pt x="4027" y="5647"/>
                    <a:pt x="3854" y="5566"/>
                  </a:cubicBezTo>
                  <a:cubicBezTo>
                    <a:pt x="1762" y="4582"/>
                    <a:pt x="447" y="2444"/>
                    <a:pt x="527" y="135"/>
                  </a:cubicBezTo>
                  <a:cubicBezTo>
                    <a:pt x="527" y="38"/>
                    <a:pt x="469" y="0"/>
                    <a:pt x="395" y="0"/>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03" name="Google Shape;1203;p40"/>
            <p:cNvSpPr/>
            <p:nvPr/>
          </p:nvSpPr>
          <p:spPr>
            <a:xfrm>
              <a:off x="4198339" y="2506325"/>
              <a:ext cx="558310" cy="555391"/>
            </a:xfrm>
            <a:custGeom>
              <a:rect b="b" l="l" r="r" t="t"/>
              <a:pathLst>
                <a:path extrusionOk="0" h="17887" w="17981">
                  <a:moveTo>
                    <a:pt x="7454" y="1"/>
                  </a:moveTo>
                  <a:cubicBezTo>
                    <a:pt x="4924" y="1"/>
                    <a:pt x="1" y="910"/>
                    <a:pt x="384" y="8053"/>
                  </a:cubicBezTo>
                  <a:cubicBezTo>
                    <a:pt x="842" y="16640"/>
                    <a:pt x="7931" y="17200"/>
                    <a:pt x="7931" y="17200"/>
                  </a:cubicBezTo>
                  <a:cubicBezTo>
                    <a:pt x="7931" y="17200"/>
                    <a:pt x="7508" y="17852"/>
                    <a:pt x="7851" y="17886"/>
                  </a:cubicBezTo>
                  <a:cubicBezTo>
                    <a:pt x="7857" y="17886"/>
                    <a:pt x="7862" y="17886"/>
                    <a:pt x="7868" y="17886"/>
                  </a:cubicBezTo>
                  <a:cubicBezTo>
                    <a:pt x="8192" y="17886"/>
                    <a:pt x="8136" y="17257"/>
                    <a:pt x="8136" y="17257"/>
                  </a:cubicBezTo>
                  <a:lnTo>
                    <a:pt x="8136" y="17257"/>
                  </a:lnTo>
                  <a:cubicBezTo>
                    <a:pt x="8136" y="17257"/>
                    <a:pt x="8240" y="17815"/>
                    <a:pt x="8498" y="17815"/>
                  </a:cubicBezTo>
                  <a:cubicBezTo>
                    <a:pt x="8537" y="17815"/>
                    <a:pt x="8581" y="17802"/>
                    <a:pt x="8628" y="17772"/>
                  </a:cubicBezTo>
                  <a:cubicBezTo>
                    <a:pt x="8983" y="17543"/>
                    <a:pt x="8331" y="17097"/>
                    <a:pt x="8331" y="17097"/>
                  </a:cubicBezTo>
                  <a:cubicBezTo>
                    <a:pt x="15888" y="14056"/>
                    <a:pt x="17981" y="1947"/>
                    <a:pt x="8903" y="107"/>
                  </a:cubicBezTo>
                  <a:cubicBezTo>
                    <a:pt x="8903" y="107"/>
                    <a:pt x="8318" y="1"/>
                    <a:pt x="7454"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04" name="Google Shape;1204;p40"/>
            <p:cNvSpPr/>
            <p:nvPr/>
          </p:nvSpPr>
          <p:spPr>
            <a:xfrm>
              <a:off x="4479985" y="2740404"/>
              <a:ext cx="117276" cy="211047"/>
            </a:xfrm>
            <a:custGeom>
              <a:rect b="b" l="l" r="r" t="t"/>
              <a:pathLst>
                <a:path extrusionOk="0" h="6797" w="3777">
                  <a:moveTo>
                    <a:pt x="3208" y="0"/>
                  </a:moveTo>
                  <a:cubicBezTo>
                    <a:pt x="3074" y="0"/>
                    <a:pt x="2872" y="149"/>
                    <a:pt x="2896" y="285"/>
                  </a:cubicBezTo>
                  <a:lnTo>
                    <a:pt x="2884" y="297"/>
                  </a:lnTo>
                  <a:cubicBezTo>
                    <a:pt x="3284" y="2709"/>
                    <a:pt x="2233" y="5133"/>
                    <a:pt x="186" y="6494"/>
                  </a:cubicBezTo>
                  <a:cubicBezTo>
                    <a:pt x="0" y="6618"/>
                    <a:pt x="61" y="6797"/>
                    <a:pt x="215" y="6797"/>
                  </a:cubicBezTo>
                  <a:cubicBezTo>
                    <a:pt x="260" y="6797"/>
                    <a:pt x="312" y="6781"/>
                    <a:pt x="369" y="6745"/>
                  </a:cubicBezTo>
                  <a:cubicBezTo>
                    <a:pt x="2530" y="5282"/>
                    <a:pt x="3776" y="2698"/>
                    <a:pt x="3319" y="91"/>
                  </a:cubicBezTo>
                  <a:cubicBezTo>
                    <a:pt x="3309" y="27"/>
                    <a:pt x="3264" y="0"/>
                    <a:pt x="3208" y="0"/>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05" name="Google Shape;1205;p40"/>
            <p:cNvSpPr/>
            <p:nvPr/>
          </p:nvSpPr>
          <p:spPr>
            <a:xfrm>
              <a:off x="3885798" y="2399050"/>
              <a:ext cx="622366" cy="554242"/>
            </a:xfrm>
            <a:custGeom>
              <a:rect b="b" l="l" r="r" t="t"/>
              <a:pathLst>
                <a:path extrusionOk="0" h="17850" w="20044">
                  <a:moveTo>
                    <a:pt x="11975" y="0"/>
                  </a:moveTo>
                  <a:cubicBezTo>
                    <a:pt x="10034" y="0"/>
                    <a:pt x="8438" y="692"/>
                    <a:pt x="8438" y="692"/>
                  </a:cubicBezTo>
                  <a:cubicBezTo>
                    <a:pt x="0" y="4545"/>
                    <a:pt x="4791" y="15853"/>
                    <a:pt x="12852" y="17110"/>
                  </a:cubicBezTo>
                  <a:cubicBezTo>
                    <a:pt x="12852" y="17110"/>
                    <a:pt x="12314" y="17694"/>
                    <a:pt x="12703" y="17831"/>
                  </a:cubicBezTo>
                  <a:cubicBezTo>
                    <a:pt x="12738" y="17844"/>
                    <a:pt x="12770" y="17850"/>
                    <a:pt x="12799" y="17850"/>
                  </a:cubicBezTo>
                  <a:cubicBezTo>
                    <a:pt x="13097" y="17850"/>
                    <a:pt x="13069" y="17214"/>
                    <a:pt x="13069" y="17213"/>
                  </a:cubicBezTo>
                  <a:lnTo>
                    <a:pt x="13069" y="17213"/>
                  </a:lnTo>
                  <a:cubicBezTo>
                    <a:pt x="13069" y="17214"/>
                    <a:pt x="13147" y="17773"/>
                    <a:pt x="13423" y="17773"/>
                  </a:cubicBezTo>
                  <a:cubicBezTo>
                    <a:pt x="13445" y="17773"/>
                    <a:pt x="13468" y="17770"/>
                    <a:pt x="13492" y="17762"/>
                  </a:cubicBezTo>
                  <a:cubicBezTo>
                    <a:pt x="13823" y="17659"/>
                    <a:pt x="13263" y="17122"/>
                    <a:pt x="13263" y="17122"/>
                  </a:cubicBezTo>
                  <a:cubicBezTo>
                    <a:pt x="13263" y="17122"/>
                    <a:pt x="20043" y="14972"/>
                    <a:pt x="18534" y="6500"/>
                  </a:cubicBezTo>
                  <a:cubicBezTo>
                    <a:pt x="17585" y="1162"/>
                    <a:pt x="14490" y="0"/>
                    <a:pt x="11975" y="0"/>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06" name="Google Shape;1206;p40"/>
            <p:cNvSpPr/>
            <p:nvPr/>
          </p:nvSpPr>
          <p:spPr>
            <a:xfrm>
              <a:off x="4045546" y="2538181"/>
              <a:ext cx="70173" cy="211326"/>
            </a:xfrm>
            <a:custGeom>
              <a:rect b="b" l="l" r="r" t="t"/>
              <a:pathLst>
                <a:path extrusionOk="0" h="6806" w="2260">
                  <a:moveTo>
                    <a:pt x="1434" y="0"/>
                  </a:moveTo>
                  <a:cubicBezTo>
                    <a:pt x="1324" y="0"/>
                    <a:pt x="1165" y="71"/>
                    <a:pt x="1121" y="167"/>
                  </a:cubicBezTo>
                  <a:cubicBezTo>
                    <a:pt x="0" y="2293"/>
                    <a:pt x="252" y="4889"/>
                    <a:pt x="1761" y="6753"/>
                  </a:cubicBezTo>
                  <a:cubicBezTo>
                    <a:pt x="1791" y="6790"/>
                    <a:pt x="1833" y="6806"/>
                    <a:pt x="1878" y="6806"/>
                  </a:cubicBezTo>
                  <a:cubicBezTo>
                    <a:pt x="2043" y="6806"/>
                    <a:pt x="2260" y="6603"/>
                    <a:pt x="2161" y="6478"/>
                  </a:cubicBezTo>
                  <a:cubicBezTo>
                    <a:pt x="698" y="4695"/>
                    <a:pt x="446" y="2202"/>
                    <a:pt x="1521" y="155"/>
                  </a:cubicBezTo>
                  <a:cubicBezTo>
                    <a:pt x="1576" y="44"/>
                    <a:pt x="1521" y="0"/>
                    <a:pt x="1434" y="0"/>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20.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8" Type="http://schemas.openxmlformats.org/officeDocument/2006/relationships/slideLayout" Target="../slideLayouts/slideLayout28.xml"/><Relationship Id="rId27" Type="http://schemas.openxmlformats.org/officeDocument/2006/relationships/slideLayout" Target="../slideLayouts/slideLayout27.xml"/><Relationship Id="rId5" Type="http://schemas.openxmlformats.org/officeDocument/2006/relationships/slideLayout" Target="../slideLayouts/slideLayout5.xml"/><Relationship Id="rId6" Type="http://schemas.openxmlformats.org/officeDocument/2006/relationships/slideLayout" Target="../slideLayouts/slideLayout6.xml"/><Relationship Id="rId29" Type="http://schemas.openxmlformats.org/officeDocument/2006/relationships/theme" Target="../theme/theme1.xml"/><Relationship Id="rId7" Type="http://schemas.openxmlformats.org/officeDocument/2006/relationships/slideLayout" Target="../slideLayouts/slideLayout7.xml"/><Relationship Id="rId8" Type="http://schemas.openxmlformats.org/officeDocument/2006/relationships/slideLayout" Target="../slideLayouts/slideLayout8.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29.xml"/><Relationship Id="rId2" Type="http://schemas.openxmlformats.org/officeDocument/2006/relationships/slideLayout" Target="../slideLayouts/slideLayout30.xml"/><Relationship Id="rId3" Type="http://schemas.openxmlformats.org/officeDocument/2006/relationships/slideLayout" Target="../slideLayouts/slideLayout31.xml"/><Relationship Id="rId4" Type="http://schemas.openxmlformats.org/officeDocument/2006/relationships/slideLayout" Target="../slideLayouts/slideLayout32.xml"/><Relationship Id="rId9" Type="http://schemas.openxmlformats.org/officeDocument/2006/relationships/slideLayout" Target="../slideLayouts/slideLayout37.xml"/><Relationship Id="rId5" Type="http://schemas.openxmlformats.org/officeDocument/2006/relationships/slideLayout" Target="../slideLayouts/slideLayout33.xml"/><Relationship Id="rId6" Type="http://schemas.openxmlformats.org/officeDocument/2006/relationships/slideLayout" Target="../slideLayouts/slideLayout34.xml"/><Relationship Id="rId7" Type="http://schemas.openxmlformats.org/officeDocument/2006/relationships/slideLayout" Target="../slideLayouts/slideLayout35.xml"/><Relationship Id="rId8" Type="http://schemas.openxmlformats.org/officeDocument/2006/relationships/slideLayout" Target="../slideLayouts/slideLayout36.xml"/><Relationship Id="rId11" Type="http://schemas.openxmlformats.org/officeDocument/2006/relationships/theme" Target="../theme/theme3.xml"/><Relationship Id="rId10" Type="http://schemas.openxmlformats.org/officeDocument/2006/relationships/slideLayout" Target="../slideLayouts/slideLayout3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713225" y="445025"/>
            <a:ext cx="7717500" cy="5727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Clr>
                <a:schemeClr val="dk1"/>
              </a:buClr>
              <a:buSzPts val="3500"/>
              <a:buFont typeface="Barlow"/>
              <a:buNone/>
              <a:defRPr b="1" sz="3500">
                <a:solidFill>
                  <a:schemeClr val="dk1"/>
                </a:solidFill>
                <a:latin typeface="Barlow"/>
                <a:ea typeface="Barlow"/>
                <a:cs typeface="Barlow"/>
                <a:sym typeface="Barlow"/>
              </a:defRPr>
            </a:lvl1pPr>
            <a:lvl2pPr lvl="1" rtl="0">
              <a:spcBef>
                <a:spcPts val="0"/>
              </a:spcBef>
              <a:spcAft>
                <a:spcPts val="0"/>
              </a:spcAft>
              <a:buClr>
                <a:schemeClr val="dk1"/>
              </a:buClr>
              <a:buSzPts val="3500"/>
              <a:buFont typeface="Barlow"/>
              <a:buNone/>
              <a:defRPr b="1" sz="3500">
                <a:solidFill>
                  <a:schemeClr val="dk1"/>
                </a:solidFill>
                <a:latin typeface="Barlow"/>
                <a:ea typeface="Barlow"/>
                <a:cs typeface="Barlow"/>
                <a:sym typeface="Barlow"/>
              </a:defRPr>
            </a:lvl2pPr>
            <a:lvl3pPr lvl="2" rtl="0">
              <a:spcBef>
                <a:spcPts val="0"/>
              </a:spcBef>
              <a:spcAft>
                <a:spcPts val="0"/>
              </a:spcAft>
              <a:buClr>
                <a:schemeClr val="dk1"/>
              </a:buClr>
              <a:buSzPts val="3500"/>
              <a:buFont typeface="Barlow"/>
              <a:buNone/>
              <a:defRPr b="1" sz="3500">
                <a:solidFill>
                  <a:schemeClr val="dk1"/>
                </a:solidFill>
                <a:latin typeface="Barlow"/>
                <a:ea typeface="Barlow"/>
                <a:cs typeface="Barlow"/>
                <a:sym typeface="Barlow"/>
              </a:defRPr>
            </a:lvl3pPr>
            <a:lvl4pPr lvl="3" rtl="0">
              <a:spcBef>
                <a:spcPts val="0"/>
              </a:spcBef>
              <a:spcAft>
                <a:spcPts val="0"/>
              </a:spcAft>
              <a:buClr>
                <a:schemeClr val="dk1"/>
              </a:buClr>
              <a:buSzPts val="3500"/>
              <a:buFont typeface="Barlow"/>
              <a:buNone/>
              <a:defRPr b="1" sz="3500">
                <a:solidFill>
                  <a:schemeClr val="dk1"/>
                </a:solidFill>
                <a:latin typeface="Barlow"/>
                <a:ea typeface="Barlow"/>
                <a:cs typeface="Barlow"/>
                <a:sym typeface="Barlow"/>
              </a:defRPr>
            </a:lvl4pPr>
            <a:lvl5pPr lvl="4" rtl="0">
              <a:spcBef>
                <a:spcPts val="0"/>
              </a:spcBef>
              <a:spcAft>
                <a:spcPts val="0"/>
              </a:spcAft>
              <a:buClr>
                <a:schemeClr val="dk1"/>
              </a:buClr>
              <a:buSzPts val="3500"/>
              <a:buFont typeface="Barlow"/>
              <a:buNone/>
              <a:defRPr b="1" sz="3500">
                <a:solidFill>
                  <a:schemeClr val="dk1"/>
                </a:solidFill>
                <a:latin typeface="Barlow"/>
                <a:ea typeface="Barlow"/>
                <a:cs typeface="Barlow"/>
                <a:sym typeface="Barlow"/>
              </a:defRPr>
            </a:lvl5pPr>
            <a:lvl6pPr lvl="5" rtl="0">
              <a:spcBef>
                <a:spcPts val="0"/>
              </a:spcBef>
              <a:spcAft>
                <a:spcPts val="0"/>
              </a:spcAft>
              <a:buClr>
                <a:schemeClr val="dk1"/>
              </a:buClr>
              <a:buSzPts val="3500"/>
              <a:buFont typeface="Barlow"/>
              <a:buNone/>
              <a:defRPr b="1" sz="3500">
                <a:solidFill>
                  <a:schemeClr val="dk1"/>
                </a:solidFill>
                <a:latin typeface="Barlow"/>
                <a:ea typeface="Barlow"/>
                <a:cs typeface="Barlow"/>
                <a:sym typeface="Barlow"/>
              </a:defRPr>
            </a:lvl6pPr>
            <a:lvl7pPr lvl="6" rtl="0">
              <a:spcBef>
                <a:spcPts val="0"/>
              </a:spcBef>
              <a:spcAft>
                <a:spcPts val="0"/>
              </a:spcAft>
              <a:buClr>
                <a:schemeClr val="dk1"/>
              </a:buClr>
              <a:buSzPts val="3500"/>
              <a:buFont typeface="Barlow"/>
              <a:buNone/>
              <a:defRPr b="1" sz="3500">
                <a:solidFill>
                  <a:schemeClr val="dk1"/>
                </a:solidFill>
                <a:latin typeface="Barlow"/>
                <a:ea typeface="Barlow"/>
                <a:cs typeface="Barlow"/>
                <a:sym typeface="Barlow"/>
              </a:defRPr>
            </a:lvl7pPr>
            <a:lvl8pPr lvl="7" rtl="0">
              <a:spcBef>
                <a:spcPts val="0"/>
              </a:spcBef>
              <a:spcAft>
                <a:spcPts val="0"/>
              </a:spcAft>
              <a:buClr>
                <a:schemeClr val="dk1"/>
              </a:buClr>
              <a:buSzPts val="3500"/>
              <a:buFont typeface="Barlow"/>
              <a:buNone/>
              <a:defRPr b="1" sz="3500">
                <a:solidFill>
                  <a:schemeClr val="dk1"/>
                </a:solidFill>
                <a:latin typeface="Barlow"/>
                <a:ea typeface="Barlow"/>
                <a:cs typeface="Barlow"/>
                <a:sym typeface="Barlow"/>
              </a:defRPr>
            </a:lvl8pPr>
            <a:lvl9pPr lvl="8" rtl="0">
              <a:spcBef>
                <a:spcPts val="0"/>
              </a:spcBef>
              <a:spcAft>
                <a:spcPts val="0"/>
              </a:spcAft>
              <a:buClr>
                <a:schemeClr val="dk1"/>
              </a:buClr>
              <a:buSzPts val="3500"/>
              <a:buFont typeface="Barlow"/>
              <a:buNone/>
              <a:defRPr b="1" sz="3500">
                <a:solidFill>
                  <a:schemeClr val="dk1"/>
                </a:solidFill>
                <a:latin typeface="Barlow"/>
                <a:ea typeface="Barlow"/>
                <a:cs typeface="Barlow"/>
                <a:sym typeface="Barlow"/>
              </a:defRPr>
            </a:lvl9pPr>
          </a:lstStyle>
          <a:p/>
        </p:txBody>
      </p:sp>
      <p:sp>
        <p:nvSpPr>
          <p:cNvPr id="7" name="Google Shape;7;p1"/>
          <p:cNvSpPr txBox="1"/>
          <p:nvPr>
            <p:ph idx="1" type="body"/>
          </p:nvPr>
        </p:nvSpPr>
        <p:spPr>
          <a:xfrm>
            <a:off x="713225" y="1152475"/>
            <a:ext cx="7717500" cy="3416400"/>
          </a:xfrm>
          <a:prstGeom prst="rect">
            <a:avLst/>
          </a:prstGeom>
          <a:noFill/>
          <a:ln>
            <a:noFill/>
          </a:ln>
        </p:spPr>
        <p:txBody>
          <a:bodyPr anchorCtr="0" anchor="t" bIns="91425" lIns="91425" spcFirstLastPara="1" rIns="91425" wrap="square" tIns="91425">
            <a:noAutofit/>
          </a:bodyPr>
          <a:lstStyle>
            <a:lvl1pPr indent="-317500" lvl="0" marL="457200">
              <a:lnSpc>
                <a:spcPct val="100000"/>
              </a:lnSpc>
              <a:spcBef>
                <a:spcPts val="0"/>
              </a:spcBef>
              <a:spcAft>
                <a:spcPts val="0"/>
              </a:spcAft>
              <a:buClr>
                <a:schemeClr val="dk1"/>
              </a:buClr>
              <a:buSzPts val="1400"/>
              <a:buFont typeface="Inter"/>
              <a:buChar char="●"/>
              <a:defRPr>
                <a:solidFill>
                  <a:schemeClr val="dk1"/>
                </a:solidFill>
                <a:latin typeface="Inter"/>
                <a:ea typeface="Inter"/>
                <a:cs typeface="Inter"/>
                <a:sym typeface="Inter"/>
              </a:defRPr>
            </a:lvl1pPr>
            <a:lvl2pPr indent="-317500" lvl="1" marL="914400">
              <a:lnSpc>
                <a:spcPct val="100000"/>
              </a:lnSpc>
              <a:spcBef>
                <a:spcPts val="0"/>
              </a:spcBef>
              <a:spcAft>
                <a:spcPts val="0"/>
              </a:spcAft>
              <a:buClr>
                <a:schemeClr val="dk1"/>
              </a:buClr>
              <a:buSzPts val="1400"/>
              <a:buFont typeface="Inter"/>
              <a:buChar char="○"/>
              <a:defRPr>
                <a:solidFill>
                  <a:schemeClr val="dk1"/>
                </a:solidFill>
                <a:latin typeface="Inter"/>
                <a:ea typeface="Inter"/>
                <a:cs typeface="Inter"/>
                <a:sym typeface="Inter"/>
              </a:defRPr>
            </a:lvl2pPr>
            <a:lvl3pPr indent="-317500" lvl="2" marL="1371600">
              <a:lnSpc>
                <a:spcPct val="100000"/>
              </a:lnSpc>
              <a:spcBef>
                <a:spcPts val="0"/>
              </a:spcBef>
              <a:spcAft>
                <a:spcPts val="0"/>
              </a:spcAft>
              <a:buClr>
                <a:schemeClr val="dk1"/>
              </a:buClr>
              <a:buSzPts val="1400"/>
              <a:buFont typeface="Inter"/>
              <a:buChar char="■"/>
              <a:defRPr>
                <a:solidFill>
                  <a:schemeClr val="dk1"/>
                </a:solidFill>
                <a:latin typeface="Inter"/>
                <a:ea typeface="Inter"/>
                <a:cs typeface="Inter"/>
                <a:sym typeface="Inter"/>
              </a:defRPr>
            </a:lvl3pPr>
            <a:lvl4pPr indent="-317500" lvl="3" marL="1828800">
              <a:lnSpc>
                <a:spcPct val="100000"/>
              </a:lnSpc>
              <a:spcBef>
                <a:spcPts val="0"/>
              </a:spcBef>
              <a:spcAft>
                <a:spcPts val="0"/>
              </a:spcAft>
              <a:buClr>
                <a:schemeClr val="dk1"/>
              </a:buClr>
              <a:buSzPts val="1400"/>
              <a:buFont typeface="Inter"/>
              <a:buChar char="●"/>
              <a:defRPr>
                <a:solidFill>
                  <a:schemeClr val="dk1"/>
                </a:solidFill>
                <a:latin typeface="Inter"/>
                <a:ea typeface="Inter"/>
                <a:cs typeface="Inter"/>
                <a:sym typeface="Inter"/>
              </a:defRPr>
            </a:lvl4pPr>
            <a:lvl5pPr indent="-317500" lvl="4" marL="2286000">
              <a:lnSpc>
                <a:spcPct val="100000"/>
              </a:lnSpc>
              <a:spcBef>
                <a:spcPts val="0"/>
              </a:spcBef>
              <a:spcAft>
                <a:spcPts val="0"/>
              </a:spcAft>
              <a:buClr>
                <a:schemeClr val="dk1"/>
              </a:buClr>
              <a:buSzPts val="1400"/>
              <a:buFont typeface="Inter"/>
              <a:buChar char="○"/>
              <a:defRPr>
                <a:solidFill>
                  <a:schemeClr val="dk1"/>
                </a:solidFill>
                <a:latin typeface="Inter"/>
                <a:ea typeface="Inter"/>
                <a:cs typeface="Inter"/>
                <a:sym typeface="Inter"/>
              </a:defRPr>
            </a:lvl5pPr>
            <a:lvl6pPr indent="-317500" lvl="5" marL="2743200">
              <a:lnSpc>
                <a:spcPct val="100000"/>
              </a:lnSpc>
              <a:spcBef>
                <a:spcPts val="0"/>
              </a:spcBef>
              <a:spcAft>
                <a:spcPts val="0"/>
              </a:spcAft>
              <a:buClr>
                <a:schemeClr val="dk1"/>
              </a:buClr>
              <a:buSzPts val="1400"/>
              <a:buFont typeface="Inter"/>
              <a:buChar char="■"/>
              <a:defRPr>
                <a:solidFill>
                  <a:schemeClr val="dk1"/>
                </a:solidFill>
                <a:latin typeface="Inter"/>
                <a:ea typeface="Inter"/>
                <a:cs typeface="Inter"/>
                <a:sym typeface="Inter"/>
              </a:defRPr>
            </a:lvl6pPr>
            <a:lvl7pPr indent="-317500" lvl="6" marL="3200400">
              <a:lnSpc>
                <a:spcPct val="100000"/>
              </a:lnSpc>
              <a:spcBef>
                <a:spcPts val="0"/>
              </a:spcBef>
              <a:spcAft>
                <a:spcPts val="0"/>
              </a:spcAft>
              <a:buClr>
                <a:schemeClr val="dk1"/>
              </a:buClr>
              <a:buSzPts val="1400"/>
              <a:buFont typeface="Inter"/>
              <a:buChar char="●"/>
              <a:defRPr>
                <a:solidFill>
                  <a:schemeClr val="dk1"/>
                </a:solidFill>
                <a:latin typeface="Inter"/>
                <a:ea typeface="Inter"/>
                <a:cs typeface="Inter"/>
                <a:sym typeface="Inter"/>
              </a:defRPr>
            </a:lvl7pPr>
            <a:lvl8pPr indent="-317500" lvl="7" marL="3657600">
              <a:lnSpc>
                <a:spcPct val="100000"/>
              </a:lnSpc>
              <a:spcBef>
                <a:spcPts val="0"/>
              </a:spcBef>
              <a:spcAft>
                <a:spcPts val="0"/>
              </a:spcAft>
              <a:buClr>
                <a:schemeClr val="dk1"/>
              </a:buClr>
              <a:buSzPts val="1400"/>
              <a:buFont typeface="Inter"/>
              <a:buChar char="○"/>
              <a:defRPr>
                <a:solidFill>
                  <a:schemeClr val="dk1"/>
                </a:solidFill>
                <a:latin typeface="Inter"/>
                <a:ea typeface="Inter"/>
                <a:cs typeface="Inter"/>
                <a:sym typeface="Inter"/>
              </a:defRPr>
            </a:lvl8pPr>
            <a:lvl9pPr indent="-317500" lvl="8" marL="4114800">
              <a:lnSpc>
                <a:spcPct val="100000"/>
              </a:lnSpc>
              <a:spcBef>
                <a:spcPts val="0"/>
              </a:spcBef>
              <a:spcAft>
                <a:spcPts val="0"/>
              </a:spcAft>
              <a:buClr>
                <a:schemeClr val="dk1"/>
              </a:buClr>
              <a:buSzPts val="1400"/>
              <a:buFont typeface="Inter"/>
              <a:buChar char="■"/>
              <a:defRPr>
                <a:solidFill>
                  <a:schemeClr val="dk1"/>
                </a:solidFill>
                <a:latin typeface="Inter"/>
                <a:ea typeface="Inter"/>
                <a:cs typeface="Inter"/>
                <a:sym typeface="Inter"/>
              </a:defRPr>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857" name="Shape 857"/>
        <p:cNvGrpSpPr/>
        <p:nvPr/>
      </p:nvGrpSpPr>
      <p:grpSpPr>
        <a:xfrm>
          <a:off x="0" y="0"/>
          <a:ext cx="0" cy="0"/>
          <a:chOff x="0" y="0"/>
          <a:chExt cx="0" cy="0"/>
        </a:xfrm>
      </p:grpSpPr>
      <p:sp>
        <p:nvSpPr>
          <p:cNvPr id="858" name="Google Shape;858;p30"/>
          <p:cNvSpPr txBox="1"/>
          <p:nvPr>
            <p:ph type="title"/>
          </p:nvPr>
        </p:nvSpPr>
        <p:spPr>
          <a:xfrm>
            <a:off x="713225" y="445025"/>
            <a:ext cx="7717500" cy="572700"/>
          </a:xfrm>
          <a:prstGeom prst="rect">
            <a:avLst/>
          </a:prstGeom>
          <a:no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chemeClr val="dk1"/>
              </a:buClr>
              <a:buSzPts val="3500"/>
              <a:buFont typeface="Barlow"/>
              <a:buNone/>
              <a:defRPr b="1" i="0" sz="3500" u="none" cap="none" strike="noStrike">
                <a:solidFill>
                  <a:schemeClr val="dk1"/>
                </a:solidFill>
                <a:latin typeface="Barlow"/>
                <a:ea typeface="Barlow"/>
                <a:cs typeface="Barlow"/>
                <a:sym typeface="Barlow"/>
              </a:defRPr>
            </a:lvl1pPr>
            <a:lvl2pPr lvl="1" marR="0" rtl="0" algn="l">
              <a:lnSpc>
                <a:spcPct val="100000"/>
              </a:lnSpc>
              <a:spcBef>
                <a:spcPts val="0"/>
              </a:spcBef>
              <a:spcAft>
                <a:spcPts val="0"/>
              </a:spcAft>
              <a:buClr>
                <a:schemeClr val="dk1"/>
              </a:buClr>
              <a:buSzPts val="3500"/>
              <a:buFont typeface="Barlow"/>
              <a:buNone/>
              <a:defRPr b="1" i="0" sz="3500" u="none" cap="none" strike="noStrike">
                <a:solidFill>
                  <a:schemeClr val="dk1"/>
                </a:solidFill>
                <a:latin typeface="Barlow"/>
                <a:ea typeface="Barlow"/>
                <a:cs typeface="Barlow"/>
                <a:sym typeface="Barlow"/>
              </a:defRPr>
            </a:lvl2pPr>
            <a:lvl3pPr lvl="2" marR="0" rtl="0" algn="l">
              <a:lnSpc>
                <a:spcPct val="100000"/>
              </a:lnSpc>
              <a:spcBef>
                <a:spcPts val="0"/>
              </a:spcBef>
              <a:spcAft>
                <a:spcPts val="0"/>
              </a:spcAft>
              <a:buClr>
                <a:schemeClr val="dk1"/>
              </a:buClr>
              <a:buSzPts val="3500"/>
              <a:buFont typeface="Barlow"/>
              <a:buNone/>
              <a:defRPr b="1" i="0" sz="3500" u="none" cap="none" strike="noStrike">
                <a:solidFill>
                  <a:schemeClr val="dk1"/>
                </a:solidFill>
                <a:latin typeface="Barlow"/>
                <a:ea typeface="Barlow"/>
                <a:cs typeface="Barlow"/>
                <a:sym typeface="Barlow"/>
              </a:defRPr>
            </a:lvl3pPr>
            <a:lvl4pPr lvl="3" marR="0" rtl="0" algn="l">
              <a:lnSpc>
                <a:spcPct val="100000"/>
              </a:lnSpc>
              <a:spcBef>
                <a:spcPts val="0"/>
              </a:spcBef>
              <a:spcAft>
                <a:spcPts val="0"/>
              </a:spcAft>
              <a:buClr>
                <a:schemeClr val="dk1"/>
              </a:buClr>
              <a:buSzPts val="3500"/>
              <a:buFont typeface="Barlow"/>
              <a:buNone/>
              <a:defRPr b="1" i="0" sz="3500" u="none" cap="none" strike="noStrike">
                <a:solidFill>
                  <a:schemeClr val="dk1"/>
                </a:solidFill>
                <a:latin typeface="Barlow"/>
                <a:ea typeface="Barlow"/>
                <a:cs typeface="Barlow"/>
                <a:sym typeface="Barlow"/>
              </a:defRPr>
            </a:lvl4pPr>
            <a:lvl5pPr lvl="4" marR="0" rtl="0" algn="l">
              <a:lnSpc>
                <a:spcPct val="100000"/>
              </a:lnSpc>
              <a:spcBef>
                <a:spcPts val="0"/>
              </a:spcBef>
              <a:spcAft>
                <a:spcPts val="0"/>
              </a:spcAft>
              <a:buClr>
                <a:schemeClr val="dk1"/>
              </a:buClr>
              <a:buSzPts val="3500"/>
              <a:buFont typeface="Barlow"/>
              <a:buNone/>
              <a:defRPr b="1" i="0" sz="3500" u="none" cap="none" strike="noStrike">
                <a:solidFill>
                  <a:schemeClr val="dk1"/>
                </a:solidFill>
                <a:latin typeface="Barlow"/>
                <a:ea typeface="Barlow"/>
                <a:cs typeface="Barlow"/>
                <a:sym typeface="Barlow"/>
              </a:defRPr>
            </a:lvl5pPr>
            <a:lvl6pPr lvl="5" marR="0" rtl="0" algn="l">
              <a:lnSpc>
                <a:spcPct val="100000"/>
              </a:lnSpc>
              <a:spcBef>
                <a:spcPts val="0"/>
              </a:spcBef>
              <a:spcAft>
                <a:spcPts val="0"/>
              </a:spcAft>
              <a:buClr>
                <a:schemeClr val="dk1"/>
              </a:buClr>
              <a:buSzPts val="3500"/>
              <a:buFont typeface="Barlow"/>
              <a:buNone/>
              <a:defRPr b="1" i="0" sz="3500" u="none" cap="none" strike="noStrike">
                <a:solidFill>
                  <a:schemeClr val="dk1"/>
                </a:solidFill>
                <a:latin typeface="Barlow"/>
                <a:ea typeface="Barlow"/>
                <a:cs typeface="Barlow"/>
                <a:sym typeface="Barlow"/>
              </a:defRPr>
            </a:lvl6pPr>
            <a:lvl7pPr lvl="6" marR="0" rtl="0" algn="l">
              <a:lnSpc>
                <a:spcPct val="100000"/>
              </a:lnSpc>
              <a:spcBef>
                <a:spcPts val="0"/>
              </a:spcBef>
              <a:spcAft>
                <a:spcPts val="0"/>
              </a:spcAft>
              <a:buClr>
                <a:schemeClr val="dk1"/>
              </a:buClr>
              <a:buSzPts val="3500"/>
              <a:buFont typeface="Barlow"/>
              <a:buNone/>
              <a:defRPr b="1" i="0" sz="3500" u="none" cap="none" strike="noStrike">
                <a:solidFill>
                  <a:schemeClr val="dk1"/>
                </a:solidFill>
                <a:latin typeface="Barlow"/>
                <a:ea typeface="Barlow"/>
                <a:cs typeface="Barlow"/>
                <a:sym typeface="Barlow"/>
              </a:defRPr>
            </a:lvl7pPr>
            <a:lvl8pPr lvl="7" marR="0" rtl="0" algn="l">
              <a:lnSpc>
                <a:spcPct val="100000"/>
              </a:lnSpc>
              <a:spcBef>
                <a:spcPts val="0"/>
              </a:spcBef>
              <a:spcAft>
                <a:spcPts val="0"/>
              </a:spcAft>
              <a:buClr>
                <a:schemeClr val="dk1"/>
              </a:buClr>
              <a:buSzPts val="3500"/>
              <a:buFont typeface="Barlow"/>
              <a:buNone/>
              <a:defRPr b="1" i="0" sz="3500" u="none" cap="none" strike="noStrike">
                <a:solidFill>
                  <a:schemeClr val="dk1"/>
                </a:solidFill>
                <a:latin typeface="Barlow"/>
                <a:ea typeface="Barlow"/>
                <a:cs typeface="Barlow"/>
                <a:sym typeface="Barlow"/>
              </a:defRPr>
            </a:lvl8pPr>
            <a:lvl9pPr lvl="8" marR="0" rtl="0" algn="l">
              <a:lnSpc>
                <a:spcPct val="100000"/>
              </a:lnSpc>
              <a:spcBef>
                <a:spcPts val="0"/>
              </a:spcBef>
              <a:spcAft>
                <a:spcPts val="0"/>
              </a:spcAft>
              <a:buClr>
                <a:schemeClr val="dk1"/>
              </a:buClr>
              <a:buSzPts val="3500"/>
              <a:buFont typeface="Barlow"/>
              <a:buNone/>
              <a:defRPr b="1" i="0" sz="3500" u="none" cap="none" strike="noStrike">
                <a:solidFill>
                  <a:schemeClr val="dk1"/>
                </a:solidFill>
                <a:latin typeface="Barlow"/>
                <a:ea typeface="Barlow"/>
                <a:cs typeface="Barlow"/>
                <a:sym typeface="Barlow"/>
              </a:defRPr>
            </a:lvl9pPr>
          </a:lstStyle>
          <a:p/>
        </p:txBody>
      </p:sp>
      <p:sp>
        <p:nvSpPr>
          <p:cNvPr id="859" name="Google Shape;859;p30"/>
          <p:cNvSpPr txBox="1"/>
          <p:nvPr>
            <p:ph idx="1" type="body"/>
          </p:nvPr>
        </p:nvSpPr>
        <p:spPr>
          <a:xfrm>
            <a:off x="713225" y="1152475"/>
            <a:ext cx="7717500" cy="3416400"/>
          </a:xfrm>
          <a:prstGeom prst="rect">
            <a:avLst/>
          </a:prstGeom>
          <a:noFill/>
          <a:ln>
            <a:noFill/>
          </a:ln>
        </p:spPr>
        <p:txBody>
          <a:bodyPr anchorCtr="0" anchor="t" bIns="91425" lIns="91425" spcFirstLastPara="1" rIns="91425" wrap="square" tIns="91425">
            <a:noAutofit/>
          </a:bodyPr>
          <a:lstStyle>
            <a:lvl1pPr indent="-317500" lvl="0" marL="457200" marR="0" rtl="0" algn="l">
              <a:lnSpc>
                <a:spcPct val="100000"/>
              </a:lnSpc>
              <a:spcBef>
                <a:spcPts val="0"/>
              </a:spcBef>
              <a:spcAft>
                <a:spcPts val="0"/>
              </a:spcAft>
              <a:buClr>
                <a:schemeClr val="dk1"/>
              </a:buClr>
              <a:buSzPts val="1400"/>
              <a:buFont typeface="Inter"/>
              <a:buChar char="●"/>
              <a:defRPr b="0" i="0" sz="1400" u="none" cap="none" strike="noStrike">
                <a:solidFill>
                  <a:schemeClr val="dk1"/>
                </a:solidFill>
                <a:latin typeface="Inter"/>
                <a:ea typeface="Inter"/>
                <a:cs typeface="Inter"/>
                <a:sym typeface="Inter"/>
              </a:defRPr>
            </a:lvl1pPr>
            <a:lvl2pPr indent="-317500" lvl="1" marL="914400" marR="0" rtl="0" algn="l">
              <a:lnSpc>
                <a:spcPct val="100000"/>
              </a:lnSpc>
              <a:spcBef>
                <a:spcPts val="0"/>
              </a:spcBef>
              <a:spcAft>
                <a:spcPts val="0"/>
              </a:spcAft>
              <a:buClr>
                <a:schemeClr val="dk1"/>
              </a:buClr>
              <a:buSzPts val="1400"/>
              <a:buFont typeface="Inter"/>
              <a:buChar char="○"/>
              <a:defRPr b="0" i="0" sz="1400" u="none" cap="none" strike="noStrike">
                <a:solidFill>
                  <a:schemeClr val="dk1"/>
                </a:solidFill>
                <a:latin typeface="Inter"/>
                <a:ea typeface="Inter"/>
                <a:cs typeface="Inter"/>
                <a:sym typeface="Inter"/>
              </a:defRPr>
            </a:lvl2pPr>
            <a:lvl3pPr indent="-317500" lvl="2" marL="1371600" marR="0" rtl="0" algn="l">
              <a:lnSpc>
                <a:spcPct val="100000"/>
              </a:lnSpc>
              <a:spcBef>
                <a:spcPts val="0"/>
              </a:spcBef>
              <a:spcAft>
                <a:spcPts val="0"/>
              </a:spcAft>
              <a:buClr>
                <a:schemeClr val="dk1"/>
              </a:buClr>
              <a:buSzPts val="1400"/>
              <a:buFont typeface="Inter"/>
              <a:buChar char="■"/>
              <a:defRPr b="0" i="0" sz="1400" u="none" cap="none" strike="noStrike">
                <a:solidFill>
                  <a:schemeClr val="dk1"/>
                </a:solidFill>
                <a:latin typeface="Inter"/>
                <a:ea typeface="Inter"/>
                <a:cs typeface="Inter"/>
                <a:sym typeface="Inter"/>
              </a:defRPr>
            </a:lvl3pPr>
            <a:lvl4pPr indent="-317500" lvl="3" marL="1828800" marR="0" rtl="0" algn="l">
              <a:lnSpc>
                <a:spcPct val="100000"/>
              </a:lnSpc>
              <a:spcBef>
                <a:spcPts val="0"/>
              </a:spcBef>
              <a:spcAft>
                <a:spcPts val="0"/>
              </a:spcAft>
              <a:buClr>
                <a:schemeClr val="dk1"/>
              </a:buClr>
              <a:buSzPts val="1400"/>
              <a:buFont typeface="Inter"/>
              <a:buChar char="●"/>
              <a:defRPr b="0" i="0" sz="1400" u="none" cap="none" strike="noStrike">
                <a:solidFill>
                  <a:schemeClr val="dk1"/>
                </a:solidFill>
                <a:latin typeface="Inter"/>
                <a:ea typeface="Inter"/>
                <a:cs typeface="Inter"/>
                <a:sym typeface="Inter"/>
              </a:defRPr>
            </a:lvl4pPr>
            <a:lvl5pPr indent="-317500" lvl="4" marL="2286000" marR="0" rtl="0" algn="l">
              <a:lnSpc>
                <a:spcPct val="100000"/>
              </a:lnSpc>
              <a:spcBef>
                <a:spcPts val="0"/>
              </a:spcBef>
              <a:spcAft>
                <a:spcPts val="0"/>
              </a:spcAft>
              <a:buClr>
                <a:schemeClr val="dk1"/>
              </a:buClr>
              <a:buSzPts val="1400"/>
              <a:buFont typeface="Inter"/>
              <a:buChar char="○"/>
              <a:defRPr b="0" i="0" sz="1400" u="none" cap="none" strike="noStrike">
                <a:solidFill>
                  <a:schemeClr val="dk1"/>
                </a:solidFill>
                <a:latin typeface="Inter"/>
                <a:ea typeface="Inter"/>
                <a:cs typeface="Inter"/>
                <a:sym typeface="Inter"/>
              </a:defRPr>
            </a:lvl5pPr>
            <a:lvl6pPr indent="-317500" lvl="5" marL="2743200" marR="0" rtl="0" algn="l">
              <a:lnSpc>
                <a:spcPct val="100000"/>
              </a:lnSpc>
              <a:spcBef>
                <a:spcPts val="0"/>
              </a:spcBef>
              <a:spcAft>
                <a:spcPts val="0"/>
              </a:spcAft>
              <a:buClr>
                <a:schemeClr val="dk1"/>
              </a:buClr>
              <a:buSzPts val="1400"/>
              <a:buFont typeface="Inter"/>
              <a:buChar char="■"/>
              <a:defRPr b="0" i="0" sz="1400" u="none" cap="none" strike="noStrike">
                <a:solidFill>
                  <a:schemeClr val="dk1"/>
                </a:solidFill>
                <a:latin typeface="Inter"/>
                <a:ea typeface="Inter"/>
                <a:cs typeface="Inter"/>
                <a:sym typeface="Inter"/>
              </a:defRPr>
            </a:lvl6pPr>
            <a:lvl7pPr indent="-317500" lvl="6" marL="3200400" marR="0" rtl="0" algn="l">
              <a:lnSpc>
                <a:spcPct val="100000"/>
              </a:lnSpc>
              <a:spcBef>
                <a:spcPts val="0"/>
              </a:spcBef>
              <a:spcAft>
                <a:spcPts val="0"/>
              </a:spcAft>
              <a:buClr>
                <a:schemeClr val="dk1"/>
              </a:buClr>
              <a:buSzPts val="1400"/>
              <a:buFont typeface="Inter"/>
              <a:buChar char="●"/>
              <a:defRPr b="0" i="0" sz="1400" u="none" cap="none" strike="noStrike">
                <a:solidFill>
                  <a:schemeClr val="dk1"/>
                </a:solidFill>
                <a:latin typeface="Inter"/>
                <a:ea typeface="Inter"/>
                <a:cs typeface="Inter"/>
                <a:sym typeface="Inter"/>
              </a:defRPr>
            </a:lvl7pPr>
            <a:lvl8pPr indent="-317500" lvl="7" marL="3657600" marR="0" rtl="0" algn="l">
              <a:lnSpc>
                <a:spcPct val="100000"/>
              </a:lnSpc>
              <a:spcBef>
                <a:spcPts val="0"/>
              </a:spcBef>
              <a:spcAft>
                <a:spcPts val="0"/>
              </a:spcAft>
              <a:buClr>
                <a:schemeClr val="dk1"/>
              </a:buClr>
              <a:buSzPts val="1400"/>
              <a:buFont typeface="Inter"/>
              <a:buChar char="○"/>
              <a:defRPr b="0" i="0" sz="1400" u="none" cap="none" strike="noStrike">
                <a:solidFill>
                  <a:schemeClr val="dk1"/>
                </a:solidFill>
                <a:latin typeface="Inter"/>
                <a:ea typeface="Inter"/>
                <a:cs typeface="Inter"/>
                <a:sym typeface="Inter"/>
              </a:defRPr>
            </a:lvl8pPr>
            <a:lvl9pPr indent="-317500" lvl="8" marL="4114800" marR="0" rtl="0" algn="l">
              <a:lnSpc>
                <a:spcPct val="100000"/>
              </a:lnSpc>
              <a:spcBef>
                <a:spcPts val="0"/>
              </a:spcBef>
              <a:spcAft>
                <a:spcPts val="0"/>
              </a:spcAft>
              <a:buClr>
                <a:schemeClr val="dk1"/>
              </a:buClr>
              <a:buSzPts val="1400"/>
              <a:buFont typeface="Inter"/>
              <a:buChar char="■"/>
              <a:defRPr b="0" i="0" sz="1400" u="none" cap="none" strike="noStrike">
                <a:solidFill>
                  <a:schemeClr val="dk1"/>
                </a:solidFill>
                <a:latin typeface="Inter"/>
                <a:ea typeface="Inter"/>
                <a:cs typeface="Inter"/>
                <a:sym typeface="Inter"/>
              </a:defRPr>
            </a:lvl9pPr>
          </a:lstStyle>
          <a:p/>
        </p:txBody>
      </p:sp>
    </p:spTree>
  </p:cSld>
  <p:clrMap accent1="accent1" accent2="accent2" accent3="accent3" accent4="accent4" accent5="accent5" accent6="accent6" bg1="lt1" bg2="dk2" tx1="dk1" tx2="lt2" folHlink="folHlink" hlink="hlink"/>
  <p:sldLayoutIdLst>
    <p:sldLayoutId id="2147483676" r:id="rId1"/>
    <p:sldLayoutId id="2147483677" r:id="rId2"/>
    <p:sldLayoutId id="2147483678" r:id="rId3"/>
    <p:sldLayoutId id="2147483679" r:id="rId4"/>
    <p:sldLayoutId id="2147483680" r:id="rId5"/>
    <p:sldLayoutId id="2147483681" r:id="rId6"/>
    <p:sldLayoutId id="2147483682" r:id="rId7"/>
    <p:sldLayoutId id="2147483683" r:id="rId8"/>
    <p:sldLayoutId id="2147483684" r:id="rId9"/>
    <p:sldLayoutId id="2147483685" r:id="rId10"/>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xml"/><Relationship Id="rId3"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6.xml"/><Relationship Id="rId3" Type="http://schemas.openxmlformats.org/officeDocument/2006/relationships/image" Target="../media/image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xml"/><Relationship Id="rId3" Type="http://schemas.openxmlformats.org/officeDocument/2006/relationships/hyperlink" Target="https://wumbo.net/symbols/right-arrow/" TargetMode="External"/><Relationship Id="rId4" Type="http://schemas.openxmlformats.org/officeDocument/2006/relationships/hyperlink" Target="https://wumbo.net/symbols/right-arrow/" TargetMode="External"/><Relationship Id="rId5"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9.xml"/><Relationship Id="rId3" Type="http://schemas.openxmlformats.org/officeDocument/2006/relationships/image" Target="../media/image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xml"/><Relationship Id="rId3"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4.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4.xml"/><Relationship Id="rId2" Type="http://schemas.openxmlformats.org/officeDocument/2006/relationships/notesSlide" Target="../notesSlides/notesSlide15.xml"/><Relationship Id="rId3" Type="http://schemas.openxmlformats.org/officeDocument/2006/relationships/image" Target="../media/image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4.xml"/><Relationship Id="rId2" Type="http://schemas.openxmlformats.org/officeDocument/2006/relationships/notesSlide" Target="../notesSlides/notesSlide16.xml"/><Relationship Id="rId3" Type="http://schemas.openxmlformats.org/officeDocument/2006/relationships/image" Target="../media/image5.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0" name="Shape 1210"/>
        <p:cNvGrpSpPr/>
        <p:nvPr/>
      </p:nvGrpSpPr>
      <p:grpSpPr>
        <a:xfrm>
          <a:off x="0" y="0"/>
          <a:ext cx="0" cy="0"/>
          <a:chOff x="0" y="0"/>
          <a:chExt cx="0" cy="0"/>
        </a:xfrm>
      </p:grpSpPr>
      <p:sp>
        <p:nvSpPr>
          <p:cNvPr id="1211" name="Google Shape;1211;p41"/>
          <p:cNvSpPr txBox="1"/>
          <p:nvPr>
            <p:ph type="ctrTitle"/>
          </p:nvPr>
        </p:nvSpPr>
        <p:spPr>
          <a:xfrm>
            <a:off x="620400" y="897175"/>
            <a:ext cx="7903200" cy="17379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sz="3600"/>
              <a:t>From Matching to Generation: A Survey on Generative Information Retrieval (GenIR)</a:t>
            </a:r>
            <a:endParaRPr sz="3600"/>
          </a:p>
        </p:txBody>
      </p:sp>
      <p:sp>
        <p:nvSpPr>
          <p:cNvPr id="1212" name="Google Shape;1212;p41"/>
          <p:cNvSpPr txBox="1"/>
          <p:nvPr>
            <p:ph idx="1" type="subTitle"/>
          </p:nvPr>
        </p:nvSpPr>
        <p:spPr>
          <a:xfrm>
            <a:off x="1377900" y="2994500"/>
            <a:ext cx="6388200" cy="10011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 sz="1400">
                <a:solidFill>
                  <a:srgbClr val="000000"/>
                </a:solidFill>
              </a:rPr>
              <a:t>XIAOXI LI</a:t>
            </a:r>
            <a:r>
              <a:rPr lang="en" sz="1400">
                <a:solidFill>
                  <a:srgbClr val="000000"/>
                </a:solidFill>
              </a:rPr>
              <a:t> and </a:t>
            </a:r>
            <a:r>
              <a:rPr b="1" lang="en" sz="1400">
                <a:solidFill>
                  <a:srgbClr val="000000"/>
                </a:solidFill>
              </a:rPr>
              <a:t>JIAJIE JIN</a:t>
            </a:r>
            <a:r>
              <a:rPr lang="en" sz="1400">
                <a:solidFill>
                  <a:srgbClr val="000000"/>
                </a:solidFill>
              </a:rPr>
              <a:t>, Renmin University of China, China</a:t>
            </a:r>
            <a:endParaRPr sz="1400">
              <a:solidFill>
                <a:srgbClr val="000000"/>
              </a:solidFill>
            </a:endParaRPr>
          </a:p>
          <a:p>
            <a:pPr indent="0" lvl="0" marL="0" rtl="0" algn="ctr">
              <a:spcBef>
                <a:spcPts val="0"/>
              </a:spcBef>
              <a:spcAft>
                <a:spcPts val="0"/>
              </a:spcAft>
              <a:buNone/>
            </a:pPr>
            <a:r>
              <a:rPr b="1" lang="en" sz="1400">
                <a:solidFill>
                  <a:srgbClr val="000000"/>
                </a:solidFill>
              </a:rPr>
              <a:t>YUJIA ZHOU</a:t>
            </a:r>
            <a:r>
              <a:rPr lang="en" sz="1400">
                <a:solidFill>
                  <a:srgbClr val="000000"/>
                </a:solidFill>
              </a:rPr>
              <a:t>, Tsinghua University, China</a:t>
            </a:r>
            <a:endParaRPr sz="1400">
              <a:solidFill>
                <a:srgbClr val="000000"/>
              </a:solidFill>
            </a:endParaRPr>
          </a:p>
          <a:p>
            <a:pPr indent="0" lvl="0" marL="0" rtl="0" algn="ctr">
              <a:spcBef>
                <a:spcPts val="0"/>
              </a:spcBef>
              <a:spcAft>
                <a:spcPts val="0"/>
              </a:spcAft>
              <a:buNone/>
            </a:pPr>
            <a:r>
              <a:rPr b="1" lang="en" sz="1400">
                <a:solidFill>
                  <a:srgbClr val="000000"/>
                </a:solidFill>
              </a:rPr>
              <a:t>YUYAO ZHANG</a:t>
            </a:r>
            <a:r>
              <a:rPr lang="en" sz="1400">
                <a:solidFill>
                  <a:srgbClr val="000000"/>
                </a:solidFill>
              </a:rPr>
              <a:t> and </a:t>
            </a:r>
            <a:r>
              <a:rPr b="1" lang="en" sz="1400">
                <a:solidFill>
                  <a:srgbClr val="000000"/>
                </a:solidFill>
              </a:rPr>
              <a:t>PEITIAN ZHANG</a:t>
            </a:r>
            <a:r>
              <a:rPr lang="en" sz="1400">
                <a:solidFill>
                  <a:srgbClr val="000000"/>
                </a:solidFill>
              </a:rPr>
              <a:t>, Renmin University of China, China</a:t>
            </a:r>
            <a:endParaRPr sz="1400">
              <a:solidFill>
                <a:srgbClr val="000000"/>
              </a:solidFill>
            </a:endParaRPr>
          </a:p>
          <a:p>
            <a:pPr indent="0" lvl="0" marL="0" rtl="0" algn="ctr">
              <a:spcBef>
                <a:spcPts val="0"/>
              </a:spcBef>
              <a:spcAft>
                <a:spcPts val="0"/>
              </a:spcAft>
              <a:buNone/>
            </a:pPr>
            <a:r>
              <a:rPr b="1" lang="en" sz="1400">
                <a:solidFill>
                  <a:srgbClr val="000000"/>
                </a:solidFill>
              </a:rPr>
              <a:t>YUTAO ZHU</a:t>
            </a:r>
            <a:r>
              <a:rPr lang="en" sz="1400">
                <a:solidFill>
                  <a:srgbClr val="000000"/>
                </a:solidFill>
              </a:rPr>
              <a:t> and</a:t>
            </a:r>
            <a:r>
              <a:rPr b="1" lang="en" sz="1400">
                <a:solidFill>
                  <a:srgbClr val="000000"/>
                </a:solidFill>
              </a:rPr>
              <a:t> ZHICHENG DOU</a:t>
            </a:r>
            <a:r>
              <a:rPr lang="en" sz="1400">
                <a:solidFill>
                  <a:srgbClr val="000000"/>
                </a:solidFill>
              </a:rPr>
              <a:t>∗, Renmin University of China, China</a:t>
            </a:r>
            <a:endParaRPr sz="1400">
              <a:solidFill>
                <a:srgbClr val="000000"/>
              </a:solidFill>
            </a:endParaRPr>
          </a:p>
          <a:p>
            <a:pPr indent="0" lvl="0" marL="0" rtl="0" algn="ctr">
              <a:spcBef>
                <a:spcPts val="0"/>
              </a:spcBef>
              <a:spcAft>
                <a:spcPts val="0"/>
              </a:spcAft>
              <a:buNone/>
            </a:pPr>
            <a:r>
              <a:t/>
            </a:r>
            <a:endParaRPr>
              <a:solidFill>
                <a:srgbClr val="000000"/>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6" name="Shape 1216"/>
        <p:cNvGrpSpPr/>
        <p:nvPr/>
      </p:nvGrpSpPr>
      <p:grpSpPr>
        <a:xfrm>
          <a:off x="0" y="0"/>
          <a:ext cx="0" cy="0"/>
          <a:chOff x="0" y="0"/>
          <a:chExt cx="0" cy="0"/>
        </a:xfrm>
      </p:grpSpPr>
      <p:sp>
        <p:nvSpPr>
          <p:cNvPr id="1217" name="Google Shape;1217;p42"/>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Table of contents</a:t>
            </a:r>
            <a:endParaRPr/>
          </a:p>
        </p:txBody>
      </p:sp>
      <p:sp>
        <p:nvSpPr>
          <p:cNvPr id="1218" name="Google Shape;1218;p42"/>
          <p:cNvSpPr txBox="1"/>
          <p:nvPr>
            <p:ph idx="2" type="subTitle"/>
          </p:nvPr>
        </p:nvSpPr>
        <p:spPr>
          <a:xfrm>
            <a:off x="552211" y="3915925"/>
            <a:ext cx="2558400" cy="5760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You can describe the topic of the section here</a:t>
            </a:r>
            <a:endParaRPr/>
          </a:p>
        </p:txBody>
      </p:sp>
      <p:sp>
        <p:nvSpPr>
          <p:cNvPr id="1219" name="Google Shape;1219;p42"/>
          <p:cNvSpPr txBox="1"/>
          <p:nvPr>
            <p:ph idx="1" type="subTitle"/>
          </p:nvPr>
        </p:nvSpPr>
        <p:spPr>
          <a:xfrm>
            <a:off x="552211" y="2214947"/>
            <a:ext cx="25584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You can describe the topic of the section here</a:t>
            </a:r>
            <a:endParaRPr/>
          </a:p>
        </p:txBody>
      </p:sp>
      <p:sp>
        <p:nvSpPr>
          <p:cNvPr id="1220" name="Google Shape;1220;p42"/>
          <p:cNvSpPr txBox="1"/>
          <p:nvPr>
            <p:ph idx="3" type="subTitle"/>
          </p:nvPr>
        </p:nvSpPr>
        <p:spPr>
          <a:xfrm>
            <a:off x="6033389" y="2181297"/>
            <a:ext cx="25584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You can describe the topic of the section here</a:t>
            </a:r>
            <a:endParaRPr/>
          </a:p>
        </p:txBody>
      </p:sp>
      <p:sp>
        <p:nvSpPr>
          <p:cNvPr id="1221" name="Google Shape;1221;p42"/>
          <p:cNvSpPr txBox="1"/>
          <p:nvPr>
            <p:ph idx="4" type="subTitle"/>
          </p:nvPr>
        </p:nvSpPr>
        <p:spPr>
          <a:xfrm>
            <a:off x="6033389" y="3917577"/>
            <a:ext cx="25584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You can describe the topic of the section here</a:t>
            </a:r>
            <a:endParaRPr/>
          </a:p>
        </p:txBody>
      </p:sp>
      <p:sp>
        <p:nvSpPr>
          <p:cNvPr id="1222" name="Google Shape;1222;p42"/>
          <p:cNvSpPr txBox="1"/>
          <p:nvPr>
            <p:ph idx="5" type="title"/>
          </p:nvPr>
        </p:nvSpPr>
        <p:spPr>
          <a:xfrm>
            <a:off x="552211" y="1292000"/>
            <a:ext cx="2558400" cy="5286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01</a:t>
            </a:r>
            <a:endParaRPr/>
          </a:p>
        </p:txBody>
      </p:sp>
      <p:sp>
        <p:nvSpPr>
          <p:cNvPr id="1223" name="Google Shape;1223;p42"/>
          <p:cNvSpPr txBox="1"/>
          <p:nvPr>
            <p:ph idx="6" type="title"/>
          </p:nvPr>
        </p:nvSpPr>
        <p:spPr>
          <a:xfrm>
            <a:off x="552211" y="2994475"/>
            <a:ext cx="2558400" cy="528600"/>
          </a:xfrm>
          <a:prstGeom prst="rect">
            <a:avLst/>
          </a:prstGeom>
          <a:solidFill>
            <a:srgbClr val="4A86E8"/>
          </a:solidFill>
        </p:spPr>
        <p:txBody>
          <a:bodyPr anchorCtr="0" anchor="ctr" bIns="91425" lIns="91425" spcFirstLastPara="1" rIns="91425" wrap="square" tIns="91425">
            <a:noAutofit/>
          </a:bodyPr>
          <a:lstStyle/>
          <a:p>
            <a:pPr indent="0" lvl="0" marL="0" rtl="0" algn="ctr">
              <a:spcBef>
                <a:spcPts val="0"/>
              </a:spcBef>
              <a:spcAft>
                <a:spcPts val="0"/>
              </a:spcAft>
              <a:buNone/>
            </a:pPr>
            <a:r>
              <a:rPr lang="en"/>
              <a:t>04</a:t>
            </a:r>
            <a:endParaRPr/>
          </a:p>
        </p:txBody>
      </p:sp>
      <p:sp>
        <p:nvSpPr>
          <p:cNvPr id="1224" name="Google Shape;1224;p42"/>
          <p:cNvSpPr txBox="1"/>
          <p:nvPr>
            <p:ph idx="7" type="title"/>
          </p:nvPr>
        </p:nvSpPr>
        <p:spPr>
          <a:xfrm>
            <a:off x="6033389" y="1292000"/>
            <a:ext cx="2558400" cy="528600"/>
          </a:xfrm>
          <a:prstGeom prst="rect">
            <a:avLst/>
          </a:prstGeom>
          <a:solidFill>
            <a:schemeClr val="lt2"/>
          </a:solidFill>
        </p:spPr>
        <p:txBody>
          <a:bodyPr anchorCtr="0" anchor="ctr" bIns="91425" lIns="91425" spcFirstLastPara="1" rIns="91425" wrap="square" tIns="91425">
            <a:noAutofit/>
          </a:bodyPr>
          <a:lstStyle/>
          <a:p>
            <a:pPr indent="0" lvl="0" marL="0" rtl="0" algn="ctr">
              <a:spcBef>
                <a:spcPts val="0"/>
              </a:spcBef>
              <a:spcAft>
                <a:spcPts val="0"/>
              </a:spcAft>
              <a:buNone/>
            </a:pPr>
            <a:r>
              <a:rPr lang="en"/>
              <a:t>03</a:t>
            </a:r>
            <a:endParaRPr/>
          </a:p>
        </p:txBody>
      </p:sp>
      <p:sp>
        <p:nvSpPr>
          <p:cNvPr id="1225" name="Google Shape;1225;p42"/>
          <p:cNvSpPr txBox="1"/>
          <p:nvPr>
            <p:ph idx="8" type="title"/>
          </p:nvPr>
        </p:nvSpPr>
        <p:spPr>
          <a:xfrm>
            <a:off x="6033389" y="2994475"/>
            <a:ext cx="2558400" cy="5286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05</a:t>
            </a:r>
            <a:endParaRPr/>
          </a:p>
        </p:txBody>
      </p:sp>
      <p:sp>
        <p:nvSpPr>
          <p:cNvPr id="1226" name="Google Shape;1226;p42"/>
          <p:cNvSpPr txBox="1"/>
          <p:nvPr>
            <p:ph idx="9" type="subTitle"/>
          </p:nvPr>
        </p:nvSpPr>
        <p:spPr>
          <a:xfrm>
            <a:off x="552200" y="1896650"/>
            <a:ext cx="2558400" cy="3945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Introduction</a:t>
            </a:r>
            <a:endParaRPr/>
          </a:p>
        </p:txBody>
      </p:sp>
      <p:sp>
        <p:nvSpPr>
          <p:cNvPr id="1227" name="Google Shape;1227;p42"/>
          <p:cNvSpPr txBox="1"/>
          <p:nvPr>
            <p:ph idx="13" type="subTitle"/>
          </p:nvPr>
        </p:nvSpPr>
        <p:spPr>
          <a:xfrm>
            <a:off x="6033389" y="1896648"/>
            <a:ext cx="2558400" cy="3945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Experiments</a:t>
            </a:r>
            <a:endParaRPr/>
          </a:p>
        </p:txBody>
      </p:sp>
      <p:sp>
        <p:nvSpPr>
          <p:cNvPr id="1228" name="Google Shape;1228;p42"/>
          <p:cNvSpPr txBox="1"/>
          <p:nvPr>
            <p:ph idx="14" type="subTitle"/>
          </p:nvPr>
        </p:nvSpPr>
        <p:spPr>
          <a:xfrm>
            <a:off x="552211" y="3599279"/>
            <a:ext cx="2558400" cy="3945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Discussion</a:t>
            </a:r>
            <a:endParaRPr/>
          </a:p>
        </p:txBody>
      </p:sp>
      <p:sp>
        <p:nvSpPr>
          <p:cNvPr id="1229" name="Google Shape;1229;p42"/>
          <p:cNvSpPr txBox="1"/>
          <p:nvPr>
            <p:ph idx="15" type="subTitle"/>
          </p:nvPr>
        </p:nvSpPr>
        <p:spPr>
          <a:xfrm>
            <a:off x="6033389" y="3599279"/>
            <a:ext cx="2558400" cy="3945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Conclusion</a:t>
            </a:r>
            <a:endParaRPr/>
          </a:p>
        </p:txBody>
      </p:sp>
      <p:sp>
        <p:nvSpPr>
          <p:cNvPr id="1230" name="Google Shape;1230;p42"/>
          <p:cNvSpPr txBox="1"/>
          <p:nvPr>
            <p:ph idx="5" type="title"/>
          </p:nvPr>
        </p:nvSpPr>
        <p:spPr>
          <a:xfrm>
            <a:off x="3292811" y="1292000"/>
            <a:ext cx="2558400" cy="528600"/>
          </a:xfrm>
          <a:prstGeom prst="rect">
            <a:avLst/>
          </a:prstGeom>
          <a:solidFill>
            <a:srgbClr val="CFD9E0"/>
          </a:solidFill>
        </p:spPr>
        <p:txBody>
          <a:bodyPr anchorCtr="0" anchor="ctr" bIns="91425" lIns="91425" spcFirstLastPara="1" rIns="91425" wrap="square" tIns="91425">
            <a:noAutofit/>
          </a:bodyPr>
          <a:lstStyle/>
          <a:p>
            <a:pPr indent="0" lvl="0" marL="0" rtl="0" algn="ctr">
              <a:spcBef>
                <a:spcPts val="0"/>
              </a:spcBef>
              <a:spcAft>
                <a:spcPts val="0"/>
              </a:spcAft>
              <a:buNone/>
            </a:pPr>
            <a:r>
              <a:rPr lang="en"/>
              <a:t>02</a:t>
            </a:r>
            <a:endParaRPr/>
          </a:p>
        </p:txBody>
      </p:sp>
      <p:sp>
        <p:nvSpPr>
          <p:cNvPr id="1231" name="Google Shape;1231;p42"/>
          <p:cNvSpPr txBox="1"/>
          <p:nvPr>
            <p:ph idx="3" type="subTitle"/>
          </p:nvPr>
        </p:nvSpPr>
        <p:spPr>
          <a:xfrm>
            <a:off x="3292789" y="2181297"/>
            <a:ext cx="25584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You can describe the topic of the section here</a:t>
            </a:r>
            <a:endParaRPr/>
          </a:p>
        </p:txBody>
      </p:sp>
      <p:sp>
        <p:nvSpPr>
          <p:cNvPr id="1232" name="Google Shape;1232;p42"/>
          <p:cNvSpPr txBox="1"/>
          <p:nvPr>
            <p:ph idx="13" type="subTitle"/>
          </p:nvPr>
        </p:nvSpPr>
        <p:spPr>
          <a:xfrm>
            <a:off x="3292789" y="1896648"/>
            <a:ext cx="2558400" cy="3945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Methods</a:t>
            </a:r>
            <a:endParaRPr/>
          </a:p>
        </p:txBody>
      </p:sp>
      <p:grpSp>
        <p:nvGrpSpPr>
          <p:cNvPr id="1233" name="Google Shape;1233;p42"/>
          <p:cNvGrpSpPr/>
          <p:nvPr/>
        </p:nvGrpSpPr>
        <p:grpSpPr>
          <a:xfrm flipH="1">
            <a:off x="4033657" y="2994482"/>
            <a:ext cx="1076683" cy="1070506"/>
            <a:chOff x="3229007" y="1118707"/>
            <a:chExt cx="1076683" cy="1070506"/>
          </a:xfrm>
        </p:grpSpPr>
        <p:sp>
          <p:nvSpPr>
            <p:cNvPr id="1234" name="Google Shape;1234;p42"/>
            <p:cNvSpPr/>
            <p:nvPr/>
          </p:nvSpPr>
          <p:spPr>
            <a:xfrm flipH="1">
              <a:off x="3229007" y="1118707"/>
              <a:ext cx="1076675" cy="1070506"/>
            </a:xfrm>
            <a:custGeom>
              <a:rect b="b" l="l" r="r" t="t"/>
              <a:pathLst>
                <a:path extrusionOk="0" h="24987" w="25131">
                  <a:moveTo>
                    <a:pt x="15533" y="0"/>
                  </a:moveTo>
                  <a:cubicBezTo>
                    <a:pt x="15375" y="0"/>
                    <a:pt x="15183" y="8"/>
                    <a:pt x="14954" y="27"/>
                  </a:cubicBezTo>
                  <a:cubicBezTo>
                    <a:pt x="12922" y="197"/>
                    <a:pt x="10164" y="1200"/>
                    <a:pt x="9082" y="3526"/>
                  </a:cubicBezTo>
                  <a:cubicBezTo>
                    <a:pt x="7569" y="6803"/>
                    <a:pt x="9443" y="9306"/>
                    <a:pt x="9738" y="9666"/>
                  </a:cubicBezTo>
                  <a:cubicBezTo>
                    <a:pt x="10570" y="10741"/>
                    <a:pt x="10747" y="11612"/>
                    <a:pt x="10144" y="12379"/>
                  </a:cubicBezTo>
                  <a:cubicBezTo>
                    <a:pt x="9563" y="13115"/>
                    <a:pt x="8607" y="13426"/>
                    <a:pt x="7475" y="13426"/>
                  </a:cubicBezTo>
                  <a:cubicBezTo>
                    <a:pt x="6743" y="13426"/>
                    <a:pt x="5937" y="13296"/>
                    <a:pt x="5111" y="13067"/>
                  </a:cubicBezTo>
                  <a:cubicBezTo>
                    <a:pt x="3001" y="12490"/>
                    <a:pt x="2661" y="12038"/>
                    <a:pt x="2182" y="11580"/>
                  </a:cubicBezTo>
                  <a:cubicBezTo>
                    <a:pt x="1946" y="11356"/>
                    <a:pt x="1728" y="11238"/>
                    <a:pt x="1530" y="11238"/>
                  </a:cubicBezTo>
                  <a:cubicBezTo>
                    <a:pt x="857" y="11238"/>
                    <a:pt x="406" y="12590"/>
                    <a:pt x="229" y="15747"/>
                  </a:cubicBezTo>
                  <a:cubicBezTo>
                    <a:pt x="0" y="19777"/>
                    <a:pt x="1055" y="22267"/>
                    <a:pt x="4377" y="23814"/>
                  </a:cubicBezTo>
                  <a:cubicBezTo>
                    <a:pt x="6242" y="24680"/>
                    <a:pt x="9285" y="24987"/>
                    <a:pt x="12384" y="24987"/>
                  </a:cubicBezTo>
                  <a:cubicBezTo>
                    <a:pt x="14817" y="24987"/>
                    <a:pt x="17286" y="24798"/>
                    <a:pt x="19246" y="24541"/>
                  </a:cubicBezTo>
                  <a:cubicBezTo>
                    <a:pt x="24056" y="23912"/>
                    <a:pt x="25130" y="20911"/>
                    <a:pt x="24678" y="18191"/>
                  </a:cubicBezTo>
                  <a:cubicBezTo>
                    <a:pt x="24331" y="16108"/>
                    <a:pt x="22063" y="14306"/>
                    <a:pt x="20052" y="13382"/>
                  </a:cubicBezTo>
                  <a:cubicBezTo>
                    <a:pt x="18833" y="12825"/>
                    <a:pt x="18335" y="12215"/>
                    <a:pt x="18237" y="11593"/>
                  </a:cubicBezTo>
                  <a:cubicBezTo>
                    <a:pt x="18158" y="11114"/>
                    <a:pt x="18387" y="10669"/>
                    <a:pt x="18525" y="10446"/>
                  </a:cubicBezTo>
                  <a:cubicBezTo>
                    <a:pt x="18820" y="10086"/>
                    <a:pt x="19075" y="9699"/>
                    <a:pt x="19292" y="9293"/>
                  </a:cubicBezTo>
                  <a:cubicBezTo>
                    <a:pt x="19309" y="9294"/>
                    <a:pt x="19325" y="9295"/>
                    <a:pt x="19341" y="9295"/>
                  </a:cubicBezTo>
                  <a:cubicBezTo>
                    <a:pt x="19701" y="9295"/>
                    <a:pt x="19846" y="9005"/>
                    <a:pt x="20524" y="9005"/>
                  </a:cubicBezTo>
                  <a:cubicBezTo>
                    <a:pt x="20633" y="9005"/>
                    <a:pt x="20757" y="9013"/>
                    <a:pt x="20897" y="9031"/>
                  </a:cubicBezTo>
                  <a:cubicBezTo>
                    <a:pt x="21835" y="9151"/>
                    <a:pt x="22534" y="9464"/>
                    <a:pt x="22847" y="9464"/>
                  </a:cubicBezTo>
                  <a:cubicBezTo>
                    <a:pt x="22925" y="9464"/>
                    <a:pt x="22980" y="9445"/>
                    <a:pt x="23007" y="9398"/>
                  </a:cubicBezTo>
                  <a:cubicBezTo>
                    <a:pt x="23145" y="9155"/>
                    <a:pt x="22693" y="8343"/>
                    <a:pt x="22005" y="7982"/>
                  </a:cubicBezTo>
                  <a:cubicBezTo>
                    <a:pt x="22005" y="7982"/>
                    <a:pt x="22037" y="7962"/>
                    <a:pt x="22090" y="7930"/>
                  </a:cubicBezTo>
                  <a:lnTo>
                    <a:pt x="22142" y="7904"/>
                  </a:lnTo>
                  <a:lnTo>
                    <a:pt x="22149" y="7904"/>
                  </a:lnTo>
                  <a:lnTo>
                    <a:pt x="22201" y="7864"/>
                  </a:lnTo>
                  <a:lnTo>
                    <a:pt x="22214" y="7858"/>
                  </a:lnTo>
                  <a:lnTo>
                    <a:pt x="22280" y="7812"/>
                  </a:lnTo>
                  <a:lnTo>
                    <a:pt x="22293" y="7805"/>
                  </a:lnTo>
                  <a:cubicBezTo>
                    <a:pt x="22312" y="7786"/>
                    <a:pt x="22339" y="7772"/>
                    <a:pt x="22365" y="7753"/>
                  </a:cubicBezTo>
                  <a:lnTo>
                    <a:pt x="22371" y="7746"/>
                  </a:lnTo>
                  <a:lnTo>
                    <a:pt x="22444" y="7694"/>
                  </a:lnTo>
                  <a:lnTo>
                    <a:pt x="22457" y="7681"/>
                  </a:lnTo>
                  <a:cubicBezTo>
                    <a:pt x="22483" y="7655"/>
                    <a:pt x="22509" y="7635"/>
                    <a:pt x="22535" y="7615"/>
                  </a:cubicBezTo>
                  <a:lnTo>
                    <a:pt x="22555" y="7596"/>
                  </a:lnTo>
                  <a:cubicBezTo>
                    <a:pt x="22581" y="7569"/>
                    <a:pt x="22614" y="7550"/>
                    <a:pt x="22640" y="7523"/>
                  </a:cubicBezTo>
                  <a:lnTo>
                    <a:pt x="22653" y="7504"/>
                  </a:lnTo>
                  <a:cubicBezTo>
                    <a:pt x="22679" y="7484"/>
                    <a:pt x="22712" y="7458"/>
                    <a:pt x="22738" y="7425"/>
                  </a:cubicBezTo>
                  <a:lnTo>
                    <a:pt x="22752" y="7412"/>
                  </a:lnTo>
                  <a:cubicBezTo>
                    <a:pt x="22778" y="7386"/>
                    <a:pt x="22811" y="7353"/>
                    <a:pt x="22837" y="7320"/>
                  </a:cubicBezTo>
                  <a:lnTo>
                    <a:pt x="22856" y="7301"/>
                  </a:lnTo>
                  <a:cubicBezTo>
                    <a:pt x="22889" y="7268"/>
                    <a:pt x="22915" y="7235"/>
                    <a:pt x="22948" y="7202"/>
                  </a:cubicBezTo>
                  <a:lnTo>
                    <a:pt x="22961" y="7176"/>
                  </a:lnTo>
                  <a:cubicBezTo>
                    <a:pt x="22994" y="7143"/>
                    <a:pt x="23027" y="7104"/>
                    <a:pt x="23053" y="7065"/>
                  </a:cubicBezTo>
                  <a:lnTo>
                    <a:pt x="23066" y="7052"/>
                  </a:lnTo>
                  <a:cubicBezTo>
                    <a:pt x="23092" y="7012"/>
                    <a:pt x="23118" y="6973"/>
                    <a:pt x="23145" y="6934"/>
                  </a:cubicBezTo>
                  <a:lnTo>
                    <a:pt x="23158" y="6914"/>
                  </a:lnTo>
                  <a:cubicBezTo>
                    <a:pt x="23184" y="6875"/>
                    <a:pt x="23217" y="6829"/>
                    <a:pt x="23243" y="6783"/>
                  </a:cubicBezTo>
                  <a:cubicBezTo>
                    <a:pt x="23243" y="6776"/>
                    <a:pt x="23250" y="6770"/>
                    <a:pt x="23256" y="6757"/>
                  </a:cubicBezTo>
                  <a:cubicBezTo>
                    <a:pt x="23282" y="6711"/>
                    <a:pt x="23309" y="6665"/>
                    <a:pt x="23341" y="6619"/>
                  </a:cubicBezTo>
                  <a:cubicBezTo>
                    <a:pt x="23341" y="6613"/>
                    <a:pt x="23348" y="6600"/>
                    <a:pt x="23354" y="6593"/>
                  </a:cubicBezTo>
                  <a:cubicBezTo>
                    <a:pt x="23381" y="6541"/>
                    <a:pt x="23407" y="6488"/>
                    <a:pt x="23433" y="6436"/>
                  </a:cubicBezTo>
                  <a:cubicBezTo>
                    <a:pt x="23851" y="5563"/>
                    <a:pt x="23846" y="4821"/>
                    <a:pt x="23393" y="4821"/>
                  </a:cubicBezTo>
                  <a:cubicBezTo>
                    <a:pt x="23271" y="4821"/>
                    <a:pt x="23116" y="4875"/>
                    <a:pt x="22928" y="4994"/>
                  </a:cubicBezTo>
                  <a:cubicBezTo>
                    <a:pt x="22447" y="5297"/>
                    <a:pt x="21859" y="5552"/>
                    <a:pt x="21227" y="5552"/>
                  </a:cubicBezTo>
                  <a:cubicBezTo>
                    <a:pt x="20698" y="5552"/>
                    <a:pt x="20139" y="5373"/>
                    <a:pt x="19587" y="4896"/>
                  </a:cubicBezTo>
                  <a:cubicBezTo>
                    <a:pt x="19357" y="3808"/>
                    <a:pt x="18735" y="2838"/>
                    <a:pt x="17830" y="2183"/>
                  </a:cubicBezTo>
                  <a:cubicBezTo>
                    <a:pt x="17830" y="2183"/>
                    <a:pt x="19259" y="1691"/>
                    <a:pt x="18695" y="1305"/>
                  </a:cubicBezTo>
                  <a:cubicBezTo>
                    <a:pt x="18501" y="1168"/>
                    <a:pt x="18209" y="1123"/>
                    <a:pt x="17912" y="1123"/>
                  </a:cubicBezTo>
                  <a:cubicBezTo>
                    <a:pt x="17357" y="1123"/>
                    <a:pt x="16782" y="1279"/>
                    <a:pt x="16782" y="1279"/>
                  </a:cubicBezTo>
                  <a:cubicBezTo>
                    <a:pt x="16782" y="1279"/>
                    <a:pt x="18348" y="735"/>
                    <a:pt x="17765" y="512"/>
                  </a:cubicBezTo>
                  <a:cubicBezTo>
                    <a:pt x="17564" y="434"/>
                    <a:pt x="17296" y="408"/>
                    <a:pt x="17029" y="408"/>
                  </a:cubicBezTo>
                  <a:cubicBezTo>
                    <a:pt x="16510" y="408"/>
                    <a:pt x="15996" y="505"/>
                    <a:pt x="15996" y="505"/>
                  </a:cubicBezTo>
                  <a:cubicBezTo>
                    <a:pt x="15996" y="505"/>
                    <a:pt x="16774" y="0"/>
                    <a:pt x="15533" y="0"/>
                  </a:cubicBezTo>
                  <a:close/>
                </a:path>
              </a:pathLst>
            </a:custGeom>
            <a:solidFill>
              <a:schemeClr val="dk1"/>
            </a:solidFill>
            <a:ln cap="flat" cmpd="sng" w="1143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5" name="Google Shape;1235;p42"/>
            <p:cNvSpPr/>
            <p:nvPr/>
          </p:nvSpPr>
          <p:spPr>
            <a:xfrm flipH="1">
              <a:off x="3229015" y="1118707"/>
              <a:ext cx="1076675" cy="1070506"/>
            </a:xfrm>
            <a:custGeom>
              <a:rect b="b" l="l" r="r" t="t"/>
              <a:pathLst>
                <a:path extrusionOk="0" h="24987" w="25131">
                  <a:moveTo>
                    <a:pt x="15533" y="0"/>
                  </a:moveTo>
                  <a:cubicBezTo>
                    <a:pt x="15375" y="0"/>
                    <a:pt x="15184" y="8"/>
                    <a:pt x="14954" y="27"/>
                  </a:cubicBezTo>
                  <a:cubicBezTo>
                    <a:pt x="12923" y="197"/>
                    <a:pt x="10164" y="1200"/>
                    <a:pt x="9083" y="3533"/>
                  </a:cubicBezTo>
                  <a:cubicBezTo>
                    <a:pt x="7569" y="6809"/>
                    <a:pt x="9443" y="9306"/>
                    <a:pt x="9738" y="9666"/>
                  </a:cubicBezTo>
                  <a:cubicBezTo>
                    <a:pt x="10570" y="10741"/>
                    <a:pt x="10747" y="11619"/>
                    <a:pt x="10144" y="12379"/>
                  </a:cubicBezTo>
                  <a:cubicBezTo>
                    <a:pt x="9562" y="13117"/>
                    <a:pt x="8605" y="13428"/>
                    <a:pt x="7470" y="13428"/>
                  </a:cubicBezTo>
                  <a:cubicBezTo>
                    <a:pt x="6741" y="13428"/>
                    <a:pt x="5937" y="13299"/>
                    <a:pt x="5112" y="13074"/>
                  </a:cubicBezTo>
                  <a:cubicBezTo>
                    <a:pt x="3008" y="12490"/>
                    <a:pt x="2661" y="12038"/>
                    <a:pt x="2189" y="11580"/>
                  </a:cubicBezTo>
                  <a:cubicBezTo>
                    <a:pt x="1953" y="11356"/>
                    <a:pt x="1735" y="11238"/>
                    <a:pt x="1536" y="11238"/>
                  </a:cubicBezTo>
                  <a:cubicBezTo>
                    <a:pt x="861" y="11238"/>
                    <a:pt x="407" y="12590"/>
                    <a:pt x="230" y="15747"/>
                  </a:cubicBezTo>
                  <a:cubicBezTo>
                    <a:pt x="0" y="19777"/>
                    <a:pt x="1055" y="22274"/>
                    <a:pt x="4384" y="23814"/>
                  </a:cubicBezTo>
                  <a:cubicBezTo>
                    <a:pt x="6245" y="24680"/>
                    <a:pt x="9286" y="24987"/>
                    <a:pt x="12384" y="24987"/>
                  </a:cubicBezTo>
                  <a:cubicBezTo>
                    <a:pt x="14818" y="24987"/>
                    <a:pt x="17286" y="24798"/>
                    <a:pt x="19246" y="24541"/>
                  </a:cubicBezTo>
                  <a:cubicBezTo>
                    <a:pt x="24056" y="23912"/>
                    <a:pt x="25130" y="20911"/>
                    <a:pt x="24678" y="18191"/>
                  </a:cubicBezTo>
                  <a:cubicBezTo>
                    <a:pt x="24331" y="16108"/>
                    <a:pt x="22064" y="14306"/>
                    <a:pt x="20052" y="13382"/>
                  </a:cubicBezTo>
                  <a:cubicBezTo>
                    <a:pt x="18833" y="12825"/>
                    <a:pt x="18335" y="12215"/>
                    <a:pt x="18237" y="11593"/>
                  </a:cubicBezTo>
                  <a:cubicBezTo>
                    <a:pt x="18158" y="11114"/>
                    <a:pt x="18388" y="10669"/>
                    <a:pt x="18525" y="10446"/>
                  </a:cubicBezTo>
                  <a:cubicBezTo>
                    <a:pt x="20150" y="8467"/>
                    <a:pt x="19941" y="6724"/>
                    <a:pt x="19606" y="4968"/>
                  </a:cubicBezTo>
                  <a:cubicBezTo>
                    <a:pt x="19390" y="3847"/>
                    <a:pt x="18761" y="2851"/>
                    <a:pt x="17837" y="2183"/>
                  </a:cubicBezTo>
                  <a:cubicBezTo>
                    <a:pt x="17837" y="2183"/>
                    <a:pt x="19259" y="1691"/>
                    <a:pt x="18702" y="1305"/>
                  </a:cubicBezTo>
                  <a:cubicBezTo>
                    <a:pt x="18506" y="1168"/>
                    <a:pt x="18212" y="1123"/>
                    <a:pt x="17914" y="1123"/>
                  </a:cubicBezTo>
                  <a:cubicBezTo>
                    <a:pt x="17357" y="1123"/>
                    <a:pt x="16782" y="1279"/>
                    <a:pt x="16782" y="1279"/>
                  </a:cubicBezTo>
                  <a:cubicBezTo>
                    <a:pt x="16782" y="1279"/>
                    <a:pt x="18348" y="735"/>
                    <a:pt x="17765" y="512"/>
                  </a:cubicBezTo>
                  <a:cubicBezTo>
                    <a:pt x="17567" y="434"/>
                    <a:pt x="17299" y="408"/>
                    <a:pt x="17032" y="408"/>
                  </a:cubicBezTo>
                  <a:cubicBezTo>
                    <a:pt x="16513" y="408"/>
                    <a:pt x="15996" y="505"/>
                    <a:pt x="15996" y="505"/>
                  </a:cubicBezTo>
                  <a:cubicBezTo>
                    <a:pt x="15996" y="505"/>
                    <a:pt x="16774" y="0"/>
                    <a:pt x="15533"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6" name="Google Shape;1236;p42"/>
            <p:cNvSpPr/>
            <p:nvPr/>
          </p:nvSpPr>
          <p:spPr>
            <a:xfrm flipH="1">
              <a:off x="3283753" y="1325212"/>
              <a:ext cx="230535" cy="199003"/>
            </a:xfrm>
            <a:custGeom>
              <a:rect b="b" l="l" r="r" t="t"/>
              <a:pathLst>
                <a:path extrusionOk="0" h="4645" w="5381">
                  <a:moveTo>
                    <a:pt x="4927" y="1"/>
                  </a:moveTo>
                  <a:cubicBezTo>
                    <a:pt x="4805" y="1"/>
                    <a:pt x="4651" y="55"/>
                    <a:pt x="4463" y="174"/>
                  </a:cubicBezTo>
                  <a:cubicBezTo>
                    <a:pt x="3982" y="477"/>
                    <a:pt x="3391" y="732"/>
                    <a:pt x="2758" y="732"/>
                  </a:cubicBezTo>
                  <a:cubicBezTo>
                    <a:pt x="2228" y="732"/>
                    <a:pt x="1667" y="553"/>
                    <a:pt x="1115" y="76"/>
                  </a:cubicBezTo>
                  <a:cubicBezTo>
                    <a:pt x="1115" y="76"/>
                    <a:pt x="1108" y="75"/>
                    <a:pt x="1097" y="75"/>
                  </a:cubicBezTo>
                  <a:cubicBezTo>
                    <a:pt x="990" y="75"/>
                    <a:pt x="430" y="108"/>
                    <a:pt x="400" y="777"/>
                  </a:cubicBezTo>
                  <a:cubicBezTo>
                    <a:pt x="361" y="1511"/>
                    <a:pt x="617" y="1760"/>
                    <a:pt x="368" y="2395"/>
                  </a:cubicBezTo>
                  <a:cubicBezTo>
                    <a:pt x="112" y="3031"/>
                    <a:pt x="138" y="3280"/>
                    <a:pt x="407" y="3457"/>
                  </a:cubicBezTo>
                  <a:cubicBezTo>
                    <a:pt x="407" y="3457"/>
                    <a:pt x="1" y="4256"/>
                    <a:pt x="630" y="4440"/>
                  </a:cubicBezTo>
                  <a:cubicBezTo>
                    <a:pt x="719" y="4465"/>
                    <a:pt x="795" y="4475"/>
                    <a:pt x="863" y="4475"/>
                  </a:cubicBezTo>
                  <a:cubicBezTo>
                    <a:pt x="1225" y="4475"/>
                    <a:pt x="1373" y="4184"/>
                    <a:pt x="2047" y="4184"/>
                  </a:cubicBezTo>
                  <a:cubicBezTo>
                    <a:pt x="2158" y="4184"/>
                    <a:pt x="2283" y="4192"/>
                    <a:pt x="2425" y="4211"/>
                  </a:cubicBezTo>
                  <a:cubicBezTo>
                    <a:pt x="3363" y="4331"/>
                    <a:pt x="4063" y="4644"/>
                    <a:pt x="4375" y="4644"/>
                  </a:cubicBezTo>
                  <a:cubicBezTo>
                    <a:pt x="4454" y="4644"/>
                    <a:pt x="4508" y="4625"/>
                    <a:pt x="4535" y="4578"/>
                  </a:cubicBezTo>
                  <a:cubicBezTo>
                    <a:pt x="4673" y="4335"/>
                    <a:pt x="4221" y="3523"/>
                    <a:pt x="3533" y="3162"/>
                  </a:cubicBezTo>
                  <a:cubicBezTo>
                    <a:pt x="4155" y="2808"/>
                    <a:pt x="4660" y="2271"/>
                    <a:pt x="4968" y="1616"/>
                  </a:cubicBezTo>
                  <a:cubicBezTo>
                    <a:pt x="5381" y="743"/>
                    <a:pt x="5379" y="1"/>
                    <a:pt x="492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7" name="Google Shape;1237;p42"/>
            <p:cNvSpPr/>
            <p:nvPr/>
          </p:nvSpPr>
          <p:spPr>
            <a:xfrm flipH="1">
              <a:off x="3518746" y="1269644"/>
              <a:ext cx="71890" cy="96781"/>
            </a:xfrm>
            <a:custGeom>
              <a:rect b="b" l="l" r="r" t="t"/>
              <a:pathLst>
                <a:path extrusionOk="0" h="2259" w="1678">
                  <a:moveTo>
                    <a:pt x="640" y="0"/>
                  </a:moveTo>
                  <a:cubicBezTo>
                    <a:pt x="601" y="0"/>
                    <a:pt x="563" y="5"/>
                    <a:pt x="525" y="16"/>
                  </a:cubicBezTo>
                  <a:cubicBezTo>
                    <a:pt x="158" y="121"/>
                    <a:pt x="0" y="704"/>
                    <a:pt x="177" y="1320"/>
                  </a:cubicBezTo>
                  <a:cubicBezTo>
                    <a:pt x="331" y="1869"/>
                    <a:pt x="702" y="2259"/>
                    <a:pt x="1043" y="2259"/>
                  </a:cubicBezTo>
                  <a:cubicBezTo>
                    <a:pt x="1080" y="2259"/>
                    <a:pt x="1117" y="2254"/>
                    <a:pt x="1154" y="2244"/>
                  </a:cubicBezTo>
                  <a:cubicBezTo>
                    <a:pt x="1521" y="2139"/>
                    <a:pt x="1678" y="1556"/>
                    <a:pt x="1501" y="940"/>
                  </a:cubicBezTo>
                  <a:cubicBezTo>
                    <a:pt x="1348" y="394"/>
                    <a:pt x="980" y="0"/>
                    <a:pt x="640"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8" name="Google Shape;1238;p42"/>
            <p:cNvSpPr/>
            <p:nvPr/>
          </p:nvSpPr>
          <p:spPr>
            <a:xfrm flipH="1">
              <a:off x="3528256" y="1282497"/>
              <a:ext cx="48926" cy="70562"/>
            </a:xfrm>
            <a:custGeom>
              <a:rect b="b" l="l" r="r" t="t"/>
              <a:pathLst>
                <a:path extrusionOk="0" h="1647" w="1142">
                  <a:moveTo>
                    <a:pt x="414" y="1"/>
                  </a:moveTo>
                  <a:cubicBezTo>
                    <a:pt x="390" y="1"/>
                    <a:pt x="365" y="4"/>
                    <a:pt x="342" y="11"/>
                  </a:cubicBezTo>
                  <a:cubicBezTo>
                    <a:pt x="93" y="77"/>
                    <a:pt x="1" y="496"/>
                    <a:pt x="125" y="948"/>
                  </a:cubicBezTo>
                  <a:cubicBezTo>
                    <a:pt x="238" y="1356"/>
                    <a:pt x="499" y="1647"/>
                    <a:pt x="728" y="1647"/>
                  </a:cubicBezTo>
                  <a:cubicBezTo>
                    <a:pt x="752" y="1647"/>
                    <a:pt x="777" y="1643"/>
                    <a:pt x="800" y="1636"/>
                  </a:cubicBezTo>
                  <a:cubicBezTo>
                    <a:pt x="1043" y="1571"/>
                    <a:pt x="1141" y="1145"/>
                    <a:pt x="1010" y="699"/>
                  </a:cubicBezTo>
                  <a:cubicBezTo>
                    <a:pt x="898" y="291"/>
                    <a:pt x="641" y="1"/>
                    <a:pt x="41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9" name="Google Shape;1239;p42"/>
            <p:cNvSpPr/>
            <p:nvPr/>
          </p:nvSpPr>
          <p:spPr>
            <a:xfrm flipH="1">
              <a:off x="3555804" y="1292223"/>
              <a:ext cx="12381" cy="12424"/>
            </a:xfrm>
            <a:custGeom>
              <a:rect b="b" l="l" r="r" t="t"/>
              <a:pathLst>
                <a:path extrusionOk="0" h="290" w="289">
                  <a:moveTo>
                    <a:pt x="138" y="0"/>
                  </a:moveTo>
                  <a:cubicBezTo>
                    <a:pt x="60" y="7"/>
                    <a:pt x="1" y="73"/>
                    <a:pt x="1" y="151"/>
                  </a:cubicBezTo>
                  <a:cubicBezTo>
                    <a:pt x="1" y="226"/>
                    <a:pt x="60" y="289"/>
                    <a:pt x="134" y="289"/>
                  </a:cubicBezTo>
                  <a:cubicBezTo>
                    <a:pt x="138" y="289"/>
                    <a:pt x="141" y="289"/>
                    <a:pt x="145" y="289"/>
                  </a:cubicBezTo>
                  <a:cubicBezTo>
                    <a:pt x="223" y="289"/>
                    <a:pt x="289" y="223"/>
                    <a:pt x="289" y="145"/>
                  </a:cubicBezTo>
                  <a:cubicBezTo>
                    <a:pt x="282" y="66"/>
                    <a:pt x="217" y="0"/>
                    <a:pt x="138"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0" name="Google Shape;1240;p42"/>
            <p:cNvSpPr/>
            <p:nvPr/>
          </p:nvSpPr>
          <p:spPr>
            <a:xfrm flipH="1">
              <a:off x="3509458" y="1755787"/>
              <a:ext cx="592126" cy="333615"/>
            </a:xfrm>
            <a:custGeom>
              <a:rect b="b" l="l" r="r" t="t"/>
              <a:pathLst>
                <a:path extrusionOk="0" h="7787" w="13821">
                  <a:moveTo>
                    <a:pt x="9954" y="0"/>
                  </a:moveTo>
                  <a:cubicBezTo>
                    <a:pt x="9302" y="0"/>
                    <a:pt x="8643" y="164"/>
                    <a:pt x="8067" y="478"/>
                  </a:cubicBezTo>
                  <a:cubicBezTo>
                    <a:pt x="6702" y="1220"/>
                    <a:pt x="4783" y="1295"/>
                    <a:pt x="4063" y="1295"/>
                  </a:cubicBezTo>
                  <a:cubicBezTo>
                    <a:pt x="3880" y="1295"/>
                    <a:pt x="3775" y="1290"/>
                    <a:pt x="3775" y="1290"/>
                  </a:cubicBezTo>
                  <a:cubicBezTo>
                    <a:pt x="3775" y="1290"/>
                    <a:pt x="2929" y="1238"/>
                    <a:pt x="1573" y="1035"/>
                  </a:cubicBezTo>
                  <a:cubicBezTo>
                    <a:pt x="1518" y="1027"/>
                    <a:pt x="1468" y="1023"/>
                    <a:pt x="1422" y="1023"/>
                  </a:cubicBezTo>
                  <a:cubicBezTo>
                    <a:pt x="660" y="1023"/>
                    <a:pt x="1009" y="2037"/>
                    <a:pt x="1009" y="2037"/>
                  </a:cubicBezTo>
                  <a:cubicBezTo>
                    <a:pt x="1009" y="2037"/>
                    <a:pt x="0" y="2063"/>
                    <a:pt x="118" y="2948"/>
                  </a:cubicBezTo>
                  <a:cubicBezTo>
                    <a:pt x="230" y="3833"/>
                    <a:pt x="1095" y="4586"/>
                    <a:pt x="1095" y="4586"/>
                  </a:cubicBezTo>
                  <a:cubicBezTo>
                    <a:pt x="1095" y="4586"/>
                    <a:pt x="629" y="4829"/>
                    <a:pt x="859" y="5484"/>
                  </a:cubicBezTo>
                  <a:cubicBezTo>
                    <a:pt x="1079" y="6107"/>
                    <a:pt x="2096" y="7786"/>
                    <a:pt x="6937" y="7786"/>
                  </a:cubicBezTo>
                  <a:cubicBezTo>
                    <a:pt x="7139" y="7786"/>
                    <a:pt x="7347" y="7783"/>
                    <a:pt x="7562" y="7777"/>
                  </a:cubicBezTo>
                  <a:cubicBezTo>
                    <a:pt x="13086" y="7614"/>
                    <a:pt x="13820" y="4108"/>
                    <a:pt x="13021" y="2017"/>
                  </a:cubicBezTo>
                  <a:cubicBezTo>
                    <a:pt x="12491" y="636"/>
                    <a:pt x="11237" y="0"/>
                    <a:pt x="9954" y="0"/>
                  </a:cubicBezTo>
                  <a:close/>
                </a:path>
              </a:pathLst>
            </a:custGeom>
            <a:solidFill>
              <a:srgbClr val="0E2231">
                <a:alpha val="253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1" name="Google Shape;1241;p42"/>
            <p:cNvSpPr/>
            <p:nvPr/>
          </p:nvSpPr>
          <p:spPr>
            <a:xfrm flipH="1">
              <a:off x="3508945" y="1698337"/>
              <a:ext cx="592126" cy="333615"/>
            </a:xfrm>
            <a:custGeom>
              <a:rect b="b" l="l" r="r" t="t"/>
              <a:pathLst>
                <a:path extrusionOk="0" h="7787" w="13821">
                  <a:moveTo>
                    <a:pt x="9954" y="0"/>
                  </a:moveTo>
                  <a:cubicBezTo>
                    <a:pt x="9302" y="0"/>
                    <a:pt x="8643" y="164"/>
                    <a:pt x="8067" y="478"/>
                  </a:cubicBezTo>
                  <a:cubicBezTo>
                    <a:pt x="6702" y="1220"/>
                    <a:pt x="4783" y="1295"/>
                    <a:pt x="4063" y="1295"/>
                  </a:cubicBezTo>
                  <a:cubicBezTo>
                    <a:pt x="3880" y="1295"/>
                    <a:pt x="3775" y="1290"/>
                    <a:pt x="3775" y="1290"/>
                  </a:cubicBezTo>
                  <a:cubicBezTo>
                    <a:pt x="3775" y="1290"/>
                    <a:pt x="2929" y="1238"/>
                    <a:pt x="1573" y="1035"/>
                  </a:cubicBezTo>
                  <a:cubicBezTo>
                    <a:pt x="1518" y="1027"/>
                    <a:pt x="1468" y="1023"/>
                    <a:pt x="1422" y="1023"/>
                  </a:cubicBezTo>
                  <a:cubicBezTo>
                    <a:pt x="660" y="1023"/>
                    <a:pt x="1009" y="2037"/>
                    <a:pt x="1009" y="2037"/>
                  </a:cubicBezTo>
                  <a:cubicBezTo>
                    <a:pt x="1009" y="2037"/>
                    <a:pt x="0" y="2063"/>
                    <a:pt x="118" y="2948"/>
                  </a:cubicBezTo>
                  <a:cubicBezTo>
                    <a:pt x="230" y="3833"/>
                    <a:pt x="1095" y="4586"/>
                    <a:pt x="1095" y="4586"/>
                  </a:cubicBezTo>
                  <a:cubicBezTo>
                    <a:pt x="1095" y="4586"/>
                    <a:pt x="629" y="4829"/>
                    <a:pt x="859" y="5484"/>
                  </a:cubicBezTo>
                  <a:cubicBezTo>
                    <a:pt x="1079" y="6107"/>
                    <a:pt x="2096" y="7786"/>
                    <a:pt x="6937" y="7786"/>
                  </a:cubicBezTo>
                  <a:cubicBezTo>
                    <a:pt x="7139" y="7786"/>
                    <a:pt x="7347" y="7783"/>
                    <a:pt x="7562" y="7777"/>
                  </a:cubicBezTo>
                  <a:cubicBezTo>
                    <a:pt x="13086" y="7614"/>
                    <a:pt x="13820" y="4108"/>
                    <a:pt x="13021" y="2017"/>
                  </a:cubicBezTo>
                  <a:cubicBezTo>
                    <a:pt x="12491" y="636"/>
                    <a:pt x="11237" y="0"/>
                    <a:pt x="995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2" name="Google Shape;1242;p42"/>
            <p:cNvSpPr/>
            <p:nvPr/>
          </p:nvSpPr>
          <p:spPr>
            <a:xfrm flipH="1">
              <a:off x="3283753" y="1325087"/>
              <a:ext cx="230535" cy="199003"/>
            </a:xfrm>
            <a:custGeom>
              <a:rect b="b" l="l" r="r" t="t"/>
              <a:pathLst>
                <a:path extrusionOk="0" h="4645" w="5381">
                  <a:moveTo>
                    <a:pt x="4927" y="1"/>
                  </a:moveTo>
                  <a:cubicBezTo>
                    <a:pt x="4805" y="1"/>
                    <a:pt x="4651" y="55"/>
                    <a:pt x="4463" y="174"/>
                  </a:cubicBezTo>
                  <a:cubicBezTo>
                    <a:pt x="3982" y="477"/>
                    <a:pt x="3391" y="732"/>
                    <a:pt x="2758" y="732"/>
                  </a:cubicBezTo>
                  <a:cubicBezTo>
                    <a:pt x="2228" y="732"/>
                    <a:pt x="1667" y="553"/>
                    <a:pt x="1115" y="76"/>
                  </a:cubicBezTo>
                  <a:cubicBezTo>
                    <a:pt x="1115" y="76"/>
                    <a:pt x="1108" y="75"/>
                    <a:pt x="1097" y="75"/>
                  </a:cubicBezTo>
                  <a:cubicBezTo>
                    <a:pt x="990" y="75"/>
                    <a:pt x="430" y="108"/>
                    <a:pt x="400" y="777"/>
                  </a:cubicBezTo>
                  <a:cubicBezTo>
                    <a:pt x="361" y="1511"/>
                    <a:pt x="617" y="1760"/>
                    <a:pt x="368" y="2395"/>
                  </a:cubicBezTo>
                  <a:cubicBezTo>
                    <a:pt x="112" y="3031"/>
                    <a:pt x="138" y="3280"/>
                    <a:pt x="407" y="3457"/>
                  </a:cubicBezTo>
                  <a:cubicBezTo>
                    <a:pt x="407" y="3457"/>
                    <a:pt x="1" y="4256"/>
                    <a:pt x="630" y="4440"/>
                  </a:cubicBezTo>
                  <a:cubicBezTo>
                    <a:pt x="719" y="4465"/>
                    <a:pt x="795" y="4475"/>
                    <a:pt x="863" y="4475"/>
                  </a:cubicBezTo>
                  <a:cubicBezTo>
                    <a:pt x="1225" y="4475"/>
                    <a:pt x="1373" y="4184"/>
                    <a:pt x="2047" y="4184"/>
                  </a:cubicBezTo>
                  <a:cubicBezTo>
                    <a:pt x="2158" y="4184"/>
                    <a:pt x="2283" y="4192"/>
                    <a:pt x="2425" y="4211"/>
                  </a:cubicBezTo>
                  <a:cubicBezTo>
                    <a:pt x="3363" y="4331"/>
                    <a:pt x="4063" y="4644"/>
                    <a:pt x="4375" y="4644"/>
                  </a:cubicBezTo>
                  <a:cubicBezTo>
                    <a:pt x="4454" y="4644"/>
                    <a:pt x="4508" y="4625"/>
                    <a:pt x="4535" y="4578"/>
                  </a:cubicBezTo>
                  <a:cubicBezTo>
                    <a:pt x="4673" y="4335"/>
                    <a:pt x="4221" y="3523"/>
                    <a:pt x="3533" y="3162"/>
                  </a:cubicBezTo>
                  <a:cubicBezTo>
                    <a:pt x="4155" y="2808"/>
                    <a:pt x="4660" y="2271"/>
                    <a:pt x="4968" y="1616"/>
                  </a:cubicBezTo>
                  <a:cubicBezTo>
                    <a:pt x="5381" y="743"/>
                    <a:pt x="5379" y="1"/>
                    <a:pt x="4927" y="1"/>
                  </a:cubicBezTo>
                  <a:close/>
                </a:path>
              </a:pathLst>
            </a:custGeom>
            <a:solidFill>
              <a:srgbClr val="0E2231">
                <a:alpha val="253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3" name="Google Shape;1243;p42"/>
            <p:cNvSpPr/>
            <p:nvPr/>
          </p:nvSpPr>
          <p:spPr>
            <a:xfrm flipH="1">
              <a:off x="3283496" y="1325041"/>
              <a:ext cx="225994" cy="153590"/>
            </a:xfrm>
            <a:custGeom>
              <a:rect b="b" l="l" r="r" t="t"/>
              <a:pathLst>
                <a:path extrusionOk="0" h="3585" w="5275">
                  <a:moveTo>
                    <a:pt x="4814" y="1"/>
                  </a:moveTo>
                  <a:cubicBezTo>
                    <a:pt x="4692" y="1"/>
                    <a:pt x="4538" y="54"/>
                    <a:pt x="4351" y="172"/>
                  </a:cubicBezTo>
                  <a:cubicBezTo>
                    <a:pt x="3869" y="479"/>
                    <a:pt x="3280" y="735"/>
                    <a:pt x="2647" y="735"/>
                  </a:cubicBezTo>
                  <a:cubicBezTo>
                    <a:pt x="2119" y="735"/>
                    <a:pt x="1561" y="557"/>
                    <a:pt x="1009" y="80"/>
                  </a:cubicBezTo>
                  <a:cubicBezTo>
                    <a:pt x="1009" y="80"/>
                    <a:pt x="1003" y="79"/>
                    <a:pt x="991" y="79"/>
                  </a:cubicBezTo>
                  <a:cubicBezTo>
                    <a:pt x="883" y="79"/>
                    <a:pt x="318" y="112"/>
                    <a:pt x="288" y="781"/>
                  </a:cubicBezTo>
                  <a:cubicBezTo>
                    <a:pt x="256" y="1515"/>
                    <a:pt x="511" y="1764"/>
                    <a:pt x="256" y="2399"/>
                  </a:cubicBezTo>
                  <a:cubicBezTo>
                    <a:pt x="0" y="3035"/>
                    <a:pt x="26" y="3284"/>
                    <a:pt x="295" y="3461"/>
                  </a:cubicBezTo>
                  <a:cubicBezTo>
                    <a:pt x="295" y="3461"/>
                    <a:pt x="295" y="3461"/>
                    <a:pt x="295" y="3468"/>
                  </a:cubicBezTo>
                  <a:cubicBezTo>
                    <a:pt x="452" y="3531"/>
                    <a:pt x="705" y="3584"/>
                    <a:pt x="1119" y="3584"/>
                  </a:cubicBezTo>
                  <a:cubicBezTo>
                    <a:pt x="1309" y="3584"/>
                    <a:pt x="1532" y="3573"/>
                    <a:pt x="1796" y="3546"/>
                  </a:cubicBezTo>
                  <a:cubicBezTo>
                    <a:pt x="2634" y="3461"/>
                    <a:pt x="3165" y="3284"/>
                    <a:pt x="3467" y="3140"/>
                  </a:cubicBezTo>
                  <a:cubicBezTo>
                    <a:pt x="4076" y="2780"/>
                    <a:pt x="4554" y="2255"/>
                    <a:pt x="4856" y="1620"/>
                  </a:cubicBezTo>
                  <a:cubicBezTo>
                    <a:pt x="5275" y="741"/>
                    <a:pt x="5269" y="1"/>
                    <a:pt x="481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7" name="Shape 1247"/>
        <p:cNvGrpSpPr/>
        <p:nvPr/>
      </p:nvGrpSpPr>
      <p:grpSpPr>
        <a:xfrm>
          <a:off x="0" y="0"/>
          <a:ext cx="0" cy="0"/>
          <a:chOff x="0" y="0"/>
          <a:chExt cx="0" cy="0"/>
        </a:xfrm>
      </p:grpSpPr>
      <p:sp>
        <p:nvSpPr>
          <p:cNvPr id="1248" name="Google Shape;1248;p43"/>
          <p:cNvSpPr txBox="1"/>
          <p:nvPr>
            <p:ph type="title"/>
          </p:nvPr>
        </p:nvSpPr>
        <p:spPr>
          <a:xfrm>
            <a:off x="483250" y="1164276"/>
            <a:ext cx="7199400" cy="1095000"/>
          </a:xfrm>
          <a:prstGeom prst="rect">
            <a:avLst/>
          </a:prstGeom>
          <a:no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SzPts val="3600"/>
              <a:buNone/>
            </a:pPr>
            <a:r>
              <a:rPr lang="en"/>
              <a:t>Introduction</a:t>
            </a:r>
            <a:endParaRPr/>
          </a:p>
        </p:txBody>
      </p:sp>
      <p:sp>
        <p:nvSpPr>
          <p:cNvPr id="1249" name="Google Shape;1249;p43"/>
          <p:cNvSpPr txBox="1"/>
          <p:nvPr/>
        </p:nvSpPr>
        <p:spPr>
          <a:xfrm>
            <a:off x="483238" y="167143"/>
            <a:ext cx="4840200" cy="966300"/>
          </a:xfrm>
          <a:prstGeom prst="rect">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3000"/>
              <a:buFont typeface="Barlow"/>
              <a:buNone/>
            </a:pPr>
            <a:r>
              <a:rPr b="1" lang="en" sz="7200">
                <a:solidFill>
                  <a:schemeClr val="dk1"/>
                </a:solidFill>
                <a:latin typeface="Barlow"/>
                <a:ea typeface="Barlow"/>
                <a:cs typeface="Barlow"/>
                <a:sym typeface="Barlow"/>
              </a:rPr>
              <a:t>01</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3" name="Shape 1253"/>
        <p:cNvGrpSpPr/>
        <p:nvPr/>
      </p:nvGrpSpPr>
      <p:grpSpPr>
        <a:xfrm>
          <a:off x="0" y="0"/>
          <a:ext cx="0" cy="0"/>
          <a:chOff x="0" y="0"/>
          <a:chExt cx="0" cy="0"/>
        </a:xfrm>
      </p:grpSpPr>
      <p:sp>
        <p:nvSpPr>
          <p:cNvPr id="1254" name="Google Shape;1254;p44"/>
          <p:cNvSpPr txBox="1"/>
          <p:nvPr>
            <p:ph type="title"/>
          </p:nvPr>
        </p:nvSpPr>
        <p:spPr>
          <a:xfrm>
            <a:off x="426600" y="351075"/>
            <a:ext cx="8290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3200"/>
              <a:t>The Evolution of Information Retrieval</a:t>
            </a:r>
            <a:endParaRPr sz="3200"/>
          </a:p>
        </p:txBody>
      </p:sp>
      <p:sp>
        <p:nvSpPr>
          <p:cNvPr id="1255" name="Google Shape;1255;p44"/>
          <p:cNvSpPr txBox="1"/>
          <p:nvPr>
            <p:ph idx="1" type="subTitle"/>
          </p:nvPr>
        </p:nvSpPr>
        <p:spPr>
          <a:xfrm>
            <a:off x="426600" y="1203675"/>
            <a:ext cx="3239700" cy="1983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1300"/>
              <a:t>The Old Way (Matching):</a:t>
            </a:r>
            <a:endParaRPr b="1" sz="1300"/>
          </a:p>
          <a:p>
            <a:pPr indent="-323850" lvl="0" marL="457200" rtl="0" algn="l">
              <a:spcBef>
                <a:spcPts val="0"/>
              </a:spcBef>
              <a:spcAft>
                <a:spcPts val="0"/>
              </a:spcAft>
              <a:buSzPts val="1500"/>
              <a:buChar char="●"/>
            </a:pPr>
            <a:r>
              <a:rPr lang="en" sz="1300"/>
              <a:t>Sparse Retrieval: Keyword matching (e.g., TF-IDF, BM25). Fast but lacks understanding.</a:t>
            </a:r>
            <a:endParaRPr sz="1300"/>
          </a:p>
          <a:p>
            <a:pPr indent="-323850" lvl="0" marL="457200" rtl="0" algn="l">
              <a:spcBef>
                <a:spcPts val="0"/>
              </a:spcBef>
              <a:spcAft>
                <a:spcPts val="0"/>
              </a:spcAft>
              <a:buSzPts val="1500"/>
              <a:buChar char="●"/>
            </a:pPr>
            <a:r>
              <a:rPr lang="en" sz="1300"/>
              <a:t>Dense Retrieval: Vector matching (e.g., BERT). Better semantic understanding but relies on a massive external index.</a:t>
            </a:r>
            <a:endParaRPr sz="1300"/>
          </a:p>
          <a:p>
            <a:pPr indent="0" lvl="0" marL="0" rtl="0" algn="l">
              <a:spcBef>
                <a:spcPts val="0"/>
              </a:spcBef>
              <a:spcAft>
                <a:spcPts val="0"/>
              </a:spcAft>
              <a:buNone/>
            </a:pPr>
            <a:r>
              <a:t/>
            </a:r>
            <a:endParaRPr/>
          </a:p>
        </p:txBody>
      </p:sp>
      <p:pic>
        <p:nvPicPr>
          <p:cNvPr id="1256" name="Google Shape;1256;p44"/>
          <p:cNvPicPr preferRelativeResize="0"/>
          <p:nvPr/>
        </p:nvPicPr>
        <p:blipFill>
          <a:blip r:embed="rId3">
            <a:alphaModFix/>
          </a:blip>
          <a:stretch>
            <a:fillRect/>
          </a:stretch>
        </p:blipFill>
        <p:spPr>
          <a:xfrm>
            <a:off x="3666300" y="1151426"/>
            <a:ext cx="5399100" cy="2307204"/>
          </a:xfrm>
          <a:prstGeom prst="rect">
            <a:avLst/>
          </a:prstGeom>
          <a:noFill/>
          <a:ln>
            <a:noFill/>
          </a:ln>
        </p:spPr>
      </p:pic>
      <p:sp>
        <p:nvSpPr>
          <p:cNvPr id="1257" name="Google Shape;1257;p44"/>
          <p:cNvSpPr txBox="1"/>
          <p:nvPr>
            <p:ph idx="1" type="subTitle"/>
          </p:nvPr>
        </p:nvSpPr>
        <p:spPr>
          <a:xfrm>
            <a:off x="426600" y="3317850"/>
            <a:ext cx="6292800" cy="1254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1300"/>
              <a:t>The New Way (Generative IR):</a:t>
            </a:r>
            <a:endParaRPr b="1" sz="1300"/>
          </a:p>
          <a:p>
            <a:pPr indent="-323850" lvl="0" marL="457200" rtl="0" algn="l">
              <a:spcBef>
                <a:spcPts val="0"/>
              </a:spcBef>
              <a:spcAft>
                <a:spcPts val="0"/>
              </a:spcAft>
              <a:buSzPts val="1500"/>
              <a:buChar char="●"/>
            </a:pPr>
            <a:r>
              <a:rPr lang="en" sz="1300"/>
              <a:t>Generative Retrieval (GR): The model is the index. It memorizes documents and generates their IDs.</a:t>
            </a:r>
            <a:endParaRPr sz="1300"/>
          </a:p>
          <a:p>
            <a:pPr indent="-323850" lvl="0" marL="457200" rtl="0" algn="l">
              <a:spcBef>
                <a:spcPts val="0"/>
              </a:spcBef>
              <a:spcAft>
                <a:spcPts val="0"/>
              </a:spcAft>
              <a:buSzPts val="1500"/>
              <a:buChar char="●"/>
            </a:pPr>
            <a:r>
              <a:rPr lang="en" sz="1300"/>
              <a:t>Response Generation: The model generates a direct, reliable answer with citations.</a:t>
            </a:r>
            <a:endParaRPr sz="1300"/>
          </a:p>
          <a:p>
            <a:pPr indent="0" lvl="0" marL="0" rtl="0" algn="l">
              <a:spcBef>
                <a:spcPts val="0"/>
              </a:spcBef>
              <a:spcAft>
                <a:spcPts val="0"/>
              </a:spcAft>
              <a:buNone/>
            </a:pPr>
            <a:r>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1" name="Shape 1261"/>
        <p:cNvGrpSpPr/>
        <p:nvPr/>
      </p:nvGrpSpPr>
      <p:grpSpPr>
        <a:xfrm>
          <a:off x="0" y="0"/>
          <a:ext cx="0" cy="0"/>
          <a:chOff x="0" y="0"/>
          <a:chExt cx="0" cy="0"/>
        </a:xfrm>
      </p:grpSpPr>
      <p:sp>
        <p:nvSpPr>
          <p:cNvPr id="1262" name="Google Shape;1262;p45"/>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Limitations of Traditional IR</a:t>
            </a:r>
            <a:endParaRPr/>
          </a:p>
        </p:txBody>
      </p:sp>
      <p:sp>
        <p:nvSpPr>
          <p:cNvPr id="1263" name="Google Shape;1263;p45"/>
          <p:cNvSpPr txBox="1"/>
          <p:nvPr>
            <p:ph idx="1" type="subTitle"/>
          </p:nvPr>
        </p:nvSpPr>
        <p:spPr>
          <a:xfrm>
            <a:off x="713225" y="2446350"/>
            <a:ext cx="2242500" cy="19971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1300"/>
              <a:t>Traditional Information Retrieval relies heavily on large document indices, leading to significant</a:t>
            </a:r>
            <a:r>
              <a:rPr lang="en" sz="1300"/>
              <a:t> </a:t>
            </a:r>
            <a:r>
              <a:rPr lang="en" sz="1300"/>
              <a:t>storage overhead that complicates data management and increases operational costs for organizations.</a:t>
            </a:r>
            <a:endParaRPr sz="1300"/>
          </a:p>
        </p:txBody>
      </p:sp>
      <p:sp>
        <p:nvSpPr>
          <p:cNvPr id="1264" name="Google Shape;1264;p45"/>
          <p:cNvSpPr txBox="1"/>
          <p:nvPr>
            <p:ph idx="2" type="subTitle"/>
          </p:nvPr>
        </p:nvSpPr>
        <p:spPr>
          <a:xfrm>
            <a:off x="3450625" y="2446350"/>
            <a:ext cx="2242500" cy="19971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1300">
                <a:solidFill>
                  <a:srgbClr val="000000"/>
                </a:solidFill>
              </a:rPr>
              <a:t>Capturing the nuanced </a:t>
            </a:r>
            <a:r>
              <a:rPr b="1" lang="en" sz="1300">
                <a:solidFill>
                  <a:srgbClr val="000000"/>
                </a:solidFill>
              </a:rPr>
              <a:t>user intent</a:t>
            </a:r>
            <a:r>
              <a:rPr lang="en" sz="1300">
                <a:solidFill>
                  <a:srgbClr val="000000"/>
                </a:solidFill>
              </a:rPr>
              <a:t> remains a challenge, as traditional methods often fail to understand the context of queries, resulting in less relevant search results and user dissatisfaction.</a:t>
            </a:r>
            <a:endParaRPr sz="1300"/>
          </a:p>
        </p:txBody>
      </p:sp>
      <p:sp>
        <p:nvSpPr>
          <p:cNvPr id="1265" name="Google Shape;1265;p45"/>
          <p:cNvSpPr txBox="1"/>
          <p:nvPr>
            <p:ph idx="3" type="subTitle"/>
          </p:nvPr>
        </p:nvSpPr>
        <p:spPr>
          <a:xfrm>
            <a:off x="6188275" y="2446350"/>
            <a:ext cx="2242500" cy="2384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1300"/>
              <a:t>Users frequently engage in manual effort to interpret and summarize retrieved documents, which can be time-consuming and inefficient, detracting from the overall effectiveness of information retrieval systems.</a:t>
            </a:r>
            <a:endParaRPr sz="1300"/>
          </a:p>
        </p:txBody>
      </p:sp>
      <p:sp>
        <p:nvSpPr>
          <p:cNvPr id="1266" name="Google Shape;1266;p45"/>
          <p:cNvSpPr txBox="1"/>
          <p:nvPr>
            <p:ph idx="4" type="subTitle"/>
          </p:nvPr>
        </p:nvSpPr>
        <p:spPr>
          <a:xfrm>
            <a:off x="713227" y="2031050"/>
            <a:ext cx="2242500" cy="4083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sz="1500">
                <a:solidFill>
                  <a:srgbClr val="000000"/>
                </a:solidFill>
                <a:latin typeface="Arial"/>
                <a:ea typeface="Arial"/>
                <a:cs typeface="Arial"/>
                <a:sym typeface="Arial"/>
              </a:rPr>
              <a:t>Storage Overhead</a:t>
            </a:r>
            <a:endParaRPr sz="1500"/>
          </a:p>
        </p:txBody>
      </p:sp>
      <p:sp>
        <p:nvSpPr>
          <p:cNvPr id="1267" name="Google Shape;1267;p45"/>
          <p:cNvSpPr txBox="1"/>
          <p:nvPr>
            <p:ph idx="5" type="subTitle"/>
          </p:nvPr>
        </p:nvSpPr>
        <p:spPr>
          <a:xfrm>
            <a:off x="3450750" y="2031038"/>
            <a:ext cx="2242500" cy="4083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sz="1500">
                <a:solidFill>
                  <a:srgbClr val="000000"/>
                </a:solidFill>
                <a:latin typeface="Arial"/>
                <a:ea typeface="Arial"/>
                <a:cs typeface="Arial"/>
                <a:sym typeface="Arial"/>
              </a:rPr>
              <a:t>User Intent</a:t>
            </a:r>
            <a:endParaRPr sz="1500"/>
          </a:p>
        </p:txBody>
      </p:sp>
      <p:sp>
        <p:nvSpPr>
          <p:cNvPr id="1268" name="Google Shape;1268;p45"/>
          <p:cNvSpPr txBox="1"/>
          <p:nvPr>
            <p:ph idx="6" type="subTitle"/>
          </p:nvPr>
        </p:nvSpPr>
        <p:spPr>
          <a:xfrm>
            <a:off x="6188273" y="2031050"/>
            <a:ext cx="2242500" cy="4083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sz="1500">
                <a:solidFill>
                  <a:srgbClr val="000000"/>
                </a:solidFill>
                <a:latin typeface="Arial"/>
                <a:ea typeface="Arial"/>
                <a:cs typeface="Arial"/>
                <a:sym typeface="Arial"/>
              </a:rPr>
              <a:t>Manual Effort</a:t>
            </a:r>
            <a:endParaRPr sz="1500"/>
          </a:p>
        </p:txBody>
      </p:sp>
      <p:sp>
        <p:nvSpPr>
          <p:cNvPr id="1269" name="Google Shape;1269;p45"/>
          <p:cNvSpPr/>
          <p:nvPr/>
        </p:nvSpPr>
        <p:spPr>
          <a:xfrm>
            <a:off x="713227" y="1491225"/>
            <a:ext cx="2242500" cy="5328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1270" name="Google Shape;1270;p45"/>
          <p:cNvSpPr/>
          <p:nvPr/>
        </p:nvSpPr>
        <p:spPr>
          <a:xfrm>
            <a:off x="3450750" y="1491225"/>
            <a:ext cx="2242500" cy="5328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1271" name="Google Shape;1271;p45"/>
          <p:cNvSpPr/>
          <p:nvPr/>
        </p:nvSpPr>
        <p:spPr>
          <a:xfrm>
            <a:off x="6188273" y="1491225"/>
            <a:ext cx="2242500" cy="5328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grpSp>
        <p:nvGrpSpPr>
          <p:cNvPr id="1272" name="Google Shape;1272;p45"/>
          <p:cNvGrpSpPr/>
          <p:nvPr/>
        </p:nvGrpSpPr>
        <p:grpSpPr>
          <a:xfrm>
            <a:off x="1672955" y="1596119"/>
            <a:ext cx="323043" cy="322997"/>
            <a:chOff x="7023299" y="1777519"/>
            <a:chExt cx="323043" cy="322997"/>
          </a:xfrm>
        </p:grpSpPr>
        <p:sp>
          <p:nvSpPr>
            <p:cNvPr id="1273" name="Google Shape;1273;p45"/>
            <p:cNvSpPr/>
            <p:nvPr/>
          </p:nvSpPr>
          <p:spPr>
            <a:xfrm>
              <a:off x="7149150" y="2007769"/>
              <a:ext cx="71315" cy="92747"/>
            </a:xfrm>
            <a:custGeom>
              <a:rect b="b" l="l" r="r" t="t"/>
              <a:pathLst>
                <a:path extrusionOk="0" h="4782" w="3677">
                  <a:moveTo>
                    <a:pt x="1" y="0"/>
                  </a:moveTo>
                  <a:cubicBezTo>
                    <a:pt x="725" y="1505"/>
                    <a:pt x="1400" y="3175"/>
                    <a:pt x="1839" y="4781"/>
                  </a:cubicBezTo>
                  <a:cubicBezTo>
                    <a:pt x="2278" y="3175"/>
                    <a:pt x="2952" y="1505"/>
                    <a:pt x="367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4" name="Google Shape;1274;p45"/>
            <p:cNvSpPr/>
            <p:nvPr/>
          </p:nvSpPr>
          <p:spPr>
            <a:xfrm>
              <a:off x="7066491" y="2007730"/>
              <a:ext cx="90982" cy="68716"/>
            </a:xfrm>
            <a:custGeom>
              <a:rect b="b" l="l" r="r" t="t"/>
              <a:pathLst>
                <a:path extrusionOk="0" h="3543" w="4691">
                  <a:moveTo>
                    <a:pt x="3177" y="0"/>
                  </a:moveTo>
                  <a:lnTo>
                    <a:pt x="0" y="2"/>
                  </a:lnTo>
                  <a:cubicBezTo>
                    <a:pt x="1702" y="986"/>
                    <a:pt x="3277" y="2175"/>
                    <a:pt x="4691" y="3542"/>
                  </a:cubicBezTo>
                  <a:cubicBezTo>
                    <a:pt x="4200" y="2156"/>
                    <a:pt x="3612" y="878"/>
                    <a:pt x="317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5" name="Google Shape;1275;p45"/>
            <p:cNvSpPr/>
            <p:nvPr/>
          </p:nvSpPr>
          <p:spPr>
            <a:xfrm>
              <a:off x="7212182" y="2007769"/>
              <a:ext cx="90943" cy="68678"/>
            </a:xfrm>
            <a:custGeom>
              <a:rect b="b" l="l" r="r" t="t"/>
              <a:pathLst>
                <a:path extrusionOk="0" h="3541" w="4689">
                  <a:moveTo>
                    <a:pt x="1514" y="0"/>
                  </a:moveTo>
                  <a:cubicBezTo>
                    <a:pt x="952" y="1136"/>
                    <a:pt x="420" y="2351"/>
                    <a:pt x="1" y="3540"/>
                  </a:cubicBezTo>
                  <a:cubicBezTo>
                    <a:pt x="1413" y="2173"/>
                    <a:pt x="2987" y="984"/>
                    <a:pt x="468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6" name="Google Shape;1276;p45"/>
            <p:cNvSpPr/>
            <p:nvPr/>
          </p:nvSpPr>
          <p:spPr>
            <a:xfrm>
              <a:off x="7023299" y="1949101"/>
              <a:ext cx="323043" cy="39721"/>
            </a:xfrm>
            <a:custGeom>
              <a:rect b="b" l="l" r="r" t="t"/>
              <a:pathLst>
                <a:path extrusionOk="0" h="2048" w="16656">
                  <a:moveTo>
                    <a:pt x="489" y="0"/>
                  </a:moveTo>
                  <a:cubicBezTo>
                    <a:pt x="219" y="0"/>
                    <a:pt x="0" y="218"/>
                    <a:pt x="0" y="487"/>
                  </a:cubicBezTo>
                  <a:lnTo>
                    <a:pt x="0" y="1561"/>
                  </a:lnTo>
                  <a:cubicBezTo>
                    <a:pt x="0" y="1829"/>
                    <a:pt x="219" y="2048"/>
                    <a:pt x="489" y="2048"/>
                  </a:cubicBezTo>
                  <a:lnTo>
                    <a:pt x="16166" y="2048"/>
                  </a:lnTo>
                  <a:cubicBezTo>
                    <a:pt x="16437" y="2048"/>
                    <a:pt x="16655" y="1829"/>
                    <a:pt x="16655" y="1561"/>
                  </a:cubicBezTo>
                  <a:lnTo>
                    <a:pt x="16655" y="487"/>
                  </a:lnTo>
                  <a:cubicBezTo>
                    <a:pt x="16655" y="218"/>
                    <a:pt x="16437" y="0"/>
                    <a:pt x="161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7" name="Google Shape;1277;p45"/>
            <p:cNvSpPr/>
            <p:nvPr/>
          </p:nvSpPr>
          <p:spPr>
            <a:xfrm>
              <a:off x="7041239" y="1870961"/>
              <a:ext cx="287143" cy="59232"/>
            </a:xfrm>
            <a:custGeom>
              <a:rect b="b" l="l" r="r" t="t"/>
              <a:pathLst>
                <a:path extrusionOk="0" h="3054" w="14805">
                  <a:moveTo>
                    <a:pt x="13933" y="0"/>
                  </a:moveTo>
                  <a:lnTo>
                    <a:pt x="11859" y="1557"/>
                  </a:lnTo>
                  <a:cubicBezTo>
                    <a:pt x="11773" y="1621"/>
                    <a:pt x="11670" y="1654"/>
                    <a:pt x="11566" y="1654"/>
                  </a:cubicBezTo>
                  <a:cubicBezTo>
                    <a:pt x="11514" y="1654"/>
                    <a:pt x="11462" y="1646"/>
                    <a:pt x="11412" y="1629"/>
                  </a:cubicBezTo>
                  <a:lnTo>
                    <a:pt x="9306" y="926"/>
                  </a:lnTo>
                  <a:lnTo>
                    <a:pt x="7686" y="2083"/>
                  </a:lnTo>
                  <a:cubicBezTo>
                    <a:pt x="7602" y="2143"/>
                    <a:pt x="7502" y="2174"/>
                    <a:pt x="7403" y="2174"/>
                  </a:cubicBezTo>
                  <a:cubicBezTo>
                    <a:pt x="7303" y="2174"/>
                    <a:pt x="7204" y="2143"/>
                    <a:pt x="7119" y="2083"/>
                  </a:cubicBezTo>
                  <a:lnTo>
                    <a:pt x="5500" y="926"/>
                  </a:lnTo>
                  <a:lnTo>
                    <a:pt x="3394" y="1629"/>
                  </a:lnTo>
                  <a:cubicBezTo>
                    <a:pt x="3343" y="1646"/>
                    <a:pt x="3291" y="1654"/>
                    <a:pt x="3239" y="1654"/>
                  </a:cubicBezTo>
                  <a:cubicBezTo>
                    <a:pt x="3141" y="1654"/>
                    <a:pt x="3044" y="1625"/>
                    <a:pt x="2961" y="1568"/>
                  </a:cubicBezTo>
                  <a:lnTo>
                    <a:pt x="844" y="102"/>
                  </a:lnTo>
                  <a:lnTo>
                    <a:pt x="1" y="3054"/>
                  </a:lnTo>
                  <a:lnTo>
                    <a:pt x="14805" y="3054"/>
                  </a:lnTo>
                  <a:lnTo>
                    <a:pt x="1393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8" name="Google Shape;1278;p45"/>
            <p:cNvSpPr/>
            <p:nvPr/>
          </p:nvSpPr>
          <p:spPr>
            <a:xfrm>
              <a:off x="7068624" y="1823154"/>
              <a:ext cx="69977" cy="59989"/>
            </a:xfrm>
            <a:custGeom>
              <a:rect b="b" l="l" r="r" t="t"/>
              <a:pathLst>
                <a:path extrusionOk="0" h="3093" w="3608">
                  <a:moveTo>
                    <a:pt x="3102" y="0"/>
                  </a:moveTo>
                  <a:lnTo>
                    <a:pt x="1" y="1773"/>
                  </a:lnTo>
                  <a:lnTo>
                    <a:pt x="1906" y="3093"/>
                  </a:lnTo>
                  <a:lnTo>
                    <a:pt x="3608" y="2524"/>
                  </a:lnTo>
                  <a:lnTo>
                    <a:pt x="3102"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9" name="Google Shape;1279;p45"/>
            <p:cNvSpPr/>
            <p:nvPr/>
          </p:nvSpPr>
          <p:spPr>
            <a:xfrm>
              <a:off x="7231014" y="1823154"/>
              <a:ext cx="68212" cy="59911"/>
            </a:xfrm>
            <a:custGeom>
              <a:rect b="b" l="l" r="r" t="t"/>
              <a:pathLst>
                <a:path extrusionOk="0" h="3089" w="3517">
                  <a:moveTo>
                    <a:pt x="507" y="0"/>
                  </a:moveTo>
                  <a:lnTo>
                    <a:pt x="1" y="2524"/>
                  </a:lnTo>
                  <a:lnTo>
                    <a:pt x="1692" y="3088"/>
                  </a:lnTo>
                  <a:lnTo>
                    <a:pt x="3517" y="1719"/>
                  </a:lnTo>
                  <a:lnTo>
                    <a:pt x="507"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0" name="Google Shape;1280;p45"/>
            <p:cNvSpPr/>
            <p:nvPr/>
          </p:nvSpPr>
          <p:spPr>
            <a:xfrm>
              <a:off x="7147133" y="1777519"/>
              <a:ext cx="75350" cy="114508"/>
            </a:xfrm>
            <a:custGeom>
              <a:rect b="b" l="l" r="r" t="t"/>
              <a:pathLst>
                <a:path extrusionOk="0" h="5904" w="3885">
                  <a:moveTo>
                    <a:pt x="903" y="1"/>
                  </a:moveTo>
                  <a:cubicBezTo>
                    <a:pt x="632" y="1"/>
                    <a:pt x="414" y="219"/>
                    <a:pt x="414" y="487"/>
                  </a:cubicBezTo>
                  <a:cubicBezTo>
                    <a:pt x="414" y="757"/>
                    <a:pt x="632" y="976"/>
                    <a:pt x="903" y="976"/>
                  </a:cubicBezTo>
                  <a:lnTo>
                    <a:pt x="1456" y="976"/>
                  </a:lnTo>
                  <a:lnTo>
                    <a:pt x="1456" y="2113"/>
                  </a:lnTo>
                  <a:lnTo>
                    <a:pt x="1" y="2113"/>
                  </a:lnTo>
                  <a:lnTo>
                    <a:pt x="563" y="4918"/>
                  </a:lnTo>
                  <a:lnTo>
                    <a:pt x="1943" y="5904"/>
                  </a:lnTo>
                  <a:lnTo>
                    <a:pt x="3324" y="4918"/>
                  </a:lnTo>
                  <a:lnTo>
                    <a:pt x="3884" y="2113"/>
                  </a:lnTo>
                  <a:lnTo>
                    <a:pt x="2431" y="2113"/>
                  </a:lnTo>
                  <a:lnTo>
                    <a:pt x="2431" y="976"/>
                  </a:lnTo>
                  <a:lnTo>
                    <a:pt x="2983" y="976"/>
                  </a:lnTo>
                  <a:cubicBezTo>
                    <a:pt x="3253" y="976"/>
                    <a:pt x="3471" y="757"/>
                    <a:pt x="3471" y="487"/>
                  </a:cubicBezTo>
                  <a:cubicBezTo>
                    <a:pt x="3471" y="219"/>
                    <a:pt x="3253" y="1"/>
                    <a:pt x="298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281" name="Google Shape;1281;p45"/>
          <p:cNvGrpSpPr/>
          <p:nvPr/>
        </p:nvGrpSpPr>
        <p:grpSpPr>
          <a:xfrm>
            <a:off x="7153626" y="1585615"/>
            <a:ext cx="311794" cy="322957"/>
            <a:chOff x="7014611" y="2819190"/>
            <a:chExt cx="311794" cy="322957"/>
          </a:xfrm>
        </p:grpSpPr>
        <p:sp>
          <p:nvSpPr>
            <p:cNvPr id="1282" name="Google Shape;1282;p45"/>
            <p:cNvSpPr/>
            <p:nvPr/>
          </p:nvSpPr>
          <p:spPr>
            <a:xfrm>
              <a:off x="7066452" y="3090828"/>
              <a:ext cx="208031" cy="51319"/>
            </a:xfrm>
            <a:custGeom>
              <a:rect b="b" l="l" r="r" t="t"/>
              <a:pathLst>
                <a:path extrusionOk="0" h="2646" w="10726">
                  <a:moveTo>
                    <a:pt x="0" y="0"/>
                  </a:moveTo>
                  <a:lnTo>
                    <a:pt x="193" y="2200"/>
                  </a:lnTo>
                  <a:cubicBezTo>
                    <a:pt x="214" y="2453"/>
                    <a:pt x="426" y="2645"/>
                    <a:pt x="679" y="2645"/>
                  </a:cubicBezTo>
                  <a:lnTo>
                    <a:pt x="10047" y="2645"/>
                  </a:lnTo>
                  <a:cubicBezTo>
                    <a:pt x="10300" y="2645"/>
                    <a:pt x="10512" y="2453"/>
                    <a:pt x="10533" y="2200"/>
                  </a:cubicBezTo>
                  <a:lnTo>
                    <a:pt x="10726" y="0"/>
                  </a:lnTo>
                  <a:lnTo>
                    <a:pt x="10726" y="0"/>
                  </a:lnTo>
                  <a:cubicBezTo>
                    <a:pt x="9140" y="1179"/>
                    <a:pt x="7251" y="1768"/>
                    <a:pt x="5363" y="1768"/>
                  </a:cubicBezTo>
                  <a:cubicBezTo>
                    <a:pt x="3475" y="1768"/>
                    <a:pt x="1586" y="1179"/>
                    <a:pt x="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3" name="Google Shape;1283;p45"/>
            <p:cNvSpPr/>
            <p:nvPr/>
          </p:nvSpPr>
          <p:spPr>
            <a:xfrm>
              <a:off x="7152137" y="3010186"/>
              <a:ext cx="39275" cy="36734"/>
            </a:xfrm>
            <a:custGeom>
              <a:rect b="b" l="l" r="r" t="t"/>
              <a:pathLst>
                <a:path extrusionOk="0" h="1894" w="2025">
                  <a:moveTo>
                    <a:pt x="515" y="0"/>
                  </a:moveTo>
                  <a:cubicBezTo>
                    <a:pt x="33" y="405"/>
                    <a:pt x="0" y="1133"/>
                    <a:pt x="446" y="1579"/>
                  </a:cubicBezTo>
                  <a:cubicBezTo>
                    <a:pt x="655" y="1789"/>
                    <a:pt x="929" y="1893"/>
                    <a:pt x="1202" y="1893"/>
                  </a:cubicBezTo>
                  <a:cubicBezTo>
                    <a:pt x="1507" y="1893"/>
                    <a:pt x="1811" y="1764"/>
                    <a:pt x="2024" y="1510"/>
                  </a:cubicBezTo>
                  <a:cubicBezTo>
                    <a:pt x="1278" y="1328"/>
                    <a:pt x="696" y="746"/>
                    <a:pt x="51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4" name="Google Shape;1284;p45"/>
            <p:cNvSpPr/>
            <p:nvPr/>
          </p:nvSpPr>
          <p:spPr>
            <a:xfrm>
              <a:off x="7065056" y="2819190"/>
              <a:ext cx="205238" cy="76979"/>
            </a:xfrm>
            <a:custGeom>
              <a:rect b="b" l="l" r="r" t="t"/>
              <a:pathLst>
                <a:path extrusionOk="0" h="3969" w="10582">
                  <a:moveTo>
                    <a:pt x="5935" y="812"/>
                  </a:moveTo>
                  <a:cubicBezTo>
                    <a:pt x="6194" y="812"/>
                    <a:pt x="6443" y="1013"/>
                    <a:pt x="6443" y="1317"/>
                  </a:cubicBezTo>
                  <a:cubicBezTo>
                    <a:pt x="6443" y="1594"/>
                    <a:pt x="6218" y="1821"/>
                    <a:pt x="5939" y="1821"/>
                  </a:cubicBezTo>
                  <a:cubicBezTo>
                    <a:pt x="5489" y="1821"/>
                    <a:pt x="5264" y="1279"/>
                    <a:pt x="5582" y="961"/>
                  </a:cubicBezTo>
                  <a:cubicBezTo>
                    <a:pt x="5685" y="858"/>
                    <a:pt x="5811" y="812"/>
                    <a:pt x="5935" y="812"/>
                  </a:cubicBezTo>
                  <a:close/>
                  <a:moveTo>
                    <a:pt x="4390" y="2113"/>
                  </a:moveTo>
                  <a:cubicBezTo>
                    <a:pt x="4650" y="2113"/>
                    <a:pt x="4899" y="2314"/>
                    <a:pt x="4899" y="2617"/>
                  </a:cubicBezTo>
                  <a:cubicBezTo>
                    <a:pt x="4899" y="2896"/>
                    <a:pt x="4672" y="3121"/>
                    <a:pt x="4395" y="3121"/>
                  </a:cubicBezTo>
                  <a:cubicBezTo>
                    <a:pt x="3945" y="3121"/>
                    <a:pt x="3720" y="2578"/>
                    <a:pt x="4038" y="2260"/>
                  </a:cubicBezTo>
                  <a:cubicBezTo>
                    <a:pt x="4141" y="2158"/>
                    <a:pt x="4267" y="2113"/>
                    <a:pt x="4390" y="2113"/>
                  </a:cubicBezTo>
                  <a:close/>
                  <a:moveTo>
                    <a:pt x="5435" y="1"/>
                  </a:moveTo>
                  <a:cubicBezTo>
                    <a:pt x="4103" y="1"/>
                    <a:pt x="2927" y="876"/>
                    <a:pt x="2507" y="2131"/>
                  </a:cubicBezTo>
                  <a:cubicBezTo>
                    <a:pt x="1402" y="2249"/>
                    <a:pt x="446" y="2950"/>
                    <a:pt x="1" y="3969"/>
                  </a:cubicBezTo>
                  <a:lnTo>
                    <a:pt x="10582" y="3969"/>
                  </a:lnTo>
                  <a:cubicBezTo>
                    <a:pt x="10169" y="3125"/>
                    <a:pt x="9369" y="2539"/>
                    <a:pt x="8439" y="2403"/>
                  </a:cubicBezTo>
                  <a:lnTo>
                    <a:pt x="8441" y="2403"/>
                  </a:lnTo>
                  <a:cubicBezTo>
                    <a:pt x="8116" y="1032"/>
                    <a:pt x="6888" y="1"/>
                    <a:pt x="543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5" name="Google Shape;1285;p45"/>
            <p:cNvSpPr/>
            <p:nvPr/>
          </p:nvSpPr>
          <p:spPr>
            <a:xfrm>
              <a:off x="7014611" y="2915057"/>
              <a:ext cx="311794" cy="191177"/>
            </a:xfrm>
            <a:custGeom>
              <a:rect b="b" l="l" r="r" t="t"/>
              <a:pathLst>
                <a:path extrusionOk="0" h="9857" w="16076">
                  <a:moveTo>
                    <a:pt x="1564" y="1789"/>
                  </a:moveTo>
                  <a:lnTo>
                    <a:pt x="1564" y="2114"/>
                  </a:lnTo>
                  <a:cubicBezTo>
                    <a:pt x="1564" y="2382"/>
                    <a:pt x="1782" y="2600"/>
                    <a:pt x="2051" y="2600"/>
                  </a:cubicBezTo>
                  <a:lnTo>
                    <a:pt x="2105" y="2600"/>
                  </a:lnTo>
                  <a:cubicBezTo>
                    <a:pt x="2113" y="2697"/>
                    <a:pt x="2394" y="5891"/>
                    <a:pt x="2409" y="6077"/>
                  </a:cubicBezTo>
                  <a:cubicBezTo>
                    <a:pt x="1506" y="4884"/>
                    <a:pt x="978" y="3419"/>
                    <a:pt x="978" y="1789"/>
                  </a:cubicBezTo>
                  <a:close/>
                  <a:moveTo>
                    <a:pt x="15092" y="1791"/>
                  </a:moveTo>
                  <a:cubicBezTo>
                    <a:pt x="15092" y="3422"/>
                    <a:pt x="14564" y="4888"/>
                    <a:pt x="13661" y="6079"/>
                  </a:cubicBezTo>
                  <a:cubicBezTo>
                    <a:pt x="13684" y="5798"/>
                    <a:pt x="13959" y="2678"/>
                    <a:pt x="13965" y="2602"/>
                  </a:cubicBezTo>
                  <a:lnTo>
                    <a:pt x="14019" y="2602"/>
                  </a:lnTo>
                  <a:cubicBezTo>
                    <a:pt x="14290" y="2602"/>
                    <a:pt x="14506" y="2384"/>
                    <a:pt x="14506" y="2116"/>
                  </a:cubicBezTo>
                  <a:lnTo>
                    <a:pt x="14506" y="1791"/>
                  </a:lnTo>
                  <a:close/>
                  <a:moveTo>
                    <a:pt x="8055" y="3693"/>
                  </a:moveTo>
                  <a:cubicBezTo>
                    <a:pt x="8346" y="3693"/>
                    <a:pt x="8581" y="3955"/>
                    <a:pt x="8536" y="4254"/>
                  </a:cubicBezTo>
                  <a:cubicBezTo>
                    <a:pt x="8432" y="4917"/>
                    <a:pt x="8950" y="5496"/>
                    <a:pt x="9594" y="5496"/>
                  </a:cubicBezTo>
                  <a:cubicBezTo>
                    <a:pt x="9650" y="5496"/>
                    <a:pt x="9707" y="5491"/>
                    <a:pt x="9764" y="5483"/>
                  </a:cubicBezTo>
                  <a:cubicBezTo>
                    <a:pt x="9789" y="5479"/>
                    <a:pt x="9814" y="5477"/>
                    <a:pt x="9839" y="5477"/>
                  </a:cubicBezTo>
                  <a:cubicBezTo>
                    <a:pt x="10132" y="5477"/>
                    <a:pt x="10367" y="5739"/>
                    <a:pt x="10320" y="6040"/>
                  </a:cubicBezTo>
                  <a:cubicBezTo>
                    <a:pt x="10201" y="6802"/>
                    <a:pt x="9664" y="7433"/>
                    <a:pt x="8931" y="7673"/>
                  </a:cubicBezTo>
                  <a:cubicBezTo>
                    <a:pt x="8723" y="7741"/>
                    <a:pt x="8510" y="7773"/>
                    <a:pt x="8297" y="7773"/>
                  </a:cubicBezTo>
                  <a:cubicBezTo>
                    <a:pt x="7762" y="7773"/>
                    <a:pt x="7237" y="7564"/>
                    <a:pt x="6847" y="7174"/>
                  </a:cubicBezTo>
                  <a:cubicBezTo>
                    <a:pt x="6302" y="6626"/>
                    <a:pt x="6107" y="5822"/>
                    <a:pt x="6347" y="5089"/>
                  </a:cubicBezTo>
                  <a:cubicBezTo>
                    <a:pt x="6587" y="4356"/>
                    <a:pt x="7217" y="3817"/>
                    <a:pt x="7980" y="3699"/>
                  </a:cubicBezTo>
                  <a:cubicBezTo>
                    <a:pt x="8005" y="3695"/>
                    <a:pt x="8030" y="3693"/>
                    <a:pt x="8055" y="3693"/>
                  </a:cubicBezTo>
                  <a:close/>
                  <a:moveTo>
                    <a:pt x="2053" y="1"/>
                  </a:moveTo>
                  <a:cubicBezTo>
                    <a:pt x="1785" y="1"/>
                    <a:pt x="1566" y="219"/>
                    <a:pt x="1566" y="490"/>
                  </a:cubicBezTo>
                  <a:lnTo>
                    <a:pt x="1566" y="814"/>
                  </a:lnTo>
                  <a:lnTo>
                    <a:pt x="494" y="814"/>
                  </a:lnTo>
                  <a:cubicBezTo>
                    <a:pt x="223" y="814"/>
                    <a:pt x="5" y="1032"/>
                    <a:pt x="7" y="1300"/>
                  </a:cubicBezTo>
                  <a:lnTo>
                    <a:pt x="7" y="1822"/>
                  </a:lnTo>
                  <a:cubicBezTo>
                    <a:pt x="1" y="3954"/>
                    <a:pt x="848" y="5997"/>
                    <a:pt x="2358" y="7502"/>
                  </a:cubicBezTo>
                  <a:cubicBezTo>
                    <a:pt x="3935" y="9071"/>
                    <a:pt x="5987" y="9856"/>
                    <a:pt x="8039" y="9856"/>
                  </a:cubicBezTo>
                  <a:cubicBezTo>
                    <a:pt x="10089" y="9856"/>
                    <a:pt x="12141" y="9072"/>
                    <a:pt x="13719" y="7502"/>
                  </a:cubicBezTo>
                  <a:cubicBezTo>
                    <a:pt x="15230" y="5997"/>
                    <a:pt x="16076" y="3954"/>
                    <a:pt x="16072" y="1822"/>
                  </a:cubicBezTo>
                  <a:lnTo>
                    <a:pt x="16072" y="1300"/>
                  </a:lnTo>
                  <a:cubicBezTo>
                    <a:pt x="16072" y="1031"/>
                    <a:pt x="15853" y="814"/>
                    <a:pt x="15585" y="814"/>
                  </a:cubicBezTo>
                  <a:cubicBezTo>
                    <a:pt x="15583" y="814"/>
                    <a:pt x="15582" y="814"/>
                    <a:pt x="15581" y="814"/>
                  </a:cubicBezTo>
                  <a:lnTo>
                    <a:pt x="14508" y="814"/>
                  </a:lnTo>
                  <a:lnTo>
                    <a:pt x="14508" y="490"/>
                  </a:lnTo>
                  <a:cubicBezTo>
                    <a:pt x="14508" y="219"/>
                    <a:pt x="14290" y="1"/>
                    <a:pt x="1402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286" name="Google Shape;1286;p45"/>
          <p:cNvGrpSpPr/>
          <p:nvPr/>
        </p:nvGrpSpPr>
        <p:grpSpPr>
          <a:xfrm>
            <a:off x="4410498" y="1606545"/>
            <a:ext cx="323004" cy="302147"/>
            <a:chOff x="5860119" y="3956320"/>
            <a:chExt cx="323004" cy="302147"/>
          </a:xfrm>
        </p:grpSpPr>
        <p:sp>
          <p:nvSpPr>
            <p:cNvPr id="1287" name="Google Shape;1287;p45"/>
            <p:cNvSpPr/>
            <p:nvPr/>
          </p:nvSpPr>
          <p:spPr>
            <a:xfrm>
              <a:off x="5860119" y="4077399"/>
              <a:ext cx="323004" cy="150738"/>
            </a:xfrm>
            <a:custGeom>
              <a:rect b="b" l="l" r="r" t="t"/>
              <a:pathLst>
                <a:path extrusionOk="0" h="7772" w="16654">
                  <a:moveTo>
                    <a:pt x="8847" y="4197"/>
                  </a:moveTo>
                  <a:cubicBezTo>
                    <a:pt x="9117" y="4197"/>
                    <a:pt x="9336" y="4416"/>
                    <a:pt x="9336" y="4684"/>
                  </a:cubicBezTo>
                  <a:cubicBezTo>
                    <a:pt x="9336" y="4954"/>
                    <a:pt x="9117" y="5173"/>
                    <a:pt x="8847" y="5173"/>
                  </a:cubicBezTo>
                  <a:lnTo>
                    <a:pt x="7807" y="5173"/>
                  </a:lnTo>
                  <a:cubicBezTo>
                    <a:pt x="7539" y="5173"/>
                    <a:pt x="7320" y="4954"/>
                    <a:pt x="7320" y="4684"/>
                  </a:cubicBezTo>
                  <a:cubicBezTo>
                    <a:pt x="7320" y="4416"/>
                    <a:pt x="7539" y="4197"/>
                    <a:pt x="7807" y="4197"/>
                  </a:cubicBezTo>
                  <a:close/>
                  <a:moveTo>
                    <a:pt x="16165" y="0"/>
                  </a:moveTo>
                  <a:lnTo>
                    <a:pt x="16165" y="2"/>
                  </a:lnTo>
                  <a:lnTo>
                    <a:pt x="489" y="2"/>
                  </a:lnTo>
                  <a:cubicBezTo>
                    <a:pt x="488" y="2"/>
                    <a:pt x="487" y="2"/>
                    <a:pt x="485" y="2"/>
                  </a:cubicBezTo>
                  <a:cubicBezTo>
                    <a:pt x="217" y="2"/>
                    <a:pt x="1" y="222"/>
                    <a:pt x="3" y="489"/>
                  </a:cubicBezTo>
                  <a:lnTo>
                    <a:pt x="3" y="1075"/>
                  </a:lnTo>
                  <a:cubicBezTo>
                    <a:pt x="3" y="1345"/>
                    <a:pt x="221" y="1561"/>
                    <a:pt x="489" y="1561"/>
                  </a:cubicBezTo>
                  <a:lnTo>
                    <a:pt x="597" y="1561"/>
                  </a:lnTo>
                  <a:cubicBezTo>
                    <a:pt x="548" y="1639"/>
                    <a:pt x="522" y="1730"/>
                    <a:pt x="522" y="1823"/>
                  </a:cubicBezTo>
                  <a:lnTo>
                    <a:pt x="522" y="6310"/>
                  </a:lnTo>
                  <a:cubicBezTo>
                    <a:pt x="524" y="7078"/>
                    <a:pt x="1121" y="7715"/>
                    <a:pt x="1888" y="7770"/>
                  </a:cubicBezTo>
                  <a:cubicBezTo>
                    <a:pt x="1904" y="6377"/>
                    <a:pt x="3037" y="5259"/>
                    <a:pt x="4427" y="5259"/>
                  </a:cubicBezTo>
                  <a:cubicBezTo>
                    <a:pt x="5818" y="5261"/>
                    <a:pt x="6948" y="6381"/>
                    <a:pt x="6961" y="7772"/>
                  </a:cubicBezTo>
                  <a:lnTo>
                    <a:pt x="9695" y="7772"/>
                  </a:lnTo>
                  <a:cubicBezTo>
                    <a:pt x="9706" y="6381"/>
                    <a:pt x="10834" y="5259"/>
                    <a:pt x="12225" y="5257"/>
                  </a:cubicBezTo>
                  <a:cubicBezTo>
                    <a:pt x="12226" y="5257"/>
                    <a:pt x="12227" y="5257"/>
                    <a:pt x="12229" y="5257"/>
                  </a:cubicBezTo>
                  <a:cubicBezTo>
                    <a:pt x="13620" y="5257"/>
                    <a:pt x="14750" y="6374"/>
                    <a:pt x="14768" y="7763"/>
                  </a:cubicBezTo>
                  <a:cubicBezTo>
                    <a:pt x="15507" y="7679"/>
                    <a:pt x="16067" y="7054"/>
                    <a:pt x="16067" y="6308"/>
                  </a:cubicBezTo>
                  <a:lnTo>
                    <a:pt x="16067" y="1821"/>
                  </a:lnTo>
                  <a:cubicBezTo>
                    <a:pt x="16067" y="1730"/>
                    <a:pt x="16041" y="1639"/>
                    <a:pt x="15992" y="1561"/>
                  </a:cubicBezTo>
                  <a:lnTo>
                    <a:pt x="16165" y="1561"/>
                  </a:lnTo>
                  <a:cubicBezTo>
                    <a:pt x="16435" y="1561"/>
                    <a:pt x="16651" y="1343"/>
                    <a:pt x="16651" y="1075"/>
                  </a:cubicBezTo>
                  <a:lnTo>
                    <a:pt x="16651" y="489"/>
                  </a:lnTo>
                  <a:cubicBezTo>
                    <a:pt x="16653" y="221"/>
                    <a:pt x="16435" y="0"/>
                    <a:pt x="1616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8" name="Google Shape;1288;p45"/>
            <p:cNvSpPr/>
            <p:nvPr/>
          </p:nvSpPr>
          <p:spPr>
            <a:xfrm>
              <a:off x="6067038" y="4197877"/>
              <a:ext cx="60551" cy="60590"/>
            </a:xfrm>
            <a:custGeom>
              <a:rect b="b" l="l" r="r" t="t"/>
              <a:pathLst>
                <a:path extrusionOk="0" h="3124" w="3122">
                  <a:moveTo>
                    <a:pt x="1562" y="1"/>
                  </a:moveTo>
                  <a:cubicBezTo>
                    <a:pt x="699" y="1"/>
                    <a:pt x="1" y="699"/>
                    <a:pt x="1" y="1562"/>
                  </a:cubicBezTo>
                  <a:cubicBezTo>
                    <a:pt x="1" y="2425"/>
                    <a:pt x="699" y="3123"/>
                    <a:pt x="1562" y="3123"/>
                  </a:cubicBezTo>
                  <a:cubicBezTo>
                    <a:pt x="2423" y="3123"/>
                    <a:pt x="3121" y="2425"/>
                    <a:pt x="3121" y="1562"/>
                  </a:cubicBezTo>
                  <a:cubicBezTo>
                    <a:pt x="3121" y="699"/>
                    <a:pt x="2423" y="1"/>
                    <a:pt x="156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9" name="Google Shape;1289;p45"/>
            <p:cNvSpPr/>
            <p:nvPr/>
          </p:nvSpPr>
          <p:spPr>
            <a:xfrm>
              <a:off x="5915645" y="4197877"/>
              <a:ext cx="60590" cy="60590"/>
            </a:xfrm>
            <a:custGeom>
              <a:rect b="b" l="l" r="r" t="t"/>
              <a:pathLst>
                <a:path extrusionOk="0" h="3124" w="3124">
                  <a:moveTo>
                    <a:pt x="1562" y="1"/>
                  </a:moveTo>
                  <a:cubicBezTo>
                    <a:pt x="699" y="1"/>
                    <a:pt x="1" y="699"/>
                    <a:pt x="1" y="1562"/>
                  </a:cubicBezTo>
                  <a:cubicBezTo>
                    <a:pt x="1" y="2425"/>
                    <a:pt x="699" y="3123"/>
                    <a:pt x="1562" y="3123"/>
                  </a:cubicBezTo>
                  <a:cubicBezTo>
                    <a:pt x="2425" y="3123"/>
                    <a:pt x="3123" y="2425"/>
                    <a:pt x="3123" y="1562"/>
                  </a:cubicBezTo>
                  <a:cubicBezTo>
                    <a:pt x="3123" y="699"/>
                    <a:pt x="2425" y="1"/>
                    <a:pt x="156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0" name="Google Shape;1290;p45"/>
            <p:cNvSpPr/>
            <p:nvPr/>
          </p:nvSpPr>
          <p:spPr>
            <a:xfrm>
              <a:off x="5891072" y="3956320"/>
              <a:ext cx="150117" cy="102173"/>
            </a:xfrm>
            <a:custGeom>
              <a:rect b="b" l="l" r="r" t="t"/>
              <a:pathLst>
                <a:path extrusionOk="0" h="5268" w="7740">
                  <a:moveTo>
                    <a:pt x="2825" y="3121"/>
                  </a:moveTo>
                  <a:cubicBezTo>
                    <a:pt x="3092" y="3121"/>
                    <a:pt x="3350" y="3329"/>
                    <a:pt x="3350" y="3644"/>
                  </a:cubicBezTo>
                  <a:cubicBezTo>
                    <a:pt x="3350" y="3931"/>
                    <a:pt x="3117" y="4163"/>
                    <a:pt x="2829" y="4163"/>
                  </a:cubicBezTo>
                  <a:cubicBezTo>
                    <a:pt x="2366" y="4163"/>
                    <a:pt x="2133" y="3603"/>
                    <a:pt x="2461" y="3274"/>
                  </a:cubicBezTo>
                  <a:cubicBezTo>
                    <a:pt x="2567" y="3169"/>
                    <a:pt x="2697" y="3121"/>
                    <a:pt x="2825" y="3121"/>
                  </a:cubicBezTo>
                  <a:close/>
                  <a:moveTo>
                    <a:pt x="4906" y="3121"/>
                  </a:moveTo>
                  <a:cubicBezTo>
                    <a:pt x="5174" y="3121"/>
                    <a:pt x="5430" y="3329"/>
                    <a:pt x="5430" y="3644"/>
                  </a:cubicBezTo>
                  <a:cubicBezTo>
                    <a:pt x="5430" y="3929"/>
                    <a:pt x="5197" y="4163"/>
                    <a:pt x="4911" y="4163"/>
                  </a:cubicBezTo>
                  <a:lnTo>
                    <a:pt x="4909" y="4163"/>
                  </a:lnTo>
                  <a:cubicBezTo>
                    <a:pt x="4446" y="4163"/>
                    <a:pt x="4215" y="3603"/>
                    <a:pt x="4542" y="3274"/>
                  </a:cubicBezTo>
                  <a:cubicBezTo>
                    <a:pt x="4648" y="3169"/>
                    <a:pt x="4778" y="3121"/>
                    <a:pt x="4906" y="3121"/>
                  </a:cubicBezTo>
                  <a:close/>
                  <a:moveTo>
                    <a:pt x="3869" y="0"/>
                  </a:moveTo>
                  <a:cubicBezTo>
                    <a:pt x="3601" y="0"/>
                    <a:pt x="3383" y="219"/>
                    <a:pt x="3383" y="487"/>
                  </a:cubicBezTo>
                  <a:lnTo>
                    <a:pt x="3383" y="1365"/>
                  </a:lnTo>
                  <a:cubicBezTo>
                    <a:pt x="1536" y="1596"/>
                    <a:pt x="0" y="3155"/>
                    <a:pt x="0" y="5268"/>
                  </a:cubicBezTo>
                  <a:lnTo>
                    <a:pt x="7740" y="5268"/>
                  </a:lnTo>
                  <a:cubicBezTo>
                    <a:pt x="7740" y="3146"/>
                    <a:pt x="6198" y="1598"/>
                    <a:pt x="4358" y="1365"/>
                  </a:cubicBezTo>
                  <a:lnTo>
                    <a:pt x="4358" y="487"/>
                  </a:lnTo>
                  <a:cubicBezTo>
                    <a:pt x="4358" y="219"/>
                    <a:pt x="4139" y="0"/>
                    <a:pt x="386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1" name="Google Shape;1291;p45"/>
            <p:cNvSpPr/>
            <p:nvPr/>
          </p:nvSpPr>
          <p:spPr>
            <a:xfrm>
              <a:off x="6094054" y="3961557"/>
              <a:ext cx="55586" cy="55334"/>
            </a:xfrm>
            <a:custGeom>
              <a:rect b="b" l="l" r="r" t="t"/>
              <a:pathLst>
                <a:path extrusionOk="0" h="2853" w="2866">
                  <a:moveTo>
                    <a:pt x="755" y="0"/>
                  </a:moveTo>
                  <a:cubicBezTo>
                    <a:pt x="215" y="416"/>
                    <a:pt x="1" y="1129"/>
                    <a:pt x="221" y="1776"/>
                  </a:cubicBezTo>
                  <a:cubicBezTo>
                    <a:pt x="442" y="2420"/>
                    <a:pt x="1047" y="2853"/>
                    <a:pt x="1731" y="2853"/>
                  </a:cubicBezTo>
                  <a:cubicBezTo>
                    <a:pt x="2156" y="2853"/>
                    <a:pt x="2567" y="2680"/>
                    <a:pt x="2866" y="2375"/>
                  </a:cubicBezTo>
                  <a:cubicBezTo>
                    <a:pt x="2565" y="1300"/>
                    <a:pt x="1787" y="424"/>
                    <a:pt x="75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2" name="Google Shape;1292;p45"/>
            <p:cNvSpPr/>
            <p:nvPr/>
          </p:nvSpPr>
          <p:spPr>
            <a:xfrm>
              <a:off x="6059455" y="4046388"/>
              <a:ext cx="10299" cy="12141"/>
            </a:xfrm>
            <a:custGeom>
              <a:rect b="b" l="l" r="r" t="t"/>
              <a:pathLst>
                <a:path extrusionOk="0" h="626" w="531">
                  <a:moveTo>
                    <a:pt x="1" y="1"/>
                  </a:moveTo>
                  <a:cubicBezTo>
                    <a:pt x="24" y="209"/>
                    <a:pt x="35" y="416"/>
                    <a:pt x="33" y="626"/>
                  </a:cubicBezTo>
                  <a:lnTo>
                    <a:pt x="530" y="626"/>
                  </a:lnTo>
                  <a:cubicBezTo>
                    <a:pt x="411" y="375"/>
                    <a:pt x="228" y="159"/>
                    <a:pt x="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3" name="Google Shape;1293;p45"/>
            <p:cNvSpPr/>
            <p:nvPr/>
          </p:nvSpPr>
          <p:spPr>
            <a:xfrm>
              <a:off x="6025902" y="3956320"/>
              <a:ext cx="126261" cy="102173"/>
            </a:xfrm>
            <a:custGeom>
              <a:rect b="b" l="l" r="r" t="t"/>
              <a:pathLst>
                <a:path extrusionOk="0" h="5268" w="6510">
                  <a:moveTo>
                    <a:pt x="2902" y="1"/>
                  </a:moveTo>
                  <a:cubicBezTo>
                    <a:pt x="1763" y="1"/>
                    <a:pt x="684" y="540"/>
                    <a:pt x="1" y="1466"/>
                  </a:cubicBezTo>
                  <a:cubicBezTo>
                    <a:pt x="643" y="1996"/>
                    <a:pt x="1138" y="2682"/>
                    <a:pt x="1439" y="3458"/>
                  </a:cubicBezTo>
                  <a:cubicBezTo>
                    <a:pt x="2338" y="3683"/>
                    <a:pt x="3050" y="4375"/>
                    <a:pt x="3298" y="5268"/>
                  </a:cubicBezTo>
                  <a:lnTo>
                    <a:pt x="6109" y="5268"/>
                  </a:lnTo>
                  <a:cubicBezTo>
                    <a:pt x="6349" y="4803"/>
                    <a:pt x="6488" y="4288"/>
                    <a:pt x="6510" y="3765"/>
                  </a:cubicBezTo>
                  <a:lnTo>
                    <a:pt x="6510" y="3765"/>
                  </a:lnTo>
                  <a:cubicBezTo>
                    <a:pt x="6113" y="3990"/>
                    <a:pt x="5677" y="4099"/>
                    <a:pt x="5244" y="4099"/>
                  </a:cubicBezTo>
                  <a:cubicBezTo>
                    <a:pt x="4529" y="4099"/>
                    <a:pt x="3823" y="3801"/>
                    <a:pt x="3322" y="3237"/>
                  </a:cubicBezTo>
                  <a:cubicBezTo>
                    <a:pt x="2518" y="2331"/>
                    <a:pt x="2455" y="986"/>
                    <a:pt x="3173" y="11"/>
                  </a:cubicBezTo>
                  <a:cubicBezTo>
                    <a:pt x="3082" y="4"/>
                    <a:pt x="2992" y="1"/>
                    <a:pt x="290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7" name="Shape 1297"/>
        <p:cNvGrpSpPr/>
        <p:nvPr/>
      </p:nvGrpSpPr>
      <p:grpSpPr>
        <a:xfrm>
          <a:off x="0" y="0"/>
          <a:ext cx="0" cy="0"/>
          <a:chOff x="0" y="0"/>
          <a:chExt cx="0" cy="0"/>
        </a:xfrm>
      </p:grpSpPr>
      <p:sp>
        <p:nvSpPr>
          <p:cNvPr id="1298" name="Google Shape;1298;p46"/>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Traditional Retrieval vs User Struggle</a:t>
            </a:r>
            <a:endParaRPr/>
          </a:p>
        </p:txBody>
      </p:sp>
      <p:sp>
        <p:nvSpPr>
          <p:cNvPr id="1299" name="Google Shape;1299;p46"/>
          <p:cNvSpPr txBox="1"/>
          <p:nvPr/>
        </p:nvSpPr>
        <p:spPr>
          <a:xfrm>
            <a:off x="436825" y="1140150"/>
            <a:ext cx="5026200" cy="3186300"/>
          </a:xfrm>
          <a:prstGeom prst="rect">
            <a:avLst/>
          </a:prstGeom>
          <a:noFill/>
          <a:ln>
            <a:noFill/>
          </a:ln>
        </p:spPr>
        <p:txBody>
          <a:bodyPr anchorCtr="0" anchor="t" bIns="91425" lIns="91425" spcFirstLastPara="1" rIns="91425" wrap="square" tIns="91425">
            <a:spAutoFit/>
          </a:bodyPr>
          <a:lstStyle/>
          <a:p>
            <a:pPr indent="-311150" lvl="0" marL="457200" rtl="0" algn="l">
              <a:spcBef>
                <a:spcPts val="0"/>
              </a:spcBef>
              <a:spcAft>
                <a:spcPts val="0"/>
              </a:spcAft>
              <a:buSzPts val="1300"/>
              <a:buFont typeface="Inter"/>
              <a:buChar char="●"/>
            </a:pPr>
            <a:r>
              <a:rPr lang="en" sz="1300">
                <a:latin typeface="Inter"/>
                <a:ea typeface="Inter"/>
                <a:cs typeface="Inter"/>
                <a:sym typeface="Inter"/>
              </a:rPr>
              <a:t>Traditional retrieval systems focus on matching and ranking documents, not on answering user questions directly.</a:t>
            </a:r>
            <a:endParaRPr sz="1300">
              <a:latin typeface="Inter"/>
              <a:ea typeface="Inter"/>
              <a:cs typeface="Inter"/>
              <a:sym typeface="Inter"/>
            </a:endParaRPr>
          </a:p>
          <a:p>
            <a:pPr indent="-311150" lvl="0" marL="457200" rtl="0" algn="l">
              <a:spcBef>
                <a:spcPts val="0"/>
              </a:spcBef>
              <a:spcAft>
                <a:spcPts val="0"/>
              </a:spcAft>
              <a:buSzPts val="1300"/>
              <a:buFont typeface="Inter"/>
              <a:buChar char="●"/>
            </a:pPr>
            <a:r>
              <a:rPr lang="en" sz="1300">
                <a:latin typeface="Inter"/>
                <a:ea typeface="Inter"/>
                <a:cs typeface="Inter"/>
                <a:sym typeface="Inter"/>
              </a:rPr>
              <a:t>Users are often presented with a large number of loosely relevant results, increasing cognitive load.</a:t>
            </a:r>
            <a:endParaRPr sz="1300">
              <a:latin typeface="Inter"/>
              <a:ea typeface="Inter"/>
              <a:cs typeface="Inter"/>
              <a:sym typeface="Inter"/>
            </a:endParaRPr>
          </a:p>
          <a:p>
            <a:pPr indent="-311150" lvl="0" marL="457200" rtl="0" algn="l">
              <a:spcBef>
                <a:spcPts val="0"/>
              </a:spcBef>
              <a:spcAft>
                <a:spcPts val="0"/>
              </a:spcAft>
              <a:buSzPts val="1300"/>
              <a:buFont typeface="Inter"/>
              <a:buChar char="●"/>
            </a:pPr>
            <a:r>
              <a:rPr lang="en" sz="1300">
                <a:latin typeface="Inter"/>
                <a:ea typeface="Inter"/>
                <a:cs typeface="Inter"/>
                <a:sym typeface="Inter"/>
              </a:rPr>
              <a:t>Finding the correct information requires manual scanning, reading, and comparison across multiple documents.</a:t>
            </a:r>
            <a:endParaRPr sz="1300">
              <a:latin typeface="Inter"/>
              <a:ea typeface="Inter"/>
              <a:cs typeface="Inter"/>
              <a:sym typeface="Inter"/>
            </a:endParaRPr>
          </a:p>
          <a:p>
            <a:pPr indent="-311150" lvl="0" marL="457200" rtl="0" algn="l">
              <a:spcBef>
                <a:spcPts val="0"/>
              </a:spcBef>
              <a:spcAft>
                <a:spcPts val="0"/>
              </a:spcAft>
              <a:buSzPts val="1300"/>
              <a:buFont typeface="Inter"/>
              <a:buChar char="●"/>
            </a:pPr>
            <a:r>
              <a:rPr lang="en" sz="1300">
                <a:latin typeface="Inter"/>
                <a:ea typeface="Inter"/>
                <a:cs typeface="Inter"/>
                <a:sym typeface="Inter"/>
              </a:rPr>
              <a:t>Important details may be scattered across different sources, forcing users to synthesize information themselves.</a:t>
            </a:r>
            <a:endParaRPr sz="1300">
              <a:latin typeface="Inter"/>
              <a:ea typeface="Inter"/>
              <a:cs typeface="Inter"/>
              <a:sym typeface="Inter"/>
            </a:endParaRPr>
          </a:p>
          <a:p>
            <a:pPr indent="-311150" lvl="0" marL="457200" rtl="0" algn="l">
              <a:spcBef>
                <a:spcPts val="0"/>
              </a:spcBef>
              <a:spcAft>
                <a:spcPts val="0"/>
              </a:spcAft>
              <a:buSzPts val="1300"/>
              <a:buFont typeface="Inter"/>
              <a:buChar char="●"/>
            </a:pPr>
            <a:r>
              <a:rPr lang="en" sz="1300">
                <a:latin typeface="Inter"/>
                <a:ea typeface="Inter"/>
                <a:cs typeface="Inter"/>
                <a:sym typeface="Inter"/>
              </a:rPr>
              <a:t>The retrieval process is time-consuming and inefficient, especially for complex or specific queries.</a:t>
            </a:r>
            <a:endParaRPr sz="1300">
              <a:latin typeface="Inter"/>
              <a:ea typeface="Inter"/>
              <a:cs typeface="Inter"/>
              <a:sym typeface="Inter"/>
            </a:endParaRPr>
          </a:p>
          <a:p>
            <a:pPr indent="-311150" lvl="0" marL="457200" rtl="0" algn="l">
              <a:spcBef>
                <a:spcPts val="0"/>
              </a:spcBef>
              <a:spcAft>
                <a:spcPts val="0"/>
              </a:spcAft>
              <a:buSzPts val="1300"/>
              <a:buFont typeface="Inter"/>
              <a:buChar char="●"/>
            </a:pPr>
            <a:r>
              <a:rPr lang="en" sz="1300">
                <a:latin typeface="Inter"/>
                <a:ea typeface="Inter"/>
                <a:cs typeface="Inter"/>
                <a:sym typeface="Inter"/>
              </a:rPr>
              <a:t>Users experience frustration, information overload, and reduced search effectiveness.</a:t>
            </a:r>
            <a:endParaRPr sz="1300">
              <a:latin typeface="Inter"/>
              <a:ea typeface="Inter"/>
              <a:cs typeface="Inter"/>
              <a:sym typeface="Inter"/>
            </a:endParaRPr>
          </a:p>
        </p:txBody>
      </p:sp>
      <p:pic>
        <p:nvPicPr>
          <p:cNvPr id="1300" name="Google Shape;1300;p46" title="Screenshot 2025-12-21 125445.png"/>
          <p:cNvPicPr preferRelativeResize="0"/>
          <p:nvPr/>
        </p:nvPicPr>
        <p:blipFill>
          <a:blip r:embed="rId3">
            <a:alphaModFix/>
          </a:blip>
          <a:stretch>
            <a:fillRect/>
          </a:stretch>
        </p:blipFill>
        <p:spPr>
          <a:xfrm>
            <a:off x="5589325" y="1050137"/>
            <a:ext cx="2952100" cy="336632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4" name="Shape 1304"/>
        <p:cNvGrpSpPr/>
        <p:nvPr/>
      </p:nvGrpSpPr>
      <p:grpSpPr>
        <a:xfrm>
          <a:off x="0" y="0"/>
          <a:ext cx="0" cy="0"/>
          <a:chOff x="0" y="0"/>
          <a:chExt cx="0" cy="0"/>
        </a:xfrm>
      </p:grpSpPr>
      <p:sp>
        <p:nvSpPr>
          <p:cNvPr id="1305" name="Google Shape;1305;p47"/>
          <p:cNvSpPr txBox="1"/>
          <p:nvPr>
            <p:ph type="title"/>
          </p:nvPr>
        </p:nvSpPr>
        <p:spPr>
          <a:xfrm>
            <a:off x="483250" y="1164276"/>
            <a:ext cx="7199400" cy="1095000"/>
          </a:xfrm>
          <a:prstGeom prst="rect">
            <a:avLst/>
          </a:prstGeom>
          <a:no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SzPts val="3600"/>
              <a:buNone/>
            </a:pPr>
            <a:r>
              <a:rPr lang="en"/>
              <a:t>Methods</a:t>
            </a:r>
            <a:endParaRPr/>
          </a:p>
        </p:txBody>
      </p:sp>
      <p:sp>
        <p:nvSpPr>
          <p:cNvPr id="1306" name="Google Shape;1306;p47"/>
          <p:cNvSpPr txBox="1"/>
          <p:nvPr/>
        </p:nvSpPr>
        <p:spPr>
          <a:xfrm>
            <a:off x="483238" y="167143"/>
            <a:ext cx="4840200" cy="966300"/>
          </a:xfrm>
          <a:prstGeom prst="rect">
            <a:avLst/>
          </a:prstGeom>
          <a:solidFill>
            <a:srgbClr val="CFD9E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3000"/>
              <a:buFont typeface="Barlow"/>
              <a:buNone/>
            </a:pPr>
            <a:r>
              <a:rPr b="1" lang="en" sz="7200">
                <a:solidFill>
                  <a:schemeClr val="dk1"/>
                </a:solidFill>
                <a:latin typeface="Barlow"/>
                <a:ea typeface="Barlow"/>
                <a:cs typeface="Barlow"/>
                <a:sym typeface="Barlow"/>
              </a:rPr>
              <a:t>02</a:t>
            </a:r>
            <a:endParaRPr/>
          </a:p>
        </p:txBody>
      </p:sp>
      <p:sp>
        <p:nvSpPr>
          <p:cNvPr id="1307" name="Google Shape;1307;p47"/>
          <p:cNvSpPr txBox="1"/>
          <p:nvPr>
            <p:ph idx="4294967295" type="subTitle"/>
          </p:nvPr>
        </p:nvSpPr>
        <p:spPr>
          <a:xfrm>
            <a:off x="639525" y="2710550"/>
            <a:ext cx="7576800" cy="1250100"/>
          </a:xfrm>
          <a:prstGeom prst="rect">
            <a:avLst/>
          </a:prstGeom>
        </p:spPr>
        <p:txBody>
          <a:bodyPr anchorCtr="0" anchor="t" bIns="91425" lIns="91425" spcFirstLastPara="1" rIns="91425" wrap="square" tIns="91425">
            <a:noAutofit/>
          </a:bodyPr>
          <a:lstStyle/>
          <a:p>
            <a:pPr indent="-381000" lvl="0" marL="457200" rtl="0" algn="l">
              <a:lnSpc>
                <a:spcPct val="115000"/>
              </a:lnSpc>
              <a:spcBef>
                <a:spcPts val="0"/>
              </a:spcBef>
              <a:spcAft>
                <a:spcPts val="0"/>
              </a:spcAft>
              <a:buSzPts val="2400"/>
              <a:buAutoNum type="alphaUcPeriod"/>
            </a:pPr>
            <a:r>
              <a:rPr b="1" lang="en" sz="2400"/>
              <a:t>Generative Document Retrieval</a:t>
            </a:r>
            <a:endParaRPr b="1" sz="2400"/>
          </a:p>
          <a:p>
            <a:pPr indent="-381000" lvl="0" marL="457200" rtl="0" algn="l">
              <a:spcBef>
                <a:spcPts val="0"/>
              </a:spcBef>
              <a:spcAft>
                <a:spcPts val="0"/>
              </a:spcAft>
              <a:buSzPts val="2400"/>
              <a:buAutoNum type="alphaUcPeriod"/>
            </a:pPr>
            <a:r>
              <a:rPr b="1" lang="en" sz="2400"/>
              <a:t>Reliable Response Generation</a:t>
            </a:r>
            <a:endParaRPr b="1" sz="2400"/>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1" name="Shape 1311"/>
        <p:cNvGrpSpPr/>
        <p:nvPr/>
      </p:nvGrpSpPr>
      <p:grpSpPr>
        <a:xfrm>
          <a:off x="0" y="0"/>
          <a:ext cx="0" cy="0"/>
          <a:chOff x="0" y="0"/>
          <a:chExt cx="0" cy="0"/>
        </a:xfrm>
      </p:grpSpPr>
      <p:sp>
        <p:nvSpPr>
          <p:cNvPr id="1312" name="Google Shape;1312;p48"/>
          <p:cNvSpPr txBox="1"/>
          <p:nvPr>
            <p:ph type="title"/>
          </p:nvPr>
        </p:nvSpPr>
        <p:spPr>
          <a:xfrm>
            <a:off x="716550" y="139700"/>
            <a:ext cx="7710900" cy="647400"/>
          </a:xfrm>
          <a:prstGeom prst="rect">
            <a:avLst/>
          </a:prstGeom>
        </p:spPr>
        <p:txBody>
          <a:bodyPr anchorCtr="0" anchor="t" bIns="91425" lIns="91425" spcFirstLastPara="1" rIns="91425" wrap="square" tIns="91425">
            <a:noAutofit/>
          </a:bodyPr>
          <a:lstStyle/>
          <a:p>
            <a:pPr indent="-431800" lvl="0" marL="457200" rtl="0" algn="ctr">
              <a:spcBef>
                <a:spcPts val="0"/>
              </a:spcBef>
              <a:spcAft>
                <a:spcPts val="0"/>
              </a:spcAft>
              <a:buSzPts val="3200"/>
              <a:buAutoNum type="alphaUcPeriod"/>
            </a:pPr>
            <a:r>
              <a:rPr lang="en" sz="3200"/>
              <a:t>Generative Document Retrieval (GR)</a:t>
            </a:r>
            <a:endParaRPr sz="3200"/>
          </a:p>
        </p:txBody>
      </p:sp>
      <p:sp>
        <p:nvSpPr>
          <p:cNvPr id="1313" name="Google Shape;1313;p48"/>
          <p:cNvSpPr txBox="1"/>
          <p:nvPr>
            <p:ph idx="1" type="subTitle"/>
          </p:nvPr>
        </p:nvSpPr>
        <p:spPr>
          <a:xfrm>
            <a:off x="843650" y="862250"/>
            <a:ext cx="7576800" cy="12501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en" sz="1300">
                <a:latin typeface="Arial"/>
                <a:ea typeface="Arial"/>
                <a:cs typeface="Arial"/>
                <a:sym typeface="Arial"/>
              </a:rPr>
              <a:t>Core Concept:</a:t>
            </a:r>
            <a:r>
              <a:rPr lang="en" sz="1300">
                <a:latin typeface="Arial"/>
                <a:ea typeface="Arial"/>
                <a:cs typeface="Arial"/>
                <a:sym typeface="Arial"/>
              </a:rPr>
              <a:t> The model is the index. It "memorizes" documents during training.</a:t>
            </a:r>
            <a:endParaRPr sz="1300">
              <a:latin typeface="Arial"/>
              <a:ea typeface="Arial"/>
              <a:cs typeface="Arial"/>
              <a:sym typeface="Arial"/>
            </a:endParaRPr>
          </a:p>
          <a:p>
            <a:pPr indent="0" lvl="0" marL="0" rtl="0" algn="l">
              <a:lnSpc>
                <a:spcPct val="115000"/>
              </a:lnSpc>
              <a:spcBef>
                <a:spcPts val="0"/>
              </a:spcBef>
              <a:spcAft>
                <a:spcPts val="0"/>
              </a:spcAft>
              <a:buNone/>
            </a:pPr>
            <a:r>
              <a:rPr b="1" lang="en" sz="1300">
                <a:latin typeface="Arial"/>
                <a:ea typeface="Arial"/>
                <a:cs typeface="Arial"/>
                <a:sym typeface="Arial"/>
              </a:rPr>
              <a:t>The Process:</a:t>
            </a:r>
            <a:r>
              <a:rPr lang="en" sz="1300">
                <a:latin typeface="Arial"/>
                <a:ea typeface="Arial"/>
                <a:cs typeface="Arial"/>
                <a:sym typeface="Arial"/>
              </a:rPr>
              <a:t> Query </a:t>
            </a:r>
            <a:r>
              <a:rPr lang="en" sz="1300">
                <a:uFill>
                  <a:noFill/>
                </a:uFill>
                <a:latin typeface="Arial"/>
                <a:ea typeface="Arial"/>
                <a:cs typeface="Arial"/>
                <a:sym typeface="Arial"/>
                <a:hlinkClick r:id="rId3"/>
              </a:rPr>
              <a:t>→</a:t>
            </a:r>
            <a:r>
              <a:rPr lang="en" sz="1300">
                <a:latin typeface="Arial"/>
                <a:ea typeface="Arial"/>
                <a:cs typeface="Arial"/>
                <a:sym typeface="Arial"/>
              </a:rPr>
              <a:t> Model </a:t>
            </a:r>
            <a:r>
              <a:rPr lang="en" sz="1300">
                <a:uFill>
                  <a:noFill/>
                </a:uFill>
                <a:latin typeface="Arial"/>
                <a:ea typeface="Arial"/>
                <a:cs typeface="Arial"/>
                <a:sym typeface="Arial"/>
                <a:hlinkClick r:id="rId4"/>
              </a:rPr>
              <a:t>→</a:t>
            </a:r>
            <a:r>
              <a:rPr lang="en" sz="1300">
                <a:latin typeface="Arial"/>
                <a:ea typeface="Arial"/>
                <a:cs typeface="Arial"/>
                <a:sym typeface="Arial"/>
              </a:rPr>
              <a:t> Document Identifier (DocID).</a:t>
            </a:r>
            <a:endParaRPr sz="1300">
              <a:latin typeface="Arial"/>
              <a:ea typeface="Arial"/>
              <a:cs typeface="Arial"/>
              <a:sym typeface="Arial"/>
            </a:endParaRPr>
          </a:p>
          <a:p>
            <a:pPr indent="0" lvl="0" marL="0" rtl="0" algn="l">
              <a:lnSpc>
                <a:spcPct val="115000"/>
              </a:lnSpc>
              <a:spcBef>
                <a:spcPts val="0"/>
              </a:spcBef>
              <a:spcAft>
                <a:spcPts val="0"/>
              </a:spcAft>
              <a:buNone/>
            </a:pPr>
            <a:r>
              <a:rPr b="1" lang="en" sz="1300">
                <a:latin typeface="Arial"/>
                <a:ea typeface="Arial"/>
                <a:cs typeface="Arial"/>
                <a:sym typeface="Arial"/>
              </a:rPr>
              <a:t>Inference:</a:t>
            </a:r>
            <a:r>
              <a:rPr lang="en" sz="1300">
                <a:latin typeface="Arial"/>
                <a:ea typeface="Arial"/>
                <a:cs typeface="Arial"/>
                <a:sym typeface="Arial"/>
              </a:rPr>
              <a:t> Uses </a:t>
            </a:r>
            <a:r>
              <a:rPr b="1" lang="en" sz="1300">
                <a:latin typeface="Arial"/>
                <a:ea typeface="Arial"/>
                <a:cs typeface="Arial"/>
                <a:sym typeface="Arial"/>
              </a:rPr>
              <a:t>Constrained Beam Search</a:t>
            </a:r>
            <a:r>
              <a:rPr lang="en" sz="1300">
                <a:latin typeface="Arial"/>
                <a:ea typeface="Arial"/>
                <a:cs typeface="Arial"/>
                <a:sym typeface="Arial"/>
              </a:rPr>
              <a:t> to ensure the generated ID corresponds to a real document</a:t>
            </a:r>
            <a:r>
              <a:rPr baseline="30000" lang="en" sz="1300">
                <a:latin typeface="Arial"/>
                <a:ea typeface="Arial"/>
                <a:cs typeface="Arial"/>
                <a:sym typeface="Arial"/>
              </a:rPr>
              <a:t>3</a:t>
            </a:r>
            <a:r>
              <a:rPr lang="en" sz="1300">
                <a:latin typeface="Arial"/>
                <a:ea typeface="Arial"/>
                <a:cs typeface="Arial"/>
                <a:sym typeface="Arial"/>
              </a:rPr>
              <a:t>.</a:t>
            </a:r>
            <a:endParaRPr sz="1300">
              <a:latin typeface="Arial"/>
              <a:ea typeface="Arial"/>
              <a:cs typeface="Arial"/>
              <a:sym typeface="Arial"/>
            </a:endParaRPr>
          </a:p>
          <a:p>
            <a:pPr indent="0" lvl="0" marL="0" rtl="0" algn="l">
              <a:lnSpc>
                <a:spcPct val="115000"/>
              </a:lnSpc>
              <a:spcBef>
                <a:spcPts val="0"/>
              </a:spcBef>
              <a:spcAft>
                <a:spcPts val="0"/>
              </a:spcAft>
              <a:buNone/>
            </a:pPr>
            <a:r>
              <a:rPr b="1" lang="en" sz="1300">
                <a:latin typeface="Arial"/>
                <a:ea typeface="Arial"/>
                <a:cs typeface="Arial"/>
                <a:sym typeface="Arial"/>
              </a:rPr>
              <a:t>Advantage:</a:t>
            </a:r>
            <a:r>
              <a:rPr lang="en" sz="1300">
                <a:latin typeface="Arial"/>
                <a:ea typeface="Arial"/>
                <a:cs typeface="Arial"/>
                <a:sym typeface="Arial"/>
              </a:rPr>
              <a:t> End-to-end optimization; no need for a separate, massive external index.</a:t>
            </a:r>
            <a:endParaRPr sz="1300">
              <a:latin typeface="Arial"/>
              <a:ea typeface="Arial"/>
              <a:cs typeface="Arial"/>
              <a:sym typeface="Arial"/>
            </a:endParaRPr>
          </a:p>
          <a:p>
            <a:pPr indent="0" lvl="0" marL="0" rtl="0" algn="l">
              <a:spcBef>
                <a:spcPts val="0"/>
              </a:spcBef>
              <a:spcAft>
                <a:spcPts val="0"/>
              </a:spcAft>
              <a:buNone/>
            </a:pPr>
            <a:r>
              <a:t/>
            </a:r>
            <a:endParaRPr/>
          </a:p>
        </p:txBody>
      </p:sp>
      <p:pic>
        <p:nvPicPr>
          <p:cNvPr id="1314" name="Google Shape;1314;p48"/>
          <p:cNvPicPr preferRelativeResize="0"/>
          <p:nvPr/>
        </p:nvPicPr>
        <p:blipFill>
          <a:blip r:embed="rId5">
            <a:alphaModFix/>
          </a:blip>
          <a:stretch>
            <a:fillRect/>
          </a:stretch>
        </p:blipFill>
        <p:spPr>
          <a:xfrm>
            <a:off x="783675" y="2249801"/>
            <a:ext cx="7576651" cy="23820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8" name="Shape 1318"/>
        <p:cNvGrpSpPr/>
        <p:nvPr/>
      </p:nvGrpSpPr>
      <p:grpSpPr>
        <a:xfrm>
          <a:off x="0" y="0"/>
          <a:ext cx="0" cy="0"/>
          <a:chOff x="0" y="0"/>
          <a:chExt cx="0" cy="0"/>
        </a:xfrm>
      </p:grpSpPr>
      <p:sp>
        <p:nvSpPr>
          <p:cNvPr id="1319" name="Google Shape;1319;p49"/>
          <p:cNvSpPr txBox="1"/>
          <p:nvPr>
            <p:ph type="title"/>
          </p:nvPr>
        </p:nvSpPr>
        <p:spPr>
          <a:xfrm>
            <a:off x="720000" y="391600"/>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3200"/>
              <a:t>Designing Document Identifiers (DocIDs)</a:t>
            </a:r>
            <a:endParaRPr sz="3200"/>
          </a:p>
        </p:txBody>
      </p:sp>
      <p:pic>
        <p:nvPicPr>
          <p:cNvPr id="1320" name="Google Shape;1320;p49"/>
          <p:cNvPicPr preferRelativeResize="0"/>
          <p:nvPr/>
        </p:nvPicPr>
        <p:blipFill>
          <a:blip r:embed="rId3">
            <a:alphaModFix/>
          </a:blip>
          <a:stretch>
            <a:fillRect/>
          </a:stretch>
        </p:blipFill>
        <p:spPr>
          <a:xfrm>
            <a:off x="4156586" y="1022538"/>
            <a:ext cx="4873339" cy="2829001"/>
          </a:xfrm>
          <a:prstGeom prst="rect">
            <a:avLst/>
          </a:prstGeom>
          <a:noFill/>
          <a:ln>
            <a:noFill/>
          </a:ln>
        </p:spPr>
      </p:pic>
      <p:sp>
        <p:nvSpPr>
          <p:cNvPr id="1321" name="Google Shape;1321;p49"/>
          <p:cNvSpPr txBox="1"/>
          <p:nvPr>
            <p:ph idx="4294967295" type="subTitle"/>
          </p:nvPr>
        </p:nvSpPr>
        <p:spPr>
          <a:xfrm>
            <a:off x="182300" y="1243050"/>
            <a:ext cx="3894900" cy="2657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1200"/>
              <a:t>Numeric-based IDs (Structure):</a:t>
            </a:r>
            <a:endParaRPr b="1" sz="1200"/>
          </a:p>
          <a:p>
            <a:pPr indent="-304800" lvl="0" marL="457200" rtl="0" algn="l">
              <a:lnSpc>
                <a:spcPct val="100000"/>
              </a:lnSpc>
              <a:spcBef>
                <a:spcPts val="0"/>
              </a:spcBef>
              <a:spcAft>
                <a:spcPts val="0"/>
              </a:spcAft>
              <a:buSzPts val="1200"/>
              <a:buChar char="●"/>
            </a:pPr>
            <a:r>
              <a:rPr b="1" lang="en" sz="1200"/>
              <a:t>Atomic:</a:t>
            </a:r>
            <a:r>
              <a:rPr lang="en" sz="1200"/>
              <a:t> Random numbers. Hard to learn.</a:t>
            </a:r>
            <a:endParaRPr sz="1200"/>
          </a:p>
          <a:p>
            <a:pPr indent="-304800" lvl="0" marL="457200" rtl="0" algn="l">
              <a:lnSpc>
                <a:spcPct val="100000"/>
              </a:lnSpc>
              <a:spcBef>
                <a:spcPts val="0"/>
              </a:spcBef>
              <a:spcAft>
                <a:spcPts val="0"/>
              </a:spcAft>
              <a:buSzPts val="1200"/>
              <a:buChar char="●"/>
            </a:pPr>
            <a:r>
              <a:rPr b="1" lang="en" sz="1200"/>
              <a:t>Semantic Clusters (e.g., DSI): </a:t>
            </a:r>
            <a:r>
              <a:rPr lang="en" sz="1200"/>
              <a:t>Documents are clustered (e.g., by topic). Similar docs get similar IDs (e.g., 1-2-3).</a:t>
            </a:r>
            <a:endParaRPr sz="1200"/>
          </a:p>
          <a:p>
            <a:pPr indent="-304800" lvl="0" marL="457200" rtl="0" algn="l">
              <a:lnSpc>
                <a:spcPct val="100000"/>
              </a:lnSpc>
              <a:spcBef>
                <a:spcPts val="0"/>
              </a:spcBef>
              <a:spcAft>
                <a:spcPts val="0"/>
              </a:spcAft>
              <a:buSzPts val="1200"/>
              <a:buChar char="●"/>
            </a:pPr>
            <a:r>
              <a:rPr b="1" lang="en" sz="1200">
                <a:solidFill>
                  <a:srgbClr val="000000"/>
                </a:solidFill>
              </a:rPr>
              <a:t>Product Quantization (e.g., Ultron, MEVI):</a:t>
            </a:r>
            <a:r>
              <a:rPr lang="en" sz="1200">
                <a:solidFill>
                  <a:srgbClr val="000000"/>
                </a:solidFill>
              </a:rPr>
              <a:t> Compresses document vectors into short, discrete codes, preserving dense semantic information in the ID itself.</a:t>
            </a:r>
            <a:endParaRPr sz="1200">
              <a:solidFill>
                <a:srgbClr val="000000"/>
              </a:solidFill>
            </a:endParaRPr>
          </a:p>
          <a:p>
            <a:pPr indent="0" lvl="0" marL="457200" rtl="0" algn="l">
              <a:lnSpc>
                <a:spcPct val="100000"/>
              </a:lnSpc>
              <a:spcBef>
                <a:spcPts val="0"/>
              </a:spcBef>
              <a:spcAft>
                <a:spcPts val="0"/>
              </a:spcAft>
              <a:buNone/>
            </a:pPr>
            <a:r>
              <a:t/>
            </a:r>
            <a:endParaRPr sz="1200">
              <a:solidFill>
                <a:srgbClr val="000000"/>
              </a:solidFill>
            </a:endParaRPr>
          </a:p>
          <a:p>
            <a:pPr indent="0" lvl="0" marL="0" rtl="0" algn="l">
              <a:spcBef>
                <a:spcPts val="0"/>
              </a:spcBef>
              <a:spcAft>
                <a:spcPts val="0"/>
              </a:spcAft>
              <a:buNone/>
            </a:pPr>
            <a:r>
              <a:rPr b="1" lang="en" sz="1200"/>
              <a:t>Text-based IDs (Semantics):</a:t>
            </a:r>
            <a:endParaRPr b="1" sz="1200"/>
          </a:p>
          <a:p>
            <a:pPr indent="-304800" lvl="0" marL="457200" rtl="0" algn="l">
              <a:spcBef>
                <a:spcPts val="0"/>
              </a:spcBef>
              <a:spcAft>
                <a:spcPts val="0"/>
              </a:spcAft>
              <a:buSzPts val="1200"/>
              <a:buChar char="●"/>
            </a:pPr>
            <a:r>
              <a:rPr b="1" lang="en" sz="1200"/>
              <a:t>Titles (e.g., GENRE):</a:t>
            </a:r>
            <a:r>
              <a:rPr lang="en" sz="1200"/>
              <a:t> Uses the document title. Easy for LLMs to learn because it has meaning.</a:t>
            </a:r>
            <a:endParaRPr sz="1200"/>
          </a:p>
          <a:p>
            <a:pPr indent="0" lvl="0" marL="0" rtl="0" algn="l">
              <a:spcBef>
                <a:spcPts val="0"/>
              </a:spcBef>
              <a:spcAft>
                <a:spcPts val="0"/>
              </a:spcAft>
              <a:buNone/>
            </a:pPr>
            <a:r>
              <a:t/>
            </a:r>
            <a:endParaRPr/>
          </a:p>
        </p:txBody>
      </p:sp>
      <p:sp>
        <p:nvSpPr>
          <p:cNvPr id="1322" name="Google Shape;1322;p49"/>
          <p:cNvSpPr txBox="1"/>
          <p:nvPr>
            <p:ph idx="4294967295" type="subTitle"/>
          </p:nvPr>
        </p:nvSpPr>
        <p:spPr>
          <a:xfrm>
            <a:off x="182300" y="3851550"/>
            <a:ext cx="8655600" cy="897300"/>
          </a:xfrm>
          <a:prstGeom prst="rect">
            <a:avLst/>
          </a:prstGeom>
        </p:spPr>
        <p:txBody>
          <a:bodyPr anchorCtr="0" anchor="t" bIns="91425" lIns="91425" spcFirstLastPara="1" rIns="91425" wrap="square" tIns="91425">
            <a:noAutofit/>
          </a:bodyPr>
          <a:lstStyle/>
          <a:p>
            <a:pPr indent="-304800" lvl="0" marL="457200" rtl="0" algn="l">
              <a:spcBef>
                <a:spcPts val="0"/>
              </a:spcBef>
              <a:spcAft>
                <a:spcPts val="0"/>
              </a:spcAft>
              <a:buSzPts val="1200"/>
              <a:buChar char="●"/>
            </a:pPr>
            <a:r>
              <a:rPr b="1" lang="en" sz="1200">
                <a:solidFill>
                  <a:srgbClr val="000000"/>
                </a:solidFill>
              </a:rPr>
              <a:t>Term Sets (e.g., TSGen, NOVO):</a:t>
            </a:r>
            <a:r>
              <a:rPr lang="en" sz="1200">
                <a:solidFill>
                  <a:srgbClr val="000000"/>
                </a:solidFill>
              </a:rPr>
              <a:t> Represents a document as a set of distinct keywords (e.g., { "Apple", "Recipe", "Pie" }). It removes the burden of predicting a specific order.</a:t>
            </a:r>
            <a:endParaRPr b="1" sz="1200">
              <a:solidFill>
                <a:srgbClr val="000000"/>
              </a:solidFill>
            </a:endParaRPr>
          </a:p>
          <a:p>
            <a:pPr indent="-304800" lvl="0" marL="457200" rtl="0" algn="l">
              <a:spcBef>
                <a:spcPts val="0"/>
              </a:spcBef>
              <a:spcAft>
                <a:spcPts val="0"/>
              </a:spcAft>
              <a:buSzPts val="1200"/>
              <a:buChar char="●"/>
            </a:pPr>
            <a:r>
              <a:rPr b="1" lang="en" sz="1200">
                <a:solidFill>
                  <a:srgbClr val="000000"/>
                </a:solidFill>
              </a:rPr>
              <a:t>Sub-strings (e.g., SEAL):</a:t>
            </a:r>
            <a:r>
              <a:rPr lang="en" sz="1200">
                <a:solidFill>
                  <a:srgbClr val="000000"/>
                </a:solidFill>
              </a:rPr>
              <a:t> Uses any unique N-gram found in the text, identified via an FM-Index, allowing for flexible retrieval.</a:t>
            </a:r>
            <a:endParaRPr sz="1200"/>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6" name="Shape 1326"/>
        <p:cNvGrpSpPr/>
        <p:nvPr/>
      </p:nvGrpSpPr>
      <p:grpSpPr>
        <a:xfrm>
          <a:off x="0" y="0"/>
          <a:ext cx="0" cy="0"/>
          <a:chOff x="0" y="0"/>
          <a:chExt cx="0" cy="0"/>
        </a:xfrm>
      </p:grpSpPr>
      <p:sp>
        <p:nvSpPr>
          <p:cNvPr id="1327" name="Google Shape;1327;p50"/>
          <p:cNvSpPr txBox="1"/>
          <p:nvPr>
            <p:ph type="title"/>
          </p:nvPr>
        </p:nvSpPr>
        <p:spPr>
          <a:xfrm>
            <a:off x="603750" y="584350"/>
            <a:ext cx="79365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3200"/>
              <a:t>Training Strategies &amp; Incremental Learning</a:t>
            </a:r>
            <a:endParaRPr sz="3200"/>
          </a:p>
        </p:txBody>
      </p:sp>
      <p:sp>
        <p:nvSpPr>
          <p:cNvPr id="1328" name="Google Shape;1328;p50"/>
          <p:cNvSpPr txBox="1"/>
          <p:nvPr>
            <p:ph idx="4294967295" type="subTitle"/>
          </p:nvPr>
        </p:nvSpPr>
        <p:spPr>
          <a:xfrm>
            <a:off x="540000" y="1297200"/>
            <a:ext cx="8064000" cy="3088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1200"/>
              <a:t>Advanced Training Strategies:</a:t>
            </a:r>
            <a:endParaRPr b="1" sz="1200"/>
          </a:p>
          <a:p>
            <a:pPr indent="-304800" lvl="0" marL="457200" rtl="0" algn="l">
              <a:spcBef>
                <a:spcPts val="0"/>
              </a:spcBef>
              <a:spcAft>
                <a:spcPts val="0"/>
              </a:spcAft>
              <a:buSzPts val="1200"/>
              <a:buChar char="●"/>
            </a:pPr>
            <a:r>
              <a:rPr b="1" lang="en" sz="1200"/>
              <a:t>Data Augmentation (The "Doc2Query" Trick):</a:t>
            </a:r>
            <a:r>
              <a:rPr lang="en" sz="1200"/>
              <a:t> We lack user queries for most documents. We use a separate model to read documents and generate millions of "synthetic" queries. The retriever then trains on (Synthetic Query, DocID) pairs to ensure full corpus coverage.</a:t>
            </a:r>
            <a:endParaRPr sz="1200"/>
          </a:p>
          <a:p>
            <a:pPr indent="-304800" lvl="0" marL="457200" rtl="0" algn="l">
              <a:spcBef>
                <a:spcPts val="0"/>
              </a:spcBef>
              <a:spcAft>
                <a:spcPts val="0"/>
              </a:spcAft>
              <a:buSzPts val="1200"/>
              <a:buChar char="●"/>
            </a:pPr>
            <a:r>
              <a:rPr b="1" lang="en" sz="1200"/>
              <a:t>Ranking Optimization:</a:t>
            </a:r>
            <a:r>
              <a:rPr lang="en" sz="1200"/>
              <a:t> Standard language models only learn to predict the correct token. Models like LTRGR and DGR introduce Ranking Loss (e.g., RankNet), teaching the model to differentiate between "relevant" and "highly relevant" IDs, optimizing the order of the final list.</a:t>
            </a:r>
            <a:endParaRPr sz="1200"/>
          </a:p>
          <a:p>
            <a:pPr indent="0" lvl="0" marL="0" rtl="0" algn="l">
              <a:spcBef>
                <a:spcPts val="0"/>
              </a:spcBef>
              <a:spcAft>
                <a:spcPts val="0"/>
              </a:spcAft>
              <a:buNone/>
            </a:pPr>
            <a:r>
              <a:rPr b="1" lang="en" sz="1200"/>
              <a:t>The "New Data" Problem (Incremental Learning): </a:t>
            </a:r>
            <a:r>
              <a:rPr lang="en" sz="1200"/>
              <a:t>When a neural network learns a new document, it often overwrites the weights used for old documents.</a:t>
            </a:r>
            <a:endParaRPr sz="1200"/>
          </a:p>
          <a:p>
            <a:pPr indent="-304800" lvl="0" marL="457200" rtl="0" algn="l">
              <a:spcBef>
                <a:spcPts val="0"/>
              </a:spcBef>
              <a:spcAft>
                <a:spcPts val="0"/>
              </a:spcAft>
              <a:buSzPts val="1200"/>
              <a:buChar char="●"/>
            </a:pPr>
            <a:r>
              <a:rPr b="1" lang="en" sz="1200"/>
              <a:t>Solution 1 - Constrained Optimization (IncDSI):</a:t>
            </a:r>
            <a:r>
              <a:rPr lang="en" sz="1200"/>
              <a:t> Mathematically constrains the model updates so that the loss on old data does not increase while learning new data.</a:t>
            </a:r>
            <a:endParaRPr sz="1200"/>
          </a:p>
          <a:p>
            <a:pPr indent="-304800" lvl="0" marL="457200" rtl="0" algn="l">
              <a:spcBef>
                <a:spcPts val="0"/>
              </a:spcBef>
              <a:spcAft>
                <a:spcPts val="0"/>
              </a:spcAft>
              <a:buSzPts val="1200"/>
              <a:buChar char="●"/>
            </a:pPr>
            <a:r>
              <a:rPr b="1" lang="en" sz="1200"/>
              <a:t>Solution 2 - Adapter Modules (CorpusBrain++): </a:t>
            </a:r>
            <a:r>
              <a:rPr lang="en" sz="1200"/>
              <a:t>Keeps the massive "backbone" model frozen and trains tiny, lightweight "Adapter Layers" to memorize new information. This is computationally cheap and prevents forgetting.</a:t>
            </a:r>
            <a:endParaRPr sz="1200"/>
          </a:p>
          <a:p>
            <a:pPr indent="-304800" lvl="0" marL="457200" rtl="0" algn="l">
              <a:spcBef>
                <a:spcPts val="0"/>
              </a:spcBef>
              <a:spcAft>
                <a:spcPts val="0"/>
              </a:spcAft>
              <a:buSzPts val="1200"/>
              <a:buChar char="●"/>
            </a:pPr>
            <a:r>
              <a:rPr b="1" lang="en" sz="1200"/>
              <a:t>Solution 3 - Incremental Product Quantization (CLEVER): </a:t>
            </a:r>
            <a:r>
              <a:rPr lang="en" sz="1200"/>
              <a:t>Updates the quantization codebook dynamically to accommodate new semantic clusters without retraining.</a:t>
            </a:r>
            <a:endParaRPr sz="1200"/>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2" name="Shape 1332"/>
        <p:cNvGrpSpPr/>
        <p:nvPr/>
      </p:nvGrpSpPr>
      <p:grpSpPr>
        <a:xfrm>
          <a:off x="0" y="0"/>
          <a:ext cx="0" cy="0"/>
          <a:chOff x="0" y="0"/>
          <a:chExt cx="0" cy="0"/>
        </a:xfrm>
      </p:grpSpPr>
      <p:sp>
        <p:nvSpPr>
          <p:cNvPr id="1333" name="Google Shape;1333;p51"/>
          <p:cNvSpPr txBox="1"/>
          <p:nvPr>
            <p:ph type="title"/>
          </p:nvPr>
        </p:nvSpPr>
        <p:spPr>
          <a:xfrm>
            <a:off x="783600" y="139700"/>
            <a:ext cx="7576800" cy="6474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3200"/>
              <a:t>B. </a:t>
            </a:r>
            <a:r>
              <a:rPr lang="en" sz="3200"/>
              <a:t>Reliable Response Generation</a:t>
            </a:r>
            <a:endParaRPr sz="3200"/>
          </a:p>
        </p:txBody>
      </p:sp>
      <p:sp>
        <p:nvSpPr>
          <p:cNvPr id="1334" name="Google Shape;1334;p51"/>
          <p:cNvSpPr txBox="1"/>
          <p:nvPr>
            <p:ph idx="1" type="subTitle"/>
          </p:nvPr>
        </p:nvSpPr>
        <p:spPr>
          <a:xfrm>
            <a:off x="708150" y="909225"/>
            <a:ext cx="7727700" cy="868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1200">
                <a:solidFill>
                  <a:srgbClr val="000000"/>
                </a:solidFill>
              </a:rPr>
              <a:t>The Goal:</a:t>
            </a:r>
            <a:r>
              <a:rPr lang="en" sz="1200">
                <a:solidFill>
                  <a:srgbClr val="000000"/>
                </a:solidFill>
              </a:rPr>
              <a:t> We want an AI that acts like a search engine, giving answers that are not just fluent, but true.</a:t>
            </a:r>
            <a:endParaRPr sz="1200">
              <a:solidFill>
                <a:srgbClr val="000000"/>
              </a:solidFill>
            </a:endParaRPr>
          </a:p>
          <a:p>
            <a:pPr indent="0" lvl="0" marL="0" rtl="0" algn="l">
              <a:spcBef>
                <a:spcPts val="0"/>
              </a:spcBef>
              <a:spcAft>
                <a:spcPts val="0"/>
              </a:spcAft>
              <a:buNone/>
            </a:pPr>
            <a:r>
              <a:rPr b="1" lang="en" sz="1200">
                <a:solidFill>
                  <a:srgbClr val="000000"/>
                </a:solidFill>
              </a:rPr>
              <a:t>The Challenge:</a:t>
            </a:r>
            <a:r>
              <a:rPr lang="en" sz="1200">
                <a:solidFill>
                  <a:srgbClr val="000000"/>
                </a:solidFill>
              </a:rPr>
              <a:t> Standard LLMs suffer from "Hallucination." They are like students who try to answer every question from memory, even when they don't know the answer. They prioritize </a:t>
            </a:r>
            <a:r>
              <a:rPr i="1" lang="en" sz="1200">
                <a:solidFill>
                  <a:srgbClr val="000000"/>
                </a:solidFill>
              </a:rPr>
              <a:t>probability</a:t>
            </a:r>
            <a:r>
              <a:rPr lang="en" sz="1200">
                <a:solidFill>
                  <a:srgbClr val="000000"/>
                </a:solidFill>
              </a:rPr>
              <a:t> (what word sounds good next) over </a:t>
            </a:r>
            <a:r>
              <a:rPr i="1" lang="en" sz="1200">
                <a:solidFill>
                  <a:srgbClr val="000000"/>
                </a:solidFill>
              </a:rPr>
              <a:t>truth</a:t>
            </a:r>
            <a:r>
              <a:rPr lang="en" sz="1200">
                <a:solidFill>
                  <a:srgbClr val="000000"/>
                </a:solidFill>
              </a:rPr>
              <a:t> (what is factually correct).</a:t>
            </a:r>
            <a:endParaRPr sz="1200">
              <a:solidFill>
                <a:srgbClr val="000000"/>
              </a:solidFill>
            </a:endParaRPr>
          </a:p>
          <a:p>
            <a:pPr indent="0" lvl="0" marL="0" rtl="0" algn="l">
              <a:spcBef>
                <a:spcPts val="0"/>
              </a:spcBef>
              <a:spcAft>
                <a:spcPts val="0"/>
              </a:spcAft>
              <a:buNone/>
            </a:pPr>
            <a:r>
              <a:t/>
            </a:r>
            <a:endParaRPr sz="1200"/>
          </a:p>
        </p:txBody>
      </p:sp>
      <p:pic>
        <p:nvPicPr>
          <p:cNvPr id="1335" name="Google Shape;1335;p51"/>
          <p:cNvPicPr preferRelativeResize="0"/>
          <p:nvPr/>
        </p:nvPicPr>
        <p:blipFill>
          <a:blip r:embed="rId3">
            <a:alphaModFix/>
          </a:blip>
          <a:stretch>
            <a:fillRect/>
          </a:stretch>
        </p:blipFill>
        <p:spPr>
          <a:xfrm>
            <a:off x="1966300" y="1848175"/>
            <a:ext cx="5211375" cy="287647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9" name="Shape 1339"/>
        <p:cNvGrpSpPr/>
        <p:nvPr/>
      </p:nvGrpSpPr>
      <p:grpSpPr>
        <a:xfrm>
          <a:off x="0" y="0"/>
          <a:ext cx="0" cy="0"/>
          <a:chOff x="0" y="0"/>
          <a:chExt cx="0" cy="0"/>
        </a:xfrm>
      </p:grpSpPr>
      <p:sp>
        <p:nvSpPr>
          <p:cNvPr id="1340" name="Google Shape;1340;p52"/>
          <p:cNvSpPr txBox="1"/>
          <p:nvPr>
            <p:ph type="title"/>
          </p:nvPr>
        </p:nvSpPr>
        <p:spPr>
          <a:xfrm>
            <a:off x="783600" y="266850"/>
            <a:ext cx="7576800" cy="11121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3200"/>
              <a:t>Strategies for Reliable Response Generation</a:t>
            </a:r>
            <a:endParaRPr sz="3200"/>
          </a:p>
        </p:txBody>
      </p:sp>
      <p:sp>
        <p:nvSpPr>
          <p:cNvPr id="1341" name="Google Shape;1341;p52"/>
          <p:cNvSpPr txBox="1"/>
          <p:nvPr>
            <p:ph idx="1" type="subTitle"/>
          </p:nvPr>
        </p:nvSpPr>
        <p:spPr>
          <a:xfrm>
            <a:off x="502950" y="1378950"/>
            <a:ext cx="8138100" cy="32079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AutoNum type="arabicPeriod"/>
            </a:pPr>
            <a:r>
              <a:rPr b="1" lang="en" sz="1300"/>
              <a:t>Optimize Internal Knowledge (The "Brain")</a:t>
            </a:r>
            <a:endParaRPr b="1" sz="1300"/>
          </a:p>
          <a:p>
            <a:pPr indent="-311150" lvl="0" marL="457200" rtl="0" algn="l">
              <a:spcBef>
                <a:spcPts val="0"/>
              </a:spcBef>
              <a:spcAft>
                <a:spcPts val="0"/>
              </a:spcAft>
              <a:buSzPts val="1300"/>
              <a:buChar char="-"/>
            </a:pPr>
            <a:r>
              <a:rPr b="1" lang="en" sz="1300"/>
              <a:t>Instruction Tuning:</a:t>
            </a:r>
            <a:r>
              <a:rPr lang="en" sz="1300"/>
              <a:t> Training models to admit ignorance ("I don't know") rather than guessing.</a:t>
            </a:r>
            <a:endParaRPr sz="1300"/>
          </a:p>
          <a:p>
            <a:pPr indent="-311150" lvl="0" marL="457200" rtl="0" algn="l">
              <a:spcBef>
                <a:spcPts val="0"/>
              </a:spcBef>
              <a:spcAft>
                <a:spcPts val="0"/>
              </a:spcAft>
              <a:buSzPts val="1300"/>
              <a:buChar char="-"/>
            </a:pPr>
            <a:r>
              <a:rPr b="1" lang="en" sz="1300"/>
              <a:t>Decoding Strategies (e.g., DoLa):</a:t>
            </a:r>
            <a:r>
              <a:rPr lang="en" sz="1300"/>
              <a:t> Contrasting early vs. late neural layers during generation to mathematically amplify factual signals and suppress hallucinations.</a:t>
            </a:r>
            <a:endParaRPr sz="1300"/>
          </a:p>
          <a:p>
            <a:pPr indent="-311150" lvl="0" marL="457200" rtl="0" algn="l">
              <a:spcBef>
                <a:spcPts val="0"/>
              </a:spcBef>
              <a:spcAft>
                <a:spcPts val="0"/>
              </a:spcAft>
              <a:buSzPts val="1300"/>
              <a:buChar char="-"/>
            </a:pPr>
            <a:r>
              <a:rPr b="1" lang="en" sz="1300"/>
              <a:t>Knowledge Editing (e.g., ROME):</a:t>
            </a:r>
            <a:r>
              <a:rPr lang="en" sz="1300"/>
              <a:t> Surgically modifying specific model weights to update facts without expensive full re-training.</a:t>
            </a:r>
            <a:endParaRPr sz="1300"/>
          </a:p>
          <a:p>
            <a:pPr indent="-311150" lvl="0" marL="457200" rtl="0" algn="l">
              <a:spcBef>
                <a:spcPts val="0"/>
              </a:spcBef>
              <a:spcAft>
                <a:spcPts val="0"/>
              </a:spcAft>
              <a:buSzPts val="1300"/>
              <a:buAutoNum type="arabicPeriod"/>
            </a:pPr>
            <a:r>
              <a:rPr b="1" lang="en" sz="1300"/>
              <a:t>Augment with External Knowledge (The "Tools")</a:t>
            </a:r>
            <a:endParaRPr b="1" sz="1300"/>
          </a:p>
          <a:p>
            <a:pPr indent="-311150" lvl="0" marL="457200" rtl="0" algn="l">
              <a:spcBef>
                <a:spcPts val="0"/>
              </a:spcBef>
              <a:spcAft>
                <a:spcPts val="0"/>
              </a:spcAft>
              <a:buSzPts val="1300"/>
              <a:buChar char="-"/>
            </a:pPr>
            <a:r>
              <a:rPr b="1" lang="en" sz="1300"/>
              <a:t>Active RAG (e.g., FLARE):</a:t>
            </a:r>
            <a:r>
              <a:rPr lang="en" sz="1300"/>
              <a:t> The model monitors its own confidence. If low, it pauses generation, searches Google dynamically, and then resumes writing.</a:t>
            </a:r>
            <a:endParaRPr sz="1300"/>
          </a:p>
          <a:p>
            <a:pPr indent="-311150" lvl="0" marL="457200" rtl="0" algn="l">
              <a:spcBef>
                <a:spcPts val="0"/>
              </a:spcBef>
              <a:spcAft>
                <a:spcPts val="0"/>
              </a:spcAft>
              <a:buSzPts val="1300"/>
              <a:buChar char="-"/>
            </a:pPr>
            <a:r>
              <a:rPr b="1" lang="en" sz="1300"/>
              <a:t>Tool Learning (e.g., Toolformer):</a:t>
            </a:r>
            <a:r>
              <a:rPr lang="en" sz="1300"/>
              <a:t> The model teaches itself to call APIs (Calculators, Calendars, Code Interpreters) when text prediction is insufficient.</a:t>
            </a:r>
            <a:endParaRPr sz="1300"/>
          </a:p>
          <a:p>
            <a:pPr indent="-311150" lvl="0" marL="457200" rtl="0" algn="l">
              <a:spcBef>
                <a:spcPts val="0"/>
              </a:spcBef>
              <a:spcAft>
                <a:spcPts val="0"/>
              </a:spcAft>
              <a:buSzPts val="1300"/>
              <a:buAutoNum type="arabicPeriod"/>
            </a:pPr>
            <a:r>
              <a:rPr b="1" lang="en" sz="1300"/>
              <a:t>Enforce Verification (The "Proof")</a:t>
            </a:r>
            <a:endParaRPr b="1" sz="1300"/>
          </a:p>
          <a:p>
            <a:pPr indent="-311150" lvl="0" marL="457200" rtl="0" algn="l">
              <a:spcBef>
                <a:spcPts val="0"/>
              </a:spcBef>
              <a:spcAft>
                <a:spcPts val="0"/>
              </a:spcAft>
              <a:buSzPts val="1300"/>
              <a:buChar char="-"/>
            </a:pPr>
            <a:r>
              <a:rPr b="1" lang="en" sz="1300"/>
              <a:t>In-Process Citation:</a:t>
            </a:r>
            <a:r>
              <a:rPr lang="en" sz="1300"/>
              <a:t> Training the model to generate [Source: 1] markers while writing.</a:t>
            </a:r>
            <a:endParaRPr sz="1300"/>
          </a:p>
          <a:p>
            <a:pPr indent="-311150" lvl="0" marL="457200" rtl="0" algn="l">
              <a:spcBef>
                <a:spcPts val="0"/>
              </a:spcBef>
              <a:spcAft>
                <a:spcPts val="0"/>
              </a:spcAft>
              <a:buSzPts val="1300"/>
              <a:buChar char="-"/>
            </a:pPr>
            <a:r>
              <a:rPr b="1" lang="en" sz="1300"/>
              <a:t>Post-Hoc Verification (e.g., RARR):</a:t>
            </a:r>
            <a:r>
              <a:rPr lang="en" sz="1300"/>
              <a:t> A separate "Editor" model reviews the generated draft, searches for evidence, removes unsupported claims, and inserts citations retroactively.</a:t>
            </a:r>
            <a:endParaRPr sz="1300"/>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5" name="Shape 1345"/>
        <p:cNvGrpSpPr/>
        <p:nvPr/>
      </p:nvGrpSpPr>
      <p:grpSpPr>
        <a:xfrm>
          <a:off x="0" y="0"/>
          <a:ext cx="0" cy="0"/>
          <a:chOff x="0" y="0"/>
          <a:chExt cx="0" cy="0"/>
        </a:xfrm>
      </p:grpSpPr>
      <p:sp>
        <p:nvSpPr>
          <p:cNvPr id="1346" name="Google Shape;1346;p53"/>
          <p:cNvSpPr txBox="1"/>
          <p:nvPr>
            <p:ph type="title"/>
          </p:nvPr>
        </p:nvSpPr>
        <p:spPr>
          <a:xfrm>
            <a:off x="483238" y="1164270"/>
            <a:ext cx="7199400" cy="1146300"/>
          </a:xfrm>
          <a:prstGeom prst="rect">
            <a:avLst/>
          </a:prstGeom>
          <a:no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SzPts val="3600"/>
              <a:buNone/>
            </a:pPr>
            <a:r>
              <a:rPr lang="en"/>
              <a:t>Experiments</a:t>
            </a:r>
            <a:endParaRPr/>
          </a:p>
        </p:txBody>
      </p:sp>
      <p:sp>
        <p:nvSpPr>
          <p:cNvPr id="1347" name="Google Shape;1347;p53"/>
          <p:cNvSpPr txBox="1"/>
          <p:nvPr>
            <p:ph idx="2" type="title"/>
          </p:nvPr>
        </p:nvSpPr>
        <p:spPr>
          <a:xfrm>
            <a:off x="483239" y="197970"/>
            <a:ext cx="4840200" cy="9663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6000"/>
              <a:buNone/>
            </a:pPr>
            <a:r>
              <a:rPr lang="en"/>
              <a:t>03</a:t>
            </a:r>
            <a:endParaRPr/>
          </a:p>
        </p:txBody>
      </p:sp>
      <p:sp>
        <p:nvSpPr>
          <p:cNvPr id="1348" name="Google Shape;1348;p53"/>
          <p:cNvSpPr txBox="1"/>
          <p:nvPr/>
        </p:nvSpPr>
        <p:spPr>
          <a:xfrm>
            <a:off x="483238" y="197968"/>
            <a:ext cx="4840200" cy="966299"/>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3000"/>
              <a:buFont typeface="Barlow"/>
              <a:buNone/>
            </a:pPr>
            <a:r>
              <a:rPr b="1" i="0" lang="en" sz="7200" u="none" cap="none" strike="noStrike">
                <a:solidFill>
                  <a:schemeClr val="dk1"/>
                </a:solidFill>
                <a:latin typeface="Barlow"/>
                <a:ea typeface="Barlow"/>
                <a:cs typeface="Barlow"/>
                <a:sym typeface="Barlow"/>
              </a:rPr>
              <a:t>03</a:t>
            </a:r>
            <a:endParaRPr/>
          </a:p>
        </p:txBody>
      </p:sp>
      <p:sp>
        <p:nvSpPr>
          <p:cNvPr id="1349" name="Google Shape;1349;p53"/>
          <p:cNvSpPr txBox="1"/>
          <p:nvPr/>
        </p:nvSpPr>
        <p:spPr>
          <a:xfrm>
            <a:off x="483236" y="197966"/>
            <a:ext cx="4840199" cy="966298"/>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3000"/>
              <a:buFont typeface="Barlow"/>
              <a:buNone/>
            </a:pPr>
            <a:r>
              <a:rPr b="1" i="0" lang="en" sz="7200" u="none" cap="none" strike="noStrike">
                <a:solidFill>
                  <a:schemeClr val="dk1"/>
                </a:solidFill>
                <a:latin typeface="Barlow"/>
                <a:ea typeface="Barlow"/>
                <a:cs typeface="Barlow"/>
                <a:sym typeface="Barlow"/>
              </a:rPr>
              <a:t>0</a:t>
            </a:r>
            <a:r>
              <a:rPr b="1" lang="en" sz="7200">
                <a:solidFill>
                  <a:schemeClr val="dk1"/>
                </a:solidFill>
                <a:latin typeface="Barlow"/>
                <a:ea typeface="Barlow"/>
                <a:cs typeface="Barlow"/>
                <a:sym typeface="Barlow"/>
              </a:rPr>
              <a:t>3</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3" name="Shape 1353"/>
        <p:cNvGrpSpPr/>
        <p:nvPr/>
      </p:nvGrpSpPr>
      <p:grpSpPr>
        <a:xfrm>
          <a:off x="0" y="0"/>
          <a:ext cx="0" cy="0"/>
          <a:chOff x="0" y="0"/>
          <a:chExt cx="0" cy="0"/>
        </a:xfrm>
      </p:grpSpPr>
      <p:sp>
        <p:nvSpPr>
          <p:cNvPr id="1354" name="Google Shape;1354;p54"/>
          <p:cNvSpPr txBox="1"/>
          <p:nvPr>
            <p:ph type="title"/>
          </p:nvPr>
        </p:nvSpPr>
        <p:spPr>
          <a:xfrm>
            <a:off x="824400" y="513900"/>
            <a:ext cx="7495200" cy="674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lang="en"/>
              <a:t>Evaluation Metrics</a:t>
            </a:r>
            <a:endParaRPr/>
          </a:p>
        </p:txBody>
      </p:sp>
      <p:sp>
        <p:nvSpPr>
          <p:cNvPr id="1355" name="Google Shape;1355;p54"/>
          <p:cNvSpPr txBox="1"/>
          <p:nvPr>
            <p:ph idx="2" type="subTitle"/>
          </p:nvPr>
        </p:nvSpPr>
        <p:spPr>
          <a:xfrm>
            <a:off x="824400" y="1590350"/>
            <a:ext cx="7495200" cy="2734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a:t>For Finding Documents (Generative Retrieval):</a:t>
            </a:r>
            <a:endParaRPr b="1"/>
          </a:p>
          <a:p>
            <a:pPr indent="-317500" lvl="0" marL="457200" rtl="0" algn="l">
              <a:spcBef>
                <a:spcPts val="0"/>
              </a:spcBef>
              <a:spcAft>
                <a:spcPts val="0"/>
              </a:spcAft>
              <a:buSzPts val="1400"/>
              <a:buChar char="●"/>
            </a:pPr>
            <a:r>
              <a:rPr lang="en"/>
              <a:t>Recall@k: Percentage of relevant documents found in the top k results.</a:t>
            </a:r>
            <a:endParaRPr/>
          </a:p>
          <a:p>
            <a:pPr indent="-317500" lvl="0" marL="457200" rtl="0" algn="l">
              <a:spcBef>
                <a:spcPts val="0"/>
              </a:spcBef>
              <a:spcAft>
                <a:spcPts val="0"/>
              </a:spcAft>
              <a:buSzPts val="1400"/>
              <a:buChar char="●"/>
            </a:pPr>
            <a:r>
              <a:rPr lang="en"/>
              <a:t>MRR (Mean Reciprocal Rank): How high up the list is the first correct result?.</a:t>
            </a:r>
            <a:endParaRPr/>
          </a:p>
          <a:p>
            <a:pPr indent="-317500" lvl="0" marL="457200" rtl="0" algn="l">
              <a:spcBef>
                <a:spcPts val="0"/>
              </a:spcBef>
              <a:spcAft>
                <a:spcPts val="0"/>
              </a:spcAft>
              <a:buSzPts val="1400"/>
              <a:buChar char="●"/>
            </a:pPr>
            <a:r>
              <a:rPr lang="en"/>
              <a:t>nDCG: Measures ranking quality; rewards correct results appearing earlier.</a:t>
            </a:r>
            <a:endParaRPr/>
          </a:p>
          <a:p>
            <a:pPr indent="0" lvl="0" marL="0" rtl="0" algn="l">
              <a:spcBef>
                <a:spcPts val="0"/>
              </a:spcBef>
              <a:spcAft>
                <a:spcPts val="0"/>
              </a:spcAft>
              <a:buNone/>
            </a:pPr>
            <a:r>
              <a:rPr b="1" lang="en"/>
              <a:t>For Generating Answers (Response Generation):</a:t>
            </a:r>
            <a:endParaRPr b="1"/>
          </a:p>
          <a:p>
            <a:pPr indent="-317500" lvl="0" marL="457200" rtl="0" algn="l">
              <a:spcBef>
                <a:spcPts val="0"/>
              </a:spcBef>
              <a:spcAft>
                <a:spcPts val="0"/>
              </a:spcAft>
              <a:buSzPts val="1400"/>
              <a:buChar char="●"/>
            </a:pPr>
            <a:r>
              <a:rPr b="1" lang="en"/>
              <a:t>Rule-Based:</a:t>
            </a:r>
            <a:endParaRPr b="1"/>
          </a:p>
          <a:p>
            <a:pPr indent="-317500" lvl="1" marL="914400" rtl="0" algn="l">
              <a:spcBef>
                <a:spcPts val="0"/>
              </a:spcBef>
              <a:spcAft>
                <a:spcPts val="0"/>
              </a:spcAft>
              <a:buSzPts val="1400"/>
              <a:buChar char="○"/>
            </a:pPr>
            <a:r>
              <a:rPr b="1" lang="en"/>
              <a:t>BLEU / ROUGE:</a:t>
            </a:r>
            <a:r>
              <a:rPr lang="en"/>
              <a:t> Measures word overlap with reference answers.</a:t>
            </a:r>
            <a:endParaRPr/>
          </a:p>
          <a:p>
            <a:pPr indent="-317500" lvl="1" marL="914400" rtl="0" algn="l">
              <a:spcBef>
                <a:spcPts val="0"/>
              </a:spcBef>
              <a:spcAft>
                <a:spcPts val="0"/>
              </a:spcAft>
              <a:buSzPts val="1400"/>
              <a:buChar char="○"/>
            </a:pPr>
            <a:r>
              <a:rPr b="1" lang="en"/>
              <a:t>Exact Match (EM):</a:t>
            </a:r>
            <a:r>
              <a:rPr lang="en"/>
              <a:t> Used for short, precise answers.</a:t>
            </a:r>
            <a:endParaRPr/>
          </a:p>
          <a:p>
            <a:pPr indent="-317500" lvl="0" marL="457200" rtl="0" algn="l">
              <a:spcBef>
                <a:spcPts val="0"/>
              </a:spcBef>
              <a:spcAft>
                <a:spcPts val="0"/>
              </a:spcAft>
              <a:buSzPts val="1400"/>
              <a:buChar char="●"/>
            </a:pPr>
            <a:r>
              <a:rPr b="1" lang="en"/>
              <a:t>Model-Based (Advanced):</a:t>
            </a:r>
            <a:endParaRPr b="1"/>
          </a:p>
          <a:p>
            <a:pPr indent="-317500" lvl="1" marL="914400" rtl="0" algn="l">
              <a:spcBef>
                <a:spcPts val="0"/>
              </a:spcBef>
              <a:spcAft>
                <a:spcPts val="0"/>
              </a:spcAft>
              <a:buSzPts val="1400"/>
              <a:buChar char="○"/>
            </a:pPr>
            <a:r>
              <a:rPr b="1" lang="en"/>
              <a:t>FActScore: </a:t>
            </a:r>
            <a:r>
              <a:rPr lang="en"/>
              <a:t>Decomposes answers into atomic facts to verify truthfulness.</a:t>
            </a:r>
            <a:endParaRPr/>
          </a:p>
          <a:p>
            <a:pPr indent="-317500" lvl="1" marL="914400" rtl="0" algn="l">
              <a:spcBef>
                <a:spcPts val="0"/>
              </a:spcBef>
              <a:spcAft>
                <a:spcPts val="0"/>
              </a:spcAft>
              <a:buSzPts val="1400"/>
              <a:buChar char="○"/>
            </a:pPr>
            <a:r>
              <a:rPr b="1" lang="en"/>
              <a:t>BERTScore:</a:t>
            </a:r>
            <a:r>
              <a:rPr lang="en"/>
              <a:t> Checks semantic meaning rather than just keywords.</a:t>
            </a:r>
            <a:endParaRPr/>
          </a:p>
          <a:p>
            <a:pPr indent="-317500" lvl="0" marL="457200" rtl="0" algn="l">
              <a:spcBef>
                <a:spcPts val="0"/>
              </a:spcBef>
              <a:spcAft>
                <a:spcPts val="0"/>
              </a:spcAft>
              <a:buSzPts val="1400"/>
              <a:buChar char="●"/>
            </a:pPr>
            <a:r>
              <a:rPr b="1" lang="en"/>
              <a:t>Human Evaluation:</a:t>
            </a:r>
            <a:r>
              <a:rPr lang="en"/>
              <a:t> Accuracy, Relevance, Fluency, and Safety .</a:t>
            </a:r>
            <a:endParaRPr/>
          </a:p>
          <a:p>
            <a:pPr indent="0" lvl="0" marL="0" rtl="0" algn="l">
              <a:spcBef>
                <a:spcPts val="0"/>
              </a:spcBef>
              <a:spcAft>
                <a:spcPts val="0"/>
              </a:spcAft>
              <a:buSzPts val="1400"/>
              <a:buNone/>
            </a:pPr>
            <a:r>
              <a:t/>
            </a:r>
            <a:endParaRPr sz="1200"/>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9" name="Shape 1359"/>
        <p:cNvGrpSpPr/>
        <p:nvPr/>
      </p:nvGrpSpPr>
      <p:grpSpPr>
        <a:xfrm>
          <a:off x="0" y="0"/>
          <a:ext cx="0" cy="0"/>
          <a:chOff x="0" y="0"/>
          <a:chExt cx="0" cy="0"/>
        </a:xfrm>
      </p:grpSpPr>
      <p:sp>
        <p:nvSpPr>
          <p:cNvPr id="1360" name="Google Shape;1360;p55"/>
          <p:cNvSpPr txBox="1"/>
          <p:nvPr>
            <p:ph type="title"/>
          </p:nvPr>
        </p:nvSpPr>
        <p:spPr>
          <a:xfrm>
            <a:off x="835650" y="281875"/>
            <a:ext cx="7472700" cy="674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Clr>
                <a:srgbClr val="000000"/>
              </a:buClr>
              <a:buSzPts val="3500"/>
              <a:buFont typeface="Arial"/>
              <a:buNone/>
            </a:pPr>
            <a:r>
              <a:rPr lang="en" sz="3200"/>
              <a:t>Experimental Results - GR Performance</a:t>
            </a:r>
            <a:endParaRPr/>
          </a:p>
        </p:txBody>
      </p:sp>
      <p:sp>
        <p:nvSpPr>
          <p:cNvPr id="1361" name="Google Shape;1361;p55"/>
          <p:cNvSpPr txBox="1"/>
          <p:nvPr>
            <p:ph idx="2" type="subTitle"/>
          </p:nvPr>
        </p:nvSpPr>
        <p:spPr>
          <a:xfrm>
            <a:off x="108850" y="1511875"/>
            <a:ext cx="4145400" cy="2477400"/>
          </a:xfrm>
          <a:prstGeom prst="rect">
            <a:avLst/>
          </a:prstGeom>
          <a:noFill/>
          <a:ln>
            <a:noFill/>
          </a:ln>
        </p:spPr>
        <p:txBody>
          <a:bodyPr anchorCtr="0" anchor="t" bIns="91425" lIns="91425" spcFirstLastPara="1" rIns="91425" wrap="square" tIns="91425">
            <a:noAutofit/>
          </a:bodyPr>
          <a:lstStyle/>
          <a:p>
            <a:pPr indent="-304800" lvl="0" marL="457200" rtl="0" algn="l">
              <a:spcBef>
                <a:spcPts val="0"/>
              </a:spcBef>
              <a:spcAft>
                <a:spcPts val="0"/>
              </a:spcAft>
              <a:buClr>
                <a:srgbClr val="000000"/>
              </a:buClr>
              <a:buSzPts val="1200"/>
              <a:buChar char="●"/>
            </a:pPr>
            <a:r>
              <a:rPr b="1" lang="en" sz="1200">
                <a:solidFill>
                  <a:srgbClr val="000000"/>
                </a:solidFill>
              </a:rPr>
              <a:t>Comparison:</a:t>
            </a:r>
            <a:r>
              <a:rPr lang="en" sz="1200">
                <a:solidFill>
                  <a:srgbClr val="000000"/>
                </a:solidFill>
              </a:rPr>
              <a:t> GR models vs. Dense Retrieval (DPR) vs. Sparse (BM25).</a:t>
            </a:r>
            <a:endParaRPr sz="1200">
              <a:solidFill>
                <a:srgbClr val="000000"/>
              </a:solidFill>
            </a:endParaRPr>
          </a:p>
          <a:p>
            <a:pPr indent="-304800" lvl="0" marL="457200" rtl="0" algn="l">
              <a:spcBef>
                <a:spcPts val="0"/>
              </a:spcBef>
              <a:spcAft>
                <a:spcPts val="0"/>
              </a:spcAft>
              <a:buClr>
                <a:srgbClr val="000000"/>
              </a:buClr>
              <a:buSzPts val="1200"/>
              <a:buChar char="●"/>
            </a:pPr>
            <a:r>
              <a:rPr b="1" lang="en" sz="1200">
                <a:solidFill>
                  <a:srgbClr val="000000"/>
                </a:solidFill>
              </a:rPr>
              <a:t>Key Result 1 (Small Corpus):</a:t>
            </a:r>
            <a:r>
              <a:rPr lang="en" sz="1200">
                <a:solidFill>
                  <a:srgbClr val="000000"/>
                </a:solidFill>
              </a:rPr>
              <a:t> On </a:t>
            </a:r>
            <a:r>
              <a:rPr b="1" lang="en" sz="1200">
                <a:solidFill>
                  <a:srgbClr val="000000"/>
                </a:solidFill>
              </a:rPr>
              <a:t>Natural Questions (NQ)</a:t>
            </a:r>
            <a:r>
              <a:rPr lang="en" sz="1200">
                <a:solidFill>
                  <a:srgbClr val="000000"/>
                </a:solidFill>
              </a:rPr>
              <a:t>, GR models like </a:t>
            </a:r>
            <a:r>
              <a:rPr b="1" lang="en" sz="1200">
                <a:solidFill>
                  <a:srgbClr val="000000"/>
                </a:solidFill>
              </a:rPr>
              <a:t>TSGen</a:t>
            </a:r>
            <a:r>
              <a:rPr lang="en" sz="1200">
                <a:solidFill>
                  <a:srgbClr val="000000"/>
                </a:solidFill>
              </a:rPr>
              <a:t> achieve </a:t>
            </a:r>
            <a:r>
              <a:rPr b="1" lang="en" sz="1200">
                <a:solidFill>
                  <a:srgbClr val="000000"/>
                </a:solidFill>
              </a:rPr>
              <a:t>Recall@1 of 70.8%</a:t>
            </a:r>
            <a:r>
              <a:rPr lang="en" sz="1200">
                <a:solidFill>
                  <a:srgbClr val="000000"/>
                </a:solidFill>
              </a:rPr>
              <a:t>, vastly outperforming Dense Retrieval (50.2%).</a:t>
            </a:r>
            <a:endParaRPr sz="1200">
              <a:solidFill>
                <a:srgbClr val="000000"/>
              </a:solidFill>
            </a:endParaRPr>
          </a:p>
          <a:p>
            <a:pPr indent="-304800" lvl="0" marL="457200" rtl="0" algn="l">
              <a:spcBef>
                <a:spcPts val="0"/>
              </a:spcBef>
              <a:spcAft>
                <a:spcPts val="0"/>
              </a:spcAft>
              <a:buClr>
                <a:srgbClr val="000000"/>
              </a:buClr>
              <a:buSzPts val="1200"/>
              <a:buChar char="●"/>
            </a:pPr>
            <a:r>
              <a:rPr b="1" lang="en" sz="1200">
                <a:solidFill>
                  <a:srgbClr val="000000"/>
                </a:solidFill>
              </a:rPr>
              <a:t>Key Result 2 (Large Corpus):</a:t>
            </a:r>
            <a:r>
              <a:rPr lang="en" sz="1200">
                <a:solidFill>
                  <a:srgbClr val="000000"/>
                </a:solidFill>
              </a:rPr>
              <a:t> On </a:t>
            </a:r>
            <a:r>
              <a:rPr b="1" lang="en" sz="1200">
                <a:solidFill>
                  <a:srgbClr val="000000"/>
                </a:solidFill>
              </a:rPr>
              <a:t>MS MARCO (8.8M docs)</a:t>
            </a:r>
            <a:r>
              <a:rPr lang="en" sz="1200">
                <a:solidFill>
                  <a:srgbClr val="000000"/>
                </a:solidFill>
              </a:rPr>
              <a:t>, GR models struggle to memorize everything. Scale is a major bottleneck.</a:t>
            </a:r>
            <a:endParaRPr sz="1200">
              <a:solidFill>
                <a:srgbClr val="000000"/>
              </a:solidFill>
            </a:endParaRPr>
          </a:p>
          <a:p>
            <a:pPr indent="-304800" lvl="0" marL="457200" rtl="0" algn="l">
              <a:spcBef>
                <a:spcPts val="0"/>
              </a:spcBef>
              <a:spcAft>
                <a:spcPts val="0"/>
              </a:spcAft>
              <a:buClr>
                <a:srgbClr val="000000"/>
              </a:buClr>
              <a:buSzPts val="1200"/>
              <a:buChar char="●"/>
            </a:pPr>
            <a:r>
              <a:rPr b="1" lang="en" sz="1200">
                <a:solidFill>
                  <a:srgbClr val="000000"/>
                </a:solidFill>
              </a:rPr>
              <a:t>Best Methods:</a:t>
            </a:r>
            <a:r>
              <a:rPr lang="en" sz="1200">
                <a:solidFill>
                  <a:srgbClr val="000000"/>
                </a:solidFill>
              </a:rPr>
              <a:t> </a:t>
            </a:r>
            <a:r>
              <a:rPr b="1" lang="en" sz="1200">
                <a:solidFill>
                  <a:srgbClr val="000000"/>
                </a:solidFill>
              </a:rPr>
              <a:t>Term-Set</a:t>
            </a:r>
            <a:r>
              <a:rPr lang="en" sz="1200">
                <a:solidFill>
                  <a:srgbClr val="000000"/>
                </a:solidFill>
              </a:rPr>
              <a:t> and </a:t>
            </a:r>
            <a:r>
              <a:rPr b="1" lang="en" sz="1200">
                <a:solidFill>
                  <a:srgbClr val="000000"/>
                </a:solidFill>
              </a:rPr>
              <a:t>Multi-View</a:t>
            </a:r>
            <a:r>
              <a:rPr lang="en" sz="1200">
                <a:solidFill>
                  <a:srgbClr val="000000"/>
                </a:solidFill>
              </a:rPr>
              <a:t> identifiers (combining titles + keywords) perform best.</a:t>
            </a:r>
            <a:endParaRPr sz="1200">
              <a:solidFill>
                <a:srgbClr val="000000"/>
              </a:solidFill>
            </a:endParaRPr>
          </a:p>
          <a:p>
            <a:pPr indent="0" lvl="0" marL="0" rtl="0" algn="l">
              <a:spcBef>
                <a:spcPts val="0"/>
              </a:spcBef>
              <a:spcAft>
                <a:spcPts val="0"/>
              </a:spcAft>
              <a:buSzPts val="1400"/>
              <a:buNone/>
            </a:pPr>
            <a:r>
              <a:t/>
            </a:r>
            <a:endParaRPr b="1" sz="1600"/>
          </a:p>
        </p:txBody>
      </p:sp>
      <p:pic>
        <p:nvPicPr>
          <p:cNvPr id="1362" name="Google Shape;1362;p55"/>
          <p:cNvPicPr preferRelativeResize="0"/>
          <p:nvPr/>
        </p:nvPicPr>
        <p:blipFill>
          <a:blip r:embed="rId3">
            <a:alphaModFix/>
          </a:blip>
          <a:stretch>
            <a:fillRect/>
          </a:stretch>
        </p:blipFill>
        <p:spPr>
          <a:xfrm>
            <a:off x="4367664" y="1205700"/>
            <a:ext cx="4583062" cy="273210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6" name="Shape 1366"/>
        <p:cNvGrpSpPr/>
        <p:nvPr/>
      </p:nvGrpSpPr>
      <p:grpSpPr>
        <a:xfrm>
          <a:off x="0" y="0"/>
          <a:ext cx="0" cy="0"/>
          <a:chOff x="0" y="0"/>
          <a:chExt cx="0" cy="0"/>
        </a:xfrm>
      </p:grpSpPr>
      <p:sp>
        <p:nvSpPr>
          <p:cNvPr id="1367" name="Google Shape;1367;p56"/>
          <p:cNvSpPr txBox="1"/>
          <p:nvPr>
            <p:ph type="title"/>
          </p:nvPr>
        </p:nvSpPr>
        <p:spPr>
          <a:xfrm>
            <a:off x="835650" y="281875"/>
            <a:ext cx="7472700" cy="674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Clr>
                <a:srgbClr val="000000"/>
              </a:buClr>
              <a:buSzPts val="3500"/>
              <a:buFont typeface="Arial"/>
              <a:buNone/>
            </a:pPr>
            <a:r>
              <a:rPr lang="en" sz="3200"/>
              <a:t>Experimental Results - KILT Benchmark</a:t>
            </a:r>
            <a:endParaRPr/>
          </a:p>
        </p:txBody>
      </p:sp>
      <p:sp>
        <p:nvSpPr>
          <p:cNvPr id="1368" name="Google Shape;1368;p56"/>
          <p:cNvSpPr txBox="1"/>
          <p:nvPr>
            <p:ph idx="2" type="subTitle"/>
          </p:nvPr>
        </p:nvSpPr>
        <p:spPr>
          <a:xfrm>
            <a:off x="367950" y="1052850"/>
            <a:ext cx="8408100" cy="1359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200"/>
              <a:t>KILT: </a:t>
            </a:r>
            <a:r>
              <a:rPr lang="en" sz="1200"/>
              <a:t>A massive Wikipedia-based benchmark (5.9M documents).</a:t>
            </a:r>
            <a:endParaRPr sz="1200"/>
          </a:p>
          <a:p>
            <a:pPr indent="0" lvl="0" marL="0" rtl="0" algn="l">
              <a:spcBef>
                <a:spcPts val="0"/>
              </a:spcBef>
              <a:spcAft>
                <a:spcPts val="0"/>
              </a:spcAft>
              <a:buNone/>
            </a:pPr>
            <a:r>
              <a:rPr b="1" lang="en" sz="1200"/>
              <a:t>Winner: GENRE</a:t>
            </a:r>
            <a:r>
              <a:rPr lang="en" sz="1200"/>
              <a:t> (Title-based).</a:t>
            </a:r>
            <a:endParaRPr sz="1200"/>
          </a:p>
          <a:p>
            <a:pPr indent="-304800" lvl="0" marL="457200" rtl="0" algn="l">
              <a:spcBef>
                <a:spcPts val="0"/>
              </a:spcBef>
              <a:spcAft>
                <a:spcPts val="0"/>
              </a:spcAft>
              <a:buSzPts val="1200"/>
              <a:buChar char="●"/>
            </a:pPr>
            <a:r>
              <a:rPr b="1" lang="en" sz="1200"/>
              <a:t>Score:</a:t>
            </a:r>
            <a:r>
              <a:rPr lang="en" sz="1200"/>
              <a:t> 0.847 on FEVER (Fact Checking).</a:t>
            </a:r>
            <a:endParaRPr sz="1200"/>
          </a:p>
          <a:p>
            <a:pPr indent="-304800" lvl="0" marL="457200" rtl="0" algn="l">
              <a:spcBef>
                <a:spcPts val="0"/>
              </a:spcBef>
              <a:spcAft>
                <a:spcPts val="0"/>
              </a:spcAft>
              <a:buSzPts val="1200"/>
              <a:buChar char="●"/>
            </a:pPr>
            <a:r>
              <a:rPr b="1" lang="en" sz="1200"/>
              <a:t>Reason:</a:t>
            </a:r>
            <a:r>
              <a:rPr lang="en" sz="1200"/>
              <a:t> Wikipedia titles are unique and semantic, making them easy for LLMs to generate.</a:t>
            </a:r>
            <a:endParaRPr sz="1200"/>
          </a:p>
          <a:p>
            <a:pPr indent="0" lvl="0" marL="0" rtl="0" algn="l">
              <a:spcBef>
                <a:spcPts val="0"/>
              </a:spcBef>
              <a:spcAft>
                <a:spcPts val="0"/>
              </a:spcAft>
              <a:buNone/>
            </a:pPr>
            <a:r>
              <a:rPr b="1" lang="en" sz="1200"/>
              <a:t>Failure Case:</a:t>
            </a:r>
            <a:r>
              <a:rPr lang="en" sz="1200"/>
              <a:t> Numeric IDs (like DSI) score near 0.0. Because models cannot memorize 5.9 million random numbers without semantic meaning.</a:t>
            </a:r>
            <a:endParaRPr b="1" sz="1700"/>
          </a:p>
        </p:txBody>
      </p:sp>
      <p:pic>
        <p:nvPicPr>
          <p:cNvPr id="1369" name="Google Shape;1369;p56"/>
          <p:cNvPicPr preferRelativeResize="0"/>
          <p:nvPr/>
        </p:nvPicPr>
        <p:blipFill>
          <a:blip r:embed="rId3">
            <a:alphaModFix/>
          </a:blip>
          <a:stretch>
            <a:fillRect/>
          </a:stretch>
        </p:blipFill>
        <p:spPr>
          <a:xfrm>
            <a:off x="1408826" y="2337975"/>
            <a:ext cx="6326351" cy="248895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3" name="Shape 1373"/>
        <p:cNvGrpSpPr/>
        <p:nvPr/>
      </p:nvGrpSpPr>
      <p:grpSpPr>
        <a:xfrm>
          <a:off x="0" y="0"/>
          <a:ext cx="0" cy="0"/>
          <a:chOff x="0" y="0"/>
          <a:chExt cx="0" cy="0"/>
        </a:xfrm>
      </p:grpSpPr>
      <p:sp>
        <p:nvSpPr>
          <p:cNvPr id="1374" name="Google Shape;1374;p57"/>
          <p:cNvSpPr txBox="1"/>
          <p:nvPr>
            <p:ph type="title"/>
          </p:nvPr>
        </p:nvSpPr>
        <p:spPr>
          <a:xfrm>
            <a:off x="483238" y="1164270"/>
            <a:ext cx="7199400" cy="1146300"/>
          </a:xfrm>
          <a:prstGeom prst="rect">
            <a:avLst/>
          </a:prstGeom>
          <a:no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SzPts val="3600"/>
              <a:buNone/>
            </a:pPr>
            <a:r>
              <a:rPr lang="en"/>
              <a:t>Discussion</a:t>
            </a:r>
            <a:endParaRPr/>
          </a:p>
        </p:txBody>
      </p:sp>
      <p:sp>
        <p:nvSpPr>
          <p:cNvPr id="1375" name="Google Shape;1375;p57"/>
          <p:cNvSpPr txBox="1"/>
          <p:nvPr>
            <p:ph idx="2" type="title"/>
          </p:nvPr>
        </p:nvSpPr>
        <p:spPr>
          <a:xfrm>
            <a:off x="483239" y="197970"/>
            <a:ext cx="4840200" cy="9663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6000"/>
              <a:buNone/>
            </a:pPr>
            <a:r>
              <a:rPr lang="en"/>
              <a:t>03</a:t>
            </a:r>
            <a:endParaRPr/>
          </a:p>
        </p:txBody>
      </p:sp>
      <p:sp>
        <p:nvSpPr>
          <p:cNvPr id="1376" name="Google Shape;1376;p57"/>
          <p:cNvSpPr txBox="1"/>
          <p:nvPr/>
        </p:nvSpPr>
        <p:spPr>
          <a:xfrm>
            <a:off x="483238" y="197968"/>
            <a:ext cx="4840200" cy="9663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3000"/>
              <a:buFont typeface="Barlow"/>
              <a:buNone/>
            </a:pPr>
            <a:r>
              <a:rPr b="1" i="0" lang="en" sz="7200" u="none" cap="none" strike="noStrike">
                <a:solidFill>
                  <a:schemeClr val="dk1"/>
                </a:solidFill>
                <a:latin typeface="Barlow"/>
                <a:ea typeface="Barlow"/>
                <a:cs typeface="Barlow"/>
                <a:sym typeface="Barlow"/>
              </a:rPr>
              <a:t>03</a:t>
            </a:r>
            <a:endParaRPr/>
          </a:p>
        </p:txBody>
      </p:sp>
      <p:sp>
        <p:nvSpPr>
          <p:cNvPr id="1377" name="Google Shape;1377;p57"/>
          <p:cNvSpPr txBox="1"/>
          <p:nvPr/>
        </p:nvSpPr>
        <p:spPr>
          <a:xfrm>
            <a:off x="483236" y="197966"/>
            <a:ext cx="4840200" cy="966300"/>
          </a:xfrm>
          <a:prstGeom prst="rect">
            <a:avLst/>
          </a:prstGeom>
          <a:solidFill>
            <a:srgbClr val="4A86E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3000"/>
              <a:buFont typeface="Barlow"/>
              <a:buNone/>
            </a:pPr>
            <a:r>
              <a:rPr b="1" i="0" lang="en" sz="7200" u="none" cap="none" strike="noStrike">
                <a:solidFill>
                  <a:schemeClr val="dk1"/>
                </a:solidFill>
                <a:latin typeface="Barlow"/>
                <a:ea typeface="Barlow"/>
                <a:cs typeface="Barlow"/>
                <a:sym typeface="Barlow"/>
              </a:rPr>
              <a:t>0</a:t>
            </a:r>
            <a:r>
              <a:rPr b="1" lang="en" sz="7200">
                <a:solidFill>
                  <a:schemeClr val="dk1"/>
                </a:solidFill>
                <a:latin typeface="Barlow"/>
                <a:ea typeface="Barlow"/>
                <a:cs typeface="Barlow"/>
                <a:sym typeface="Barlow"/>
              </a:rPr>
              <a:t>4</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1" name="Shape 1381"/>
        <p:cNvGrpSpPr/>
        <p:nvPr/>
      </p:nvGrpSpPr>
      <p:grpSpPr>
        <a:xfrm>
          <a:off x="0" y="0"/>
          <a:ext cx="0" cy="0"/>
          <a:chOff x="0" y="0"/>
          <a:chExt cx="0" cy="0"/>
        </a:xfrm>
      </p:grpSpPr>
      <p:sp>
        <p:nvSpPr>
          <p:cNvPr id="1382" name="Google Shape;1382;p58"/>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Clr>
                <a:srgbClr val="000000"/>
              </a:buClr>
              <a:buSzPts val="3500"/>
              <a:buFont typeface="Arial"/>
              <a:buNone/>
            </a:pPr>
            <a:r>
              <a:rPr lang="en" sz="3200"/>
              <a:t>Key Challenges</a:t>
            </a:r>
            <a:endParaRPr/>
          </a:p>
          <a:p>
            <a:pPr indent="0" lvl="0" marL="0" rtl="0" algn="ctr">
              <a:spcBef>
                <a:spcPts val="0"/>
              </a:spcBef>
              <a:spcAft>
                <a:spcPts val="0"/>
              </a:spcAft>
              <a:buNone/>
            </a:pPr>
            <a:r>
              <a:t/>
            </a:r>
            <a:endParaRPr/>
          </a:p>
        </p:txBody>
      </p:sp>
      <p:sp>
        <p:nvSpPr>
          <p:cNvPr id="1383" name="Google Shape;1383;p58"/>
          <p:cNvSpPr txBox="1"/>
          <p:nvPr>
            <p:ph idx="1" type="subTitle"/>
          </p:nvPr>
        </p:nvSpPr>
        <p:spPr>
          <a:xfrm>
            <a:off x="388163" y="2302350"/>
            <a:ext cx="3695700" cy="897300"/>
          </a:xfrm>
          <a:prstGeom prst="rect">
            <a:avLst/>
          </a:prstGeom>
        </p:spPr>
        <p:txBody>
          <a:bodyPr anchorCtr="0" anchor="t" bIns="91425" lIns="91425" spcFirstLastPara="1" rIns="91425" wrap="square" tIns="91425">
            <a:spAutoFit/>
          </a:bodyPr>
          <a:lstStyle/>
          <a:p>
            <a:pPr indent="0" lvl="0" marL="0" rtl="0" algn="ctr">
              <a:lnSpc>
                <a:spcPct val="115000"/>
              </a:lnSpc>
              <a:spcBef>
                <a:spcPts val="1200"/>
              </a:spcBef>
              <a:spcAft>
                <a:spcPts val="0"/>
              </a:spcAft>
              <a:buNone/>
            </a:pPr>
            <a:r>
              <a:rPr lang="en" sz="1100">
                <a:solidFill>
                  <a:srgbClr val="000000"/>
                </a:solidFill>
              </a:rPr>
              <a:t>Memorizing the entire web is impossible for GR models; they replace cheap storage with costly RAM.</a:t>
            </a:r>
            <a:endParaRPr sz="1100">
              <a:solidFill>
                <a:srgbClr val="000000"/>
              </a:solidFill>
            </a:endParaRPr>
          </a:p>
          <a:p>
            <a:pPr indent="0" lvl="0" marL="0" rtl="0" algn="ctr">
              <a:spcBef>
                <a:spcPts val="1200"/>
              </a:spcBef>
              <a:spcAft>
                <a:spcPts val="0"/>
              </a:spcAft>
              <a:buNone/>
            </a:pPr>
            <a:r>
              <a:t/>
            </a:r>
            <a:endParaRPr sz="1100">
              <a:solidFill>
                <a:srgbClr val="000000"/>
              </a:solidFill>
            </a:endParaRPr>
          </a:p>
        </p:txBody>
      </p:sp>
      <p:sp>
        <p:nvSpPr>
          <p:cNvPr id="1384" name="Google Shape;1384;p58"/>
          <p:cNvSpPr txBox="1"/>
          <p:nvPr>
            <p:ph idx="2" type="subTitle"/>
          </p:nvPr>
        </p:nvSpPr>
        <p:spPr>
          <a:xfrm>
            <a:off x="5292950" y="2357975"/>
            <a:ext cx="3230100" cy="738900"/>
          </a:xfrm>
          <a:prstGeom prst="rect">
            <a:avLst/>
          </a:prstGeom>
        </p:spPr>
        <p:txBody>
          <a:bodyPr anchorCtr="0" anchor="t" bIns="91425" lIns="91425" spcFirstLastPara="1" rIns="91425" wrap="square" tIns="91425">
            <a:spAutoFit/>
          </a:bodyPr>
          <a:lstStyle/>
          <a:p>
            <a:pPr indent="0" lvl="0" marL="0" rtl="0" algn="ctr">
              <a:spcBef>
                <a:spcPts val="0"/>
              </a:spcBef>
              <a:spcAft>
                <a:spcPts val="0"/>
              </a:spcAft>
              <a:buNone/>
            </a:pPr>
            <a:r>
              <a:rPr lang="en" sz="1100">
                <a:solidFill>
                  <a:srgbClr val="000000"/>
                </a:solidFill>
                <a:latin typeface="Arial"/>
                <a:ea typeface="Arial"/>
                <a:cs typeface="Arial"/>
                <a:sym typeface="Arial"/>
              </a:rPr>
              <a:t>Instantaneously adding new knowledge without full retraining remains difficult.</a:t>
            </a:r>
            <a:endParaRPr sz="1100">
              <a:solidFill>
                <a:srgbClr val="000000"/>
              </a:solidFill>
              <a:latin typeface="Arial"/>
              <a:ea typeface="Arial"/>
              <a:cs typeface="Arial"/>
              <a:sym typeface="Arial"/>
            </a:endParaRPr>
          </a:p>
          <a:p>
            <a:pPr indent="0" lvl="0" marL="0" rtl="0" algn="ctr">
              <a:spcBef>
                <a:spcPts val="0"/>
              </a:spcBef>
              <a:spcAft>
                <a:spcPts val="0"/>
              </a:spcAft>
              <a:buNone/>
            </a:pPr>
            <a:r>
              <a:t/>
            </a:r>
            <a:endParaRPr/>
          </a:p>
        </p:txBody>
      </p:sp>
      <p:sp>
        <p:nvSpPr>
          <p:cNvPr id="1385" name="Google Shape;1385;p58"/>
          <p:cNvSpPr txBox="1"/>
          <p:nvPr>
            <p:ph idx="3" type="subTitle"/>
          </p:nvPr>
        </p:nvSpPr>
        <p:spPr>
          <a:xfrm>
            <a:off x="622001" y="3985550"/>
            <a:ext cx="3462000" cy="692700"/>
          </a:xfrm>
          <a:prstGeom prst="rect">
            <a:avLst/>
          </a:prstGeom>
        </p:spPr>
        <p:txBody>
          <a:bodyPr anchorCtr="0" anchor="t" bIns="91425" lIns="91425" spcFirstLastPara="1" rIns="91425" wrap="square" tIns="91425">
            <a:spAutoFit/>
          </a:bodyPr>
          <a:lstStyle/>
          <a:p>
            <a:pPr indent="0" lvl="0" marL="0" rtl="0" algn="ctr">
              <a:spcBef>
                <a:spcPts val="0"/>
              </a:spcBef>
              <a:spcAft>
                <a:spcPts val="0"/>
              </a:spcAft>
              <a:buNone/>
            </a:pPr>
            <a:r>
              <a:rPr lang="en" sz="1100">
                <a:solidFill>
                  <a:srgbClr val="000000"/>
                </a:solidFill>
              </a:rPr>
              <a:t>Generating a DocID token-by-token is slower than a simple database lookup.</a:t>
            </a:r>
            <a:endParaRPr sz="1100">
              <a:solidFill>
                <a:srgbClr val="000000"/>
              </a:solidFill>
            </a:endParaRPr>
          </a:p>
          <a:p>
            <a:pPr indent="0" lvl="0" marL="0" rtl="0" algn="ctr">
              <a:spcBef>
                <a:spcPts val="0"/>
              </a:spcBef>
              <a:spcAft>
                <a:spcPts val="0"/>
              </a:spcAft>
              <a:buNone/>
            </a:pPr>
            <a:r>
              <a:t/>
            </a:r>
            <a:endParaRPr sz="1100"/>
          </a:p>
        </p:txBody>
      </p:sp>
      <p:sp>
        <p:nvSpPr>
          <p:cNvPr id="1386" name="Google Shape;1386;p58"/>
          <p:cNvSpPr txBox="1"/>
          <p:nvPr>
            <p:ph idx="4" type="subTitle"/>
          </p:nvPr>
        </p:nvSpPr>
        <p:spPr>
          <a:xfrm>
            <a:off x="5292951" y="4061750"/>
            <a:ext cx="3462000" cy="738900"/>
          </a:xfrm>
          <a:prstGeom prst="rect">
            <a:avLst/>
          </a:prstGeom>
        </p:spPr>
        <p:txBody>
          <a:bodyPr anchorCtr="0" anchor="t" bIns="91425" lIns="91425" spcFirstLastPara="1" rIns="91425" wrap="square" tIns="91425">
            <a:spAutoFit/>
          </a:bodyPr>
          <a:lstStyle/>
          <a:p>
            <a:pPr indent="0" lvl="0" marL="0" rtl="0" algn="ctr">
              <a:spcBef>
                <a:spcPts val="0"/>
              </a:spcBef>
              <a:spcAft>
                <a:spcPts val="0"/>
              </a:spcAft>
              <a:buNone/>
            </a:pPr>
            <a:r>
              <a:rPr lang="en" sz="1100">
                <a:solidFill>
                  <a:srgbClr val="000000"/>
                </a:solidFill>
              </a:rPr>
              <a:t>Hallucination and Bias remain the primary blockers for enterprise adoption.</a:t>
            </a:r>
            <a:endParaRPr sz="1100">
              <a:solidFill>
                <a:srgbClr val="000000"/>
              </a:solidFill>
            </a:endParaRPr>
          </a:p>
          <a:p>
            <a:pPr indent="0" lvl="0" marL="0" rtl="0" algn="ctr">
              <a:spcBef>
                <a:spcPts val="0"/>
              </a:spcBef>
              <a:spcAft>
                <a:spcPts val="0"/>
              </a:spcAft>
              <a:buNone/>
            </a:pPr>
            <a:r>
              <a:t/>
            </a:r>
            <a:endParaRPr/>
          </a:p>
        </p:txBody>
      </p:sp>
      <p:sp>
        <p:nvSpPr>
          <p:cNvPr id="1387" name="Google Shape;1387;p58"/>
          <p:cNvSpPr txBox="1"/>
          <p:nvPr>
            <p:ph idx="5" type="subTitle"/>
          </p:nvPr>
        </p:nvSpPr>
        <p:spPr>
          <a:xfrm>
            <a:off x="1114762" y="1949785"/>
            <a:ext cx="2242500" cy="3771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sz="1600">
                <a:solidFill>
                  <a:srgbClr val="000000"/>
                </a:solidFill>
                <a:latin typeface="Inter"/>
                <a:ea typeface="Inter"/>
                <a:cs typeface="Inter"/>
                <a:sym typeface="Inter"/>
              </a:rPr>
              <a:t>Scalability</a:t>
            </a:r>
            <a:endParaRPr/>
          </a:p>
        </p:txBody>
      </p:sp>
      <p:sp>
        <p:nvSpPr>
          <p:cNvPr id="1388" name="Google Shape;1388;p58"/>
          <p:cNvSpPr txBox="1"/>
          <p:nvPr>
            <p:ph idx="6" type="subTitle"/>
          </p:nvPr>
        </p:nvSpPr>
        <p:spPr>
          <a:xfrm>
            <a:off x="1114762" y="3684654"/>
            <a:ext cx="2242500" cy="3771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sz="1600">
                <a:solidFill>
                  <a:srgbClr val="000000"/>
                </a:solidFill>
                <a:latin typeface="Inter"/>
                <a:ea typeface="Inter"/>
                <a:cs typeface="Inter"/>
                <a:sym typeface="Inter"/>
              </a:rPr>
              <a:t> Inference Latency</a:t>
            </a:r>
            <a:endParaRPr/>
          </a:p>
        </p:txBody>
      </p:sp>
      <p:sp>
        <p:nvSpPr>
          <p:cNvPr id="1389" name="Google Shape;1389;p58"/>
          <p:cNvSpPr txBox="1"/>
          <p:nvPr>
            <p:ph idx="7" type="subTitle"/>
          </p:nvPr>
        </p:nvSpPr>
        <p:spPr>
          <a:xfrm>
            <a:off x="5786738" y="1949775"/>
            <a:ext cx="2242500" cy="3771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sz="1600">
                <a:solidFill>
                  <a:srgbClr val="000000"/>
                </a:solidFill>
                <a:latin typeface="Inter"/>
                <a:ea typeface="Inter"/>
                <a:cs typeface="Inter"/>
                <a:sym typeface="Inter"/>
              </a:rPr>
              <a:t>Dynamic Updates</a:t>
            </a:r>
            <a:endParaRPr/>
          </a:p>
        </p:txBody>
      </p:sp>
      <p:sp>
        <p:nvSpPr>
          <p:cNvPr id="1390" name="Google Shape;1390;p58"/>
          <p:cNvSpPr txBox="1"/>
          <p:nvPr>
            <p:ph idx="8" type="subTitle"/>
          </p:nvPr>
        </p:nvSpPr>
        <p:spPr>
          <a:xfrm>
            <a:off x="5786738" y="3684650"/>
            <a:ext cx="2242500" cy="3771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sz="1600">
                <a:solidFill>
                  <a:srgbClr val="000000"/>
                </a:solidFill>
                <a:latin typeface="Inter"/>
                <a:ea typeface="Inter"/>
                <a:cs typeface="Inter"/>
                <a:sym typeface="Inter"/>
              </a:rPr>
              <a:t> Trust &amp; Safety</a:t>
            </a:r>
            <a:endParaRPr/>
          </a:p>
        </p:txBody>
      </p:sp>
      <p:sp>
        <p:nvSpPr>
          <p:cNvPr id="1391" name="Google Shape;1391;p58"/>
          <p:cNvSpPr/>
          <p:nvPr/>
        </p:nvSpPr>
        <p:spPr>
          <a:xfrm>
            <a:off x="1114762" y="3023050"/>
            <a:ext cx="2242500" cy="5328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1392" name="Google Shape;1392;p58"/>
          <p:cNvSpPr/>
          <p:nvPr/>
        </p:nvSpPr>
        <p:spPr>
          <a:xfrm>
            <a:off x="1114762" y="1284556"/>
            <a:ext cx="2242500" cy="5328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1393" name="Google Shape;1393;p58"/>
          <p:cNvSpPr/>
          <p:nvPr/>
        </p:nvSpPr>
        <p:spPr>
          <a:xfrm>
            <a:off x="5786738" y="3023050"/>
            <a:ext cx="2242500" cy="5328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1394" name="Google Shape;1394;p58"/>
          <p:cNvSpPr/>
          <p:nvPr/>
        </p:nvSpPr>
        <p:spPr>
          <a:xfrm>
            <a:off x="5786738" y="1284556"/>
            <a:ext cx="2242500" cy="5328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grpSp>
        <p:nvGrpSpPr>
          <p:cNvPr id="1395" name="Google Shape;1395;p58"/>
          <p:cNvGrpSpPr/>
          <p:nvPr/>
        </p:nvGrpSpPr>
        <p:grpSpPr>
          <a:xfrm>
            <a:off x="6743897" y="1405274"/>
            <a:ext cx="328183" cy="291365"/>
            <a:chOff x="5866208" y="2827879"/>
            <a:chExt cx="328183" cy="291365"/>
          </a:xfrm>
        </p:grpSpPr>
        <p:sp>
          <p:nvSpPr>
            <p:cNvPr id="1396" name="Google Shape;1396;p58"/>
            <p:cNvSpPr/>
            <p:nvPr/>
          </p:nvSpPr>
          <p:spPr>
            <a:xfrm>
              <a:off x="5968824" y="2827879"/>
              <a:ext cx="122945" cy="83883"/>
            </a:xfrm>
            <a:custGeom>
              <a:rect b="b" l="l" r="r" t="t"/>
              <a:pathLst>
                <a:path extrusionOk="0" h="4325" w="6339">
                  <a:moveTo>
                    <a:pt x="3171" y="0"/>
                  </a:moveTo>
                  <a:cubicBezTo>
                    <a:pt x="3019" y="0"/>
                    <a:pt x="2868" y="69"/>
                    <a:pt x="2771" y="208"/>
                  </a:cubicBezTo>
                  <a:lnTo>
                    <a:pt x="1" y="4165"/>
                  </a:lnTo>
                  <a:lnTo>
                    <a:pt x="1612" y="4325"/>
                  </a:lnTo>
                  <a:lnTo>
                    <a:pt x="1971" y="3810"/>
                  </a:lnTo>
                  <a:cubicBezTo>
                    <a:pt x="2146" y="3560"/>
                    <a:pt x="2394" y="3371"/>
                    <a:pt x="2682" y="3270"/>
                  </a:cubicBezTo>
                  <a:lnTo>
                    <a:pt x="2682" y="2016"/>
                  </a:lnTo>
                  <a:cubicBezTo>
                    <a:pt x="2682" y="1747"/>
                    <a:pt x="2900" y="1529"/>
                    <a:pt x="3171" y="1529"/>
                  </a:cubicBezTo>
                  <a:cubicBezTo>
                    <a:pt x="3439" y="1529"/>
                    <a:pt x="3657" y="1747"/>
                    <a:pt x="3657" y="2016"/>
                  </a:cubicBezTo>
                  <a:lnTo>
                    <a:pt x="3657" y="3272"/>
                  </a:lnTo>
                  <a:cubicBezTo>
                    <a:pt x="3945" y="3374"/>
                    <a:pt x="4194" y="3562"/>
                    <a:pt x="4369" y="3813"/>
                  </a:cubicBezTo>
                  <a:lnTo>
                    <a:pt x="4728" y="4325"/>
                  </a:lnTo>
                  <a:lnTo>
                    <a:pt x="6339" y="4165"/>
                  </a:lnTo>
                  <a:lnTo>
                    <a:pt x="3571" y="208"/>
                  </a:lnTo>
                  <a:cubicBezTo>
                    <a:pt x="3473" y="69"/>
                    <a:pt x="3322" y="0"/>
                    <a:pt x="317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7" name="Google Shape;1397;p58"/>
            <p:cNvSpPr/>
            <p:nvPr/>
          </p:nvSpPr>
          <p:spPr>
            <a:xfrm>
              <a:off x="5866208" y="2918664"/>
              <a:ext cx="121432" cy="68561"/>
            </a:xfrm>
            <a:custGeom>
              <a:rect b="b" l="l" r="r" t="t"/>
              <a:pathLst>
                <a:path extrusionOk="0" h="3535" w="6261">
                  <a:moveTo>
                    <a:pt x="623" y="1"/>
                  </a:moveTo>
                  <a:cubicBezTo>
                    <a:pt x="243" y="1"/>
                    <a:pt x="1" y="428"/>
                    <a:pt x="216" y="758"/>
                  </a:cubicBezTo>
                  <a:lnTo>
                    <a:pt x="1890" y="3307"/>
                  </a:lnTo>
                  <a:lnTo>
                    <a:pt x="4178" y="3534"/>
                  </a:lnTo>
                  <a:lnTo>
                    <a:pt x="6260" y="561"/>
                  </a:lnTo>
                  <a:lnTo>
                    <a:pt x="673" y="3"/>
                  </a:lnTo>
                  <a:cubicBezTo>
                    <a:pt x="656" y="1"/>
                    <a:pt x="640" y="1"/>
                    <a:pt x="62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8" name="Google Shape;1398;p58"/>
            <p:cNvSpPr/>
            <p:nvPr/>
          </p:nvSpPr>
          <p:spPr>
            <a:xfrm>
              <a:off x="6072953" y="2918664"/>
              <a:ext cx="121432" cy="68561"/>
            </a:xfrm>
            <a:custGeom>
              <a:rect b="b" l="l" r="r" t="t"/>
              <a:pathLst>
                <a:path extrusionOk="0" h="3535" w="6261">
                  <a:moveTo>
                    <a:pt x="5640" y="1"/>
                  </a:moveTo>
                  <a:cubicBezTo>
                    <a:pt x="5624" y="1"/>
                    <a:pt x="5607" y="1"/>
                    <a:pt x="5591" y="3"/>
                  </a:cubicBezTo>
                  <a:lnTo>
                    <a:pt x="1" y="561"/>
                  </a:lnTo>
                  <a:lnTo>
                    <a:pt x="2083" y="3534"/>
                  </a:lnTo>
                  <a:lnTo>
                    <a:pt x="4373" y="3307"/>
                  </a:lnTo>
                  <a:lnTo>
                    <a:pt x="6047" y="755"/>
                  </a:lnTo>
                  <a:cubicBezTo>
                    <a:pt x="6261" y="428"/>
                    <a:pt x="6019" y="1"/>
                    <a:pt x="564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9" name="Google Shape;1399;p58"/>
            <p:cNvSpPr/>
            <p:nvPr/>
          </p:nvSpPr>
          <p:spPr>
            <a:xfrm>
              <a:off x="5968824" y="2908579"/>
              <a:ext cx="122984" cy="85978"/>
            </a:xfrm>
            <a:custGeom>
              <a:rect b="b" l="l" r="r" t="t"/>
              <a:pathLst>
                <a:path extrusionOk="0" h="4433" w="6341">
                  <a:moveTo>
                    <a:pt x="3171" y="0"/>
                  </a:moveTo>
                  <a:cubicBezTo>
                    <a:pt x="3019" y="0"/>
                    <a:pt x="2868" y="70"/>
                    <a:pt x="2771" y="209"/>
                  </a:cubicBezTo>
                  <a:cubicBezTo>
                    <a:pt x="2515" y="573"/>
                    <a:pt x="379" y="3626"/>
                    <a:pt x="1" y="4164"/>
                  </a:cubicBezTo>
                  <a:lnTo>
                    <a:pt x="2682" y="4433"/>
                  </a:lnTo>
                  <a:lnTo>
                    <a:pt x="2682" y="2017"/>
                  </a:lnTo>
                  <a:cubicBezTo>
                    <a:pt x="2682" y="1749"/>
                    <a:pt x="2900" y="1531"/>
                    <a:pt x="3171" y="1531"/>
                  </a:cubicBezTo>
                  <a:cubicBezTo>
                    <a:pt x="3441" y="1531"/>
                    <a:pt x="3659" y="1749"/>
                    <a:pt x="3659" y="2017"/>
                  </a:cubicBezTo>
                  <a:lnTo>
                    <a:pt x="3659" y="4433"/>
                  </a:lnTo>
                  <a:lnTo>
                    <a:pt x="6341" y="4164"/>
                  </a:lnTo>
                  <a:lnTo>
                    <a:pt x="3571" y="209"/>
                  </a:lnTo>
                  <a:cubicBezTo>
                    <a:pt x="3473" y="70"/>
                    <a:pt x="3322" y="0"/>
                    <a:pt x="317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0" name="Google Shape;1400;p58"/>
            <p:cNvSpPr/>
            <p:nvPr/>
          </p:nvSpPr>
          <p:spPr>
            <a:xfrm>
              <a:off x="5866228" y="2999383"/>
              <a:ext cx="328163" cy="119861"/>
            </a:xfrm>
            <a:custGeom>
              <a:rect b="b" l="l" r="r" t="t"/>
              <a:pathLst>
                <a:path extrusionOk="0" h="6180" w="16920">
                  <a:moveTo>
                    <a:pt x="620" y="1"/>
                  </a:moveTo>
                  <a:cubicBezTo>
                    <a:pt x="241" y="1"/>
                    <a:pt x="0" y="429"/>
                    <a:pt x="215" y="756"/>
                  </a:cubicBezTo>
                  <a:lnTo>
                    <a:pt x="3360" y="5546"/>
                  </a:lnTo>
                  <a:lnTo>
                    <a:pt x="6869" y="2957"/>
                  </a:lnTo>
                  <a:cubicBezTo>
                    <a:pt x="6957" y="2893"/>
                    <a:pt x="7058" y="2863"/>
                    <a:pt x="7158" y="2863"/>
                  </a:cubicBezTo>
                  <a:cubicBezTo>
                    <a:pt x="7309" y="2863"/>
                    <a:pt x="7457" y="2932"/>
                    <a:pt x="7552" y="3061"/>
                  </a:cubicBezTo>
                  <a:cubicBezTo>
                    <a:pt x="7713" y="3277"/>
                    <a:pt x="7665" y="3585"/>
                    <a:pt x="7449" y="3745"/>
                  </a:cubicBezTo>
                  <a:lnTo>
                    <a:pt x="4142" y="6179"/>
                  </a:lnTo>
                  <a:lnTo>
                    <a:pt x="12779" y="6179"/>
                  </a:lnTo>
                  <a:lnTo>
                    <a:pt x="9473" y="3742"/>
                  </a:lnTo>
                  <a:cubicBezTo>
                    <a:pt x="9254" y="3585"/>
                    <a:pt x="9209" y="3277"/>
                    <a:pt x="9369" y="3061"/>
                  </a:cubicBezTo>
                  <a:cubicBezTo>
                    <a:pt x="9465" y="2932"/>
                    <a:pt x="9613" y="2863"/>
                    <a:pt x="9763" y="2863"/>
                  </a:cubicBezTo>
                  <a:cubicBezTo>
                    <a:pt x="9863" y="2863"/>
                    <a:pt x="9963" y="2893"/>
                    <a:pt x="10050" y="2957"/>
                  </a:cubicBezTo>
                  <a:lnTo>
                    <a:pt x="13562" y="5546"/>
                  </a:lnTo>
                  <a:lnTo>
                    <a:pt x="16706" y="756"/>
                  </a:lnTo>
                  <a:cubicBezTo>
                    <a:pt x="16919" y="429"/>
                    <a:pt x="16679" y="1"/>
                    <a:pt x="16299" y="1"/>
                  </a:cubicBezTo>
                  <a:cubicBezTo>
                    <a:pt x="16282" y="1"/>
                    <a:pt x="16265" y="2"/>
                    <a:pt x="16248" y="4"/>
                  </a:cubicBezTo>
                  <a:lnTo>
                    <a:pt x="8461" y="780"/>
                  </a:lnTo>
                  <a:lnTo>
                    <a:pt x="672" y="4"/>
                  </a:lnTo>
                  <a:cubicBezTo>
                    <a:pt x="654" y="2"/>
                    <a:pt x="637" y="1"/>
                    <a:pt x="62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01" name="Google Shape;1401;p58"/>
          <p:cNvGrpSpPr/>
          <p:nvPr/>
        </p:nvGrpSpPr>
        <p:grpSpPr>
          <a:xfrm>
            <a:off x="2067143" y="1389467"/>
            <a:ext cx="337738" cy="322978"/>
            <a:chOff x="4705471" y="3374722"/>
            <a:chExt cx="337738" cy="322978"/>
          </a:xfrm>
        </p:grpSpPr>
        <p:sp>
          <p:nvSpPr>
            <p:cNvPr id="1402" name="Google Shape;1402;p58"/>
            <p:cNvSpPr/>
            <p:nvPr/>
          </p:nvSpPr>
          <p:spPr>
            <a:xfrm>
              <a:off x="4853722" y="3515409"/>
              <a:ext cx="22576" cy="41583"/>
            </a:xfrm>
            <a:custGeom>
              <a:rect b="b" l="l" r="r" t="t"/>
              <a:pathLst>
                <a:path extrusionOk="0" h="2144" w="1164">
                  <a:moveTo>
                    <a:pt x="1070" y="1"/>
                  </a:moveTo>
                  <a:cubicBezTo>
                    <a:pt x="486" y="1"/>
                    <a:pt x="0" y="476"/>
                    <a:pt x="0" y="1073"/>
                  </a:cubicBezTo>
                  <a:cubicBezTo>
                    <a:pt x="0" y="1669"/>
                    <a:pt x="486" y="2143"/>
                    <a:pt x="1070" y="2143"/>
                  </a:cubicBezTo>
                  <a:cubicBezTo>
                    <a:pt x="1101" y="2143"/>
                    <a:pt x="1132" y="2142"/>
                    <a:pt x="1164" y="2139"/>
                  </a:cubicBezTo>
                  <a:cubicBezTo>
                    <a:pt x="766" y="1484"/>
                    <a:pt x="766" y="660"/>
                    <a:pt x="1164" y="5"/>
                  </a:cubicBezTo>
                  <a:cubicBezTo>
                    <a:pt x="1132" y="2"/>
                    <a:pt x="1101" y="1"/>
                    <a:pt x="107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3" name="Google Shape;1403;p58"/>
            <p:cNvSpPr/>
            <p:nvPr/>
          </p:nvSpPr>
          <p:spPr>
            <a:xfrm>
              <a:off x="4705471" y="3575144"/>
              <a:ext cx="130160" cy="122557"/>
            </a:xfrm>
            <a:custGeom>
              <a:rect b="b" l="l" r="r" t="t"/>
              <a:pathLst>
                <a:path extrusionOk="0" h="6319" w="6711">
                  <a:moveTo>
                    <a:pt x="1019" y="0"/>
                  </a:moveTo>
                  <a:lnTo>
                    <a:pt x="1019" y="0"/>
                  </a:lnTo>
                  <a:cubicBezTo>
                    <a:pt x="0" y="1633"/>
                    <a:pt x="242" y="3750"/>
                    <a:pt x="1602" y="5108"/>
                  </a:cubicBezTo>
                  <a:cubicBezTo>
                    <a:pt x="2400" y="5906"/>
                    <a:pt x="3459" y="6319"/>
                    <a:pt x="4527" y="6319"/>
                  </a:cubicBezTo>
                  <a:cubicBezTo>
                    <a:pt x="5279" y="6319"/>
                    <a:pt x="6036" y="6114"/>
                    <a:pt x="6710" y="5694"/>
                  </a:cubicBezTo>
                  <a:lnTo>
                    <a:pt x="6048" y="5032"/>
                  </a:lnTo>
                  <a:cubicBezTo>
                    <a:pt x="5581" y="4563"/>
                    <a:pt x="5484" y="3838"/>
                    <a:pt x="5815" y="3265"/>
                  </a:cubicBezTo>
                  <a:lnTo>
                    <a:pt x="4965" y="2413"/>
                  </a:lnTo>
                  <a:cubicBezTo>
                    <a:pt x="4887" y="2459"/>
                    <a:pt x="4802" y="2481"/>
                    <a:pt x="4716" y="2481"/>
                  </a:cubicBezTo>
                  <a:cubicBezTo>
                    <a:pt x="4590" y="2481"/>
                    <a:pt x="4465" y="2432"/>
                    <a:pt x="4370" y="2338"/>
                  </a:cubicBezTo>
                  <a:cubicBezTo>
                    <a:pt x="4215" y="2182"/>
                    <a:pt x="4182" y="1938"/>
                    <a:pt x="4295" y="1745"/>
                  </a:cubicBezTo>
                  <a:lnTo>
                    <a:pt x="3445" y="895"/>
                  </a:lnTo>
                  <a:cubicBezTo>
                    <a:pt x="3217" y="1027"/>
                    <a:pt x="2965" y="1091"/>
                    <a:pt x="2714" y="1091"/>
                  </a:cubicBezTo>
                  <a:cubicBezTo>
                    <a:pt x="2336" y="1091"/>
                    <a:pt x="1961" y="944"/>
                    <a:pt x="1678" y="662"/>
                  </a:cubicBezTo>
                  <a:lnTo>
                    <a:pt x="1019"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4" name="Google Shape;1404;p58"/>
            <p:cNvSpPr/>
            <p:nvPr/>
          </p:nvSpPr>
          <p:spPr>
            <a:xfrm>
              <a:off x="4913477" y="3374722"/>
              <a:ext cx="129733" cy="122557"/>
            </a:xfrm>
            <a:custGeom>
              <a:rect b="b" l="l" r="r" t="t"/>
              <a:pathLst>
                <a:path extrusionOk="0" h="6319" w="6689">
                  <a:moveTo>
                    <a:pt x="2188" y="1"/>
                  </a:moveTo>
                  <a:cubicBezTo>
                    <a:pt x="1428" y="1"/>
                    <a:pt x="667" y="209"/>
                    <a:pt x="1" y="625"/>
                  </a:cubicBezTo>
                  <a:lnTo>
                    <a:pt x="662" y="1286"/>
                  </a:lnTo>
                  <a:cubicBezTo>
                    <a:pt x="1129" y="1756"/>
                    <a:pt x="1227" y="2480"/>
                    <a:pt x="896" y="3053"/>
                  </a:cubicBezTo>
                  <a:lnTo>
                    <a:pt x="1746" y="3905"/>
                  </a:lnTo>
                  <a:cubicBezTo>
                    <a:pt x="1823" y="3859"/>
                    <a:pt x="1909" y="3837"/>
                    <a:pt x="1994" y="3837"/>
                  </a:cubicBezTo>
                  <a:cubicBezTo>
                    <a:pt x="2120" y="3837"/>
                    <a:pt x="2245" y="3886"/>
                    <a:pt x="2338" y="3981"/>
                  </a:cubicBezTo>
                  <a:cubicBezTo>
                    <a:pt x="2496" y="4137"/>
                    <a:pt x="2526" y="4381"/>
                    <a:pt x="2414" y="4573"/>
                  </a:cubicBezTo>
                  <a:lnTo>
                    <a:pt x="3266" y="5423"/>
                  </a:lnTo>
                  <a:cubicBezTo>
                    <a:pt x="3493" y="5292"/>
                    <a:pt x="3745" y="5228"/>
                    <a:pt x="3995" y="5228"/>
                  </a:cubicBezTo>
                  <a:cubicBezTo>
                    <a:pt x="4374" y="5228"/>
                    <a:pt x="4750" y="5375"/>
                    <a:pt x="5033" y="5657"/>
                  </a:cubicBezTo>
                  <a:lnTo>
                    <a:pt x="5692" y="6318"/>
                  </a:lnTo>
                  <a:cubicBezTo>
                    <a:pt x="6689" y="4725"/>
                    <a:pt x="6494" y="2593"/>
                    <a:pt x="5110" y="1209"/>
                  </a:cubicBezTo>
                  <a:cubicBezTo>
                    <a:pt x="4305" y="403"/>
                    <a:pt x="3247" y="1"/>
                    <a:pt x="218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5" name="Google Shape;1405;p58"/>
            <p:cNvSpPr/>
            <p:nvPr/>
          </p:nvSpPr>
          <p:spPr>
            <a:xfrm>
              <a:off x="4732546" y="3395125"/>
              <a:ext cx="284001" cy="282158"/>
            </a:xfrm>
            <a:custGeom>
              <a:rect b="b" l="l" r="r" t="t"/>
              <a:pathLst>
                <a:path extrusionOk="0" h="14548" w="14643">
                  <a:moveTo>
                    <a:pt x="7321" y="5224"/>
                  </a:moveTo>
                  <a:cubicBezTo>
                    <a:pt x="7748" y="5224"/>
                    <a:pt x="8173" y="5357"/>
                    <a:pt x="8532" y="5619"/>
                  </a:cubicBezTo>
                  <a:cubicBezTo>
                    <a:pt x="8796" y="5813"/>
                    <a:pt x="8796" y="6209"/>
                    <a:pt x="8532" y="6406"/>
                  </a:cubicBezTo>
                  <a:cubicBezTo>
                    <a:pt x="7941" y="6834"/>
                    <a:pt x="7941" y="7714"/>
                    <a:pt x="8532" y="8142"/>
                  </a:cubicBezTo>
                  <a:cubicBezTo>
                    <a:pt x="8796" y="8337"/>
                    <a:pt x="8796" y="8735"/>
                    <a:pt x="8532" y="8930"/>
                  </a:cubicBezTo>
                  <a:cubicBezTo>
                    <a:pt x="8173" y="9190"/>
                    <a:pt x="7748" y="9323"/>
                    <a:pt x="7322" y="9323"/>
                  </a:cubicBezTo>
                  <a:cubicBezTo>
                    <a:pt x="7004" y="9323"/>
                    <a:pt x="6686" y="9250"/>
                    <a:pt x="6393" y="9100"/>
                  </a:cubicBezTo>
                  <a:cubicBezTo>
                    <a:pt x="5705" y="8752"/>
                    <a:pt x="5273" y="8045"/>
                    <a:pt x="5273" y="7273"/>
                  </a:cubicBezTo>
                  <a:cubicBezTo>
                    <a:pt x="5273" y="6503"/>
                    <a:pt x="5705" y="5796"/>
                    <a:pt x="6393" y="5446"/>
                  </a:cubicBezTo>
                  <a:cubicBezTo>
                    <a:pt x="6686" y="5297"/>
                    <a:pt x="7004" y="5224"/>
                    <a:pt x="7321" y="5224"/>
                  </a:cubicBezTo>
                  <a:close/>
                  <a:moveTo>
                    <a:pt x="8174" y="1"/>
                  </a:moveTo>
                  <a:cubicBezTo>
                    <a:pt x="8049" y="1"/>
                    <a:pt x="7924" y="49"/>
                    <a:pt x="7829" y="144"/>
                  </a:cubicBezTo>
                  <a:lnTo>
                    <a:pt x="6311" y="1662"/>
                  </a:lnTo>
                  <a:cubicBezTo>
                    <a:pt x="6121" y="1852"/>
                    <a:pt x="6121" y="2161"/>
                    <a:pt x="6311" y="2351"/>
                  </a:cubicBezTo>
                  <a:lnTo>
                    <a:pt x="7094" y="3134"/>
                  </a:lnTo>
                  <a:cubicBezTo>
                    <a:pt x="7189" y="3229"/>
                    <a:pt x="7314" y="3277"/>
                    <a:pt x="7439" y="3277"/>
                  </a:cubicBezTo>
                  <a:cubicBezTo>
                    <a:pt x="7563" y="3277"/>
                    <a:pt x="7688" y="3229"/>
                    <a:pt x="7784" y="3134"/>
                  </a:cubicBezTo>
                  <a:cubicBezTo>
                    <a:pt x="8173" y="2743"/>
                    <a:pt x="8195" y="2719"/>
                    <a:pt x="8196" y="2719"/>
                  </a:cubicBezTo>
                  <a:lnTo>
                    <a:pt x="8196" y="2719"/>
                  </a:lnTo>
                  <a:cubicBezTo>
                    <a:pt x="8197" y="2719"/>
                    <a:pt x="8196" y="2719"/>
                    <a:pt x="8197" y="2719"/>
                  </a:cubicBezTo>
                  <a:lnTo>
                    <a:pt x="8888" y="3409"/>
                  </a:lnTo>
                  <a:lnTo>
                    <a:pt x="8473" y="3824"/>
                  </a:lnTo>
                  <a:cubicBezTo>
                    <a:pt x="8188" y="4110"/>
                    <a:pt x="7813" y="4252"/>
                    <a:pt x="7439" y="4252"/>
                  </a:cubicBezTo>
                  <a:cubicBezTo>
                    <a:pt x="7064" y="4252"/>
                    <a:pt x="6689" y="4110"/>
                    <a:pt x="6404" y="3824"/>
                  </a:cubicBezTo>
                  <a:lnTo>
                    <a:pt x="5666" y="3087"/>
                  </a:lnTo>
                  <a:lnTo>
                    <a:pt x="3136" y="5619"/>
                  </a:lnTo>
                  <a:lnTo>
                    <a:pt x="3872" y="6354"/>
                  </a:lnTo>
                  <a:cubicBezTo>
                    <a:pt x="4443" y="6927"/>
                    <a:pt x="4443" y="7853"/>
                    <a:pt x="3872" y="8426"/>
                  </a:cubicBezTo>
                  <a:lnTo>
                    <a:pt x="3459" y="8839"/>
                  </a:lnTo>
                  <a:lnTo>
                    <a:pt x="2769" y="8149"/>
                  </a:lnTo>
                  <a:lnTo>
                    <a:pt x="3182" y="7734"/>
                  </a:lnTo>
                  <a:cubicBezTo>
                    <a:pt x="3372" y="7543"/>
                    <a:pt x="3372" y="7234"/>
                    <a:pt x="3182" y="7044"/>
                  </a:cubicBezTo>
                  <a:lnTo>
                    <a:pt x="2401" y="6263"/>
                  </a:lnTo>
                  <a:cubicBezTo>
                    <a:pt x="2305" y="6167"/>
                    <a:pt x="2180" y="6119"/>
                    <a:pt x="2054" y="6119"/>
                  </a:cubicBezTo>
                  <a:cubicBezTo>
                    <a:pt x="1929" y="6119"/>
                    <a:pt x="1804" y="6167"/>
                    <a:pt x="1709" y="6263"/>
                  </a:cubicBezTo>
                  <a:lnTo>
                    <a:pt x="191" y="7781"/>
                  </a:lnTo>
                  <a:cubicBezTo>
                    <a:pt x="1" y="7972"/>
                    <a:pt x="1" y="8281"/>
                    <a:pt x="191" y="8471"/>
                  </a:cubicBezTo>
                  <a:lnTo>
                    <a:pt x="974" y="9252"/>
                  </a:lnTo>
                  <a:cubicBezTo>
                    <a:pt x="1069" y="9348"/>
                    <a:pt x="1194" y="9396"/>
                    <a:pt x="1319" y="9396"/>
                  </a:cubicBezTo>
                  <a:cubicBezTo>
                    <a:pt x="1444" y="9396"/>
                    <a:pt x="1569" y="9348"/>
                    <a:pt x="1664" y="9252"/>
                  </a:cubicBezTo>
                  <a:lnTo>
                    <a:pt x="2079" y="8839"/>
                  </a:lnTo>
                  <a:lnTo>
                    <a:pt x="5759" y="12519"/>
                  </a:lnTo>
                  <a:cubicBezTo>
                    <a:pt x="5762" y="12519"/>
                    <a:pt x="5753" y="12526"/>
                    <a:pt x="5344" y="12932"/>
                  </a:cubicBezTo>
                  <a:cubicBezTo>
                    <a:pt x="5154" y="13122"/>
                    <a:pt x="5154" y="13432"/>
                    <a:pt x="5344" y="13622"/>
                  </a:cubicBezTo>
                  <a:lnTo>
                    <a:pt x="6127" y="14405"/>
                  </a:lnTo>
                  <a:cubicBezTo>
                    <a:pt x="6222" y="14500"/>
                    <a:pt x="6347" y="14547"/>
                    <a:pt x="6472" y="14547"/>
                  </a:cubicBezTo>
                  <a:cubicBezTo>
                    <a:pt x="6597" y="14547"/>
                    <a:pt x="6722" y="14500"/>
                    <a:pt x="6817" y="14405"/>
                  </a:cubicBezTo>
                  <a:lnTo>
                    <a:pt x="8335" y="12887"/>
                  </a:lnTo>
                  <a:cubicBezTo>
                    <a:pt x="8525" y="12696"/>
                    <a:pt x="8525" y="12387"/>
                    <a:pt x="8335" y="12197"/>
                  </a:cubicBezTo>
                  <a:lnTo>
                    <a:pt x="7552" y="11414"/>
                  </a:lnTo>
                  <a:cubicBezTo>
                    <a:pt x="7457" y="11319"/>
                    <a:pt x="7332" y="11271"/>
                    <a:pt x="7207" y="11271"/>
                  </a:cubicBezTo>
                  <a:cubicBezTo>
                    <a:pt x="7082" y="11271"/>
                    <a:pt x="6957" y="11319"/>
                    <a:pt x="6862" y="11414"/>
                  </a:cubicBezTo>
                  <a:lnTo>
                    <a:pt x="6449" y="11829"/>
                  </a:lnTo>
                  <a:cubicBezTo>
                    <a:pt x="6449" y="11829"/>
                    <a:pt x="6449" y="11830"/>
                    <a:pt x="6449" y="11830"/>
                  </a:cubicBezTo>
                  <a:cubicBezTo>
                    <a:pt x="6446" y="11830"/>
                    <a:pt x="6415" y="11795"/>
                    <a:pt x="5759" y="11140"/>
                  </a:cubicBezTo>
                  <a:lnTo>
                    <a:pt x="6173" y="10724"/>
                  </a:lnTo>
                  <a:cubicBezTo>
                    <a:pt x="6458" y="10439"/>
                    <a:pt x="6833" y="10296"/>
                    <a:pt x="7207" y="10296"/>
                  </a:cubicBezTo>
                  <a:cubicBezTo>
                    <a:pt x="7582" y="10296"/>
                    <a:pt x="7956" y="10439"/>
                    <a:pt x="8242" y="10724"/>
                  </a:cubicBezTo>
                  <a:lnTo>
                    <a:pt x="8979" y="11462"/>
                  </a:lnTo>
                  <a:lnTo>
                    <a:pt x="11509" y="8930"/>
                  </a:lnTo>
                  <a:lnTo>
                    <a:pt x="10774" y="8194"/>
                  </a:lnTo>
                  <a:cubicBezTo>
                    <a:pt x="10203" y="7621"/>
                    <a:pt x="10203" y="6696"/>
                    <a:pt x="10774" y="6123"/>
                  </a:cubicBezTo>
                  <a:lnTo>
                    <a:pt x="11187" y="5710"/>
                  </a:lnTo>
                  <a:lnTo>
                    <a:pt x="11877" y="6400"/>
                  </a:lnTo>
                  <a:lnTo>
                    <a:pt x="11464" y="6813"/>
                  </a:lnTo>
                  <a:cubicBezTo>
                    <a:pt x="11274" y="7005"/>
                    <a:pt x="11274" y="7314"/>
                    <a:pt x="11464" y="7504"/>
                  </a:cubicBezTo>
                  <a:lnTo>
                    <a:pt x="12245" y="8285"/>
                  </a:lnTo>
                  <a:cubicBezTo>
                    <a:pt x="12340" y="8380"/>
                    <a:pt x="12465" y="8428"/>
                    <a:pt x="12589" y="8428"/>
                  </a:cubicBezTo>
                  <a:cubicBezTo>
                    <a:pt x="12714" y="8428"/>
                    <a:pt x="12839" y="8380"/>
                    <a:pt x="12934" y="8285"/>
                  </a:cubicBezTo>
                  <a:lnTo>
                    <a:pt x="14452" y="6767"/>
                  </a:lnTo>
                  <a:cubicBezTo>
                    <a:pt x="14643" y="6577"/>
                    <a:pt x="14643" y="6268"/>
                    <a:pt x="14452" y="6077"/>
                  </a:cubicBezTo>
                  <a:lnTo>
                    <a:pt x="13672" y="5297"/>
                  </a:lnTo>
                  <a:cubicBezTo>
                    <a:pt x="13577" y="5200"/>
                    <a:pt x="13452" y="5152"/>
                    <a:pt x="13327" y="5152"/>
                  </a:cubicBezTo>
                  <a:cubicBezTo>
                    <a:pt x="13202" y="5152"/>
                    <a:pt x="13077" y="5200"/>
                    <a:pt x="12982" y="5297"/>
                  </a:cubicBezTo>
                  <a:lnTo>
                    <a:pt x="12567" y="5710"/>
                  </a:lnTo>
                  <a:cubicBezTo>
                    <a:pt x="8806" y="1947"/>
                    <a:pt x="8888" y="2034"/>
                    <a:pt x="8886" y="2029"/>
                  </a:cubicBezTo>
                  <a:lnTo>
                    <a:pt x="9302" y="1616"/>
                  </a:lnTo>
                  <a:cubicBezTo>
                    <a:pt x="9492" y="1424"/>
                    <a:pt x="9492" y="1115"/>
                    <a:pt x="9302" y="924"/>
                  </a:cubicBezTo>
                  <a:lnTo>
                    <a:pt x="8519" y="144"/>
                  </a:lnTo>
                  <a:cubicBezTo>
                    <a:pt x="8424" y="49"/>
                    <a:pt x="8299" y="1"/>
                    <a:pt x="817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06" name="Google Shape;1406;p58"/>
          <p:cNvGrpSpPr/>
          <p:nvPr/>
        </p:nvGrpSpPr>
        <p:grpSpPr>
          <a:xfrm>
            <a:off x="6774389" y="3127981"/>
            <a:ext cx="267199" cy="322937"/>
            <a:chOff x="5314088" y="3392080"/>
            <a:chExt cx="267199" cy="322937"/>
          </a:xfrm>
        </p:grpSpPr>
        <p:sp>
          <p:nvSpPr>
            <p:cNvPr id="1407" name="Google Shape;1407;p58"/>
            <p:cNvSpPr/>
            <p:nvPr/>
          </p:nvSpPr>
          <p:spPr>
            <a:xfrm>
              <a:off x="5320546" y="3402592"/>
              <a:ext cx="56090" cy="98042"/>
            </a:xfrm>
            <a:custGeom>
              <a:rect b="b" l="l" r="r" t="t"/>
              <a:pathLst>
                <a:path extrusionOk="0" h="5055" w="2892">
                  <a:moveTo>
                    <a:pt x="2891" y="1"/>
                  </a:moveTo>
                  <a:cubicBezTo>
                    <a:pt x="2260" y="131"/>
                    <a:pt x="1656" y="490"/>
                    <a:pt x="1183" y="1013"/>
                  </a:cubicBezTo>
                  <a:cubicBezTo>
                    <a:pt x="192" y="2114"/>
                    <a:pt x="0" y="3757"/>
                    <a:pt x="1006" y="4661"/>
                  </a:cubicBezTo>
                  <a:cubicBezTo>
                    <a:pt x="1198" y="4834"/>
                    <a:pt x="1425" y="4968"/>
                    <a:pt x="1669" y="5054"/>
                  </a:cubicBezTo>
                  <a:cubicBezTo>
                    <a:pt x="1122" y="3273"/>
                    <a:pt x="1592" y="1335"/>
                    <a:pt x="289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8" name="Google Shape;1408;p58"/>
            <p:cNvSpPr/>
            <p:nvPr/>
          </p:nvSpPr>
          <p:spPr>
            <a:xfrm>
              <a:off x="5518738" y="3402650"/>
              <a:ext cx="50776" cy="97984"/>
            </a:xfrm>
            <a:custGeom>
              <a:rect b="b" l="l" r="r" t="t"/>
              <a:pathLst>
                <a:path extrusionOk="0" h="5052" w="2618">
                  <a:moveTo>
                    <a:pt x="1" y="0"/>
                  </a:moveTo>
                  <a:lnTo>
                    <a:pt x="1" y="0"/>
                  </a:lnTo>
                  <a:cubicBezTo>
                    <a:pt x="1296" y="1336"/>
                    <a:pt x="1761" y="3272"/>
                    <a:pt x="1216" y="5051"/>
                  </a:cubicBezTo>
                  <a:cubicBezTo>
                    <a:pt x="2029" y="4768"/>
                    <a:pt x="2617" y="3972"/>
                    <a:pt x="2539" y="2889"/>
                  </a:cubicBezTo>
                  <a:cubicBezTo>
                    <a:pt x="2442" y="1555"/>
                    <a:pt x="1341" y="279"/>
                    <a:pt x="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9" name="Google Shape;1409;p58"/>
            <p:cNvSpPr/>
            <p:nvPr/>
          </p:nvSpPr>
          <p:spPr>
            <a:xfrm>
              <a:off x="5314088" y="3530052"/>
              <a:ext cx="50175" cy="90264"/>
            </a:xfrm>
            <a:custGeom>
              <a:rect b="b" l="l" r="r" t="t"/>
              <a:pathLst>
                <a:path extrusionOk="0" h="4654" w="2587">
                  <a:moveTo>
                    <a:pt x="2586" y="0"/>
                  </a:moveTo>
                  <a:lnTo>
                    <a:pt x="964" y="1516"/>
                  </a:lnTo>
                  <a:cubicBezTo>
                    <a:pt x="0" y="2414"/>
                    <a:pt x="179" y="3999"/>
                    <a:pt x="1334" y="4654"/>
                  </a:cubicBezTo>
                  <a:lnTo>
                    <a:pt x="2586"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0" name="Google Shape;1410;p58"/>
            <p:cNvSpPr/>
            <p:nvPr/>
          </p:nvSpPr>
          <p:spPr>
            <a:xfrm>
              <a:off x="5530995" y="3530052"/>
              <a:ext cx="50291" cy="90323"/>
            </a:xfrm>
            <a:custGeom>
              <a:rect b="b" l="l" r="r" t="t"/>
              <a:pathLst>
                <a:path extrusionOk="0" h="4657" w="2593">
                  <a:moveTo>
                    <a:pt x="0" y="0"/>
                  </a:moveTo>
                  <a:lnTo>
                    <a:pt x="1254" y="4656"/>
                  </a:lnTo>
                  <a:cubicBezTo>
                    <a:pt x="2402" y="4003"/>
                    <a:pt x="2593" y="2420"/>
                    <a:pt x="1624" y="1516"/>
                  </a:cubicBezTo>
                  <a:lnTo>
                    <a:pt x="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1" name="Google Shape;1411;p58"/>
            <p:cNvSpPr/>
            <p:nvPr/>
          </p:nvSpPr>
          <p:spPr>
            <a:xfrm>
              <a:off x="5436913" y="3570023"/>
              <a:ext cx="21451" cy="23293"/>
            </a:xfrm>
            <a:custGeom>
              <a:rect b="b" l="l" r="r" t="t"/>
              <a:pathLst>
                <a:path extrusionOk="0" h="1201" w="1106">
                  <a:moveTo>
                    <a:pt x="1" y="0"/>
                  </a:moveTo>
                  <a:lnTo>
                    <a:pt x="1" y="1200"/>
                  </a:lnTo>
                  <a:lnTo>
                    <a:pt x="1106" y="1200"/>
                  </a:lnTo>
                  <a:lnTo>
                    <a:pt x="1106" y="0"/>
                  </a:lnTo>
                  <a:cubicBezTo>
                    <a:pt x="922" y="20"/>
                    <a:pt x="738" y="29"/>
                    <a:pt x="553" y="29"/>
                  </a:cubicBezTo>
                  <a:cubicBezTo>
                    <a:pt x="369" y="29"/>
                    <a:pt x="185" y="20"/>
                    <a:pt x="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2" name="Google Shape;1412;p58"/>
            <p:cNvSpPr/>
            <p:nvPr/>
          </p:nvSpPr>
          <p:spPr>
            <a:xfrm>
              <a:off x="5351112" y="3543938"/>
              <a:ext cx="193116" cy="113713"/>
            </a:xfrm>
            <a:custGeom>
              <a:rect b="b" l="l" r="r" t="t"/>
              <a:pathLst>
                <a:path extrusionOk="0" h="5863" w="9957">
                  <a:moveTo>
                    <a:pt x="1499" y="0"/>
                  </a:moveTo>
                  <a:cubicBezTo>
                    <a:pt x="249" y="4643"/>
                    <a:pt x="498" y="3722"/>
                    <a:pt x="85" y="5248"/>
                  </a:cubicBezTo>
                  <a:cubicBezTo>
                    <a:pt x="0" y="5558"/>
                    <a:pt x="234" y="5862"/>
                    <a:pt x="556" y="5862"/>
                  </a:cubicBezTo>
                  <a:lnTo>
                    <a:pt x="9400" y="5862"/>
                  </a:lnTo>
                  <a:cubicBezTo>
                    <a:pt x="9720" y="5862"/>
                    <a:pt x="9956" y="5558"/>
                    <a:pt x="9872" y="5248"/>
                  </a:cubicBezTo>
                  <a:cubicBezTo>
                    <a:pt x="9493" y="3843"/>
                    <a:pt x="9781" y="4915"/>
                    <a:pt x="8458" y="0"/>
                  </a:cubicBezTo>
                  <a:cubicBezTo>
                    <a:pt x="7900" y="521"/>
                    <a:pt x="7234" y="911"/>
                    <a:pt x="6505" y="1140"/>
                  </a:cubicBezTo>
                  <a:lnTo>
                    <a:pt x="6505" y="3032"/>
                  </a:lnTo>
                  <a:cubicBezTo>
                    <a:pt x="6505" y="3302"/>
                    <a:pt x="6289" y="3521"/>
                    <a:pt x="6018" y="3521"/>
                  </a:cubicBezTo>
                  <a:lnTo>
                    <a:pt x="3938" y="3521"/>
                  </a:lnTo>
                  <a:cubicBezTo>
                    <a:pt x="3668" y="3521"/>
                    <a:pt x="3452" y="3302"/>
                    <a:pt x="3452" y="3032"/>
                  </a:cubicBezTo>
                  <a:lnTo>
                    <a:pt x="3452" y="1140"/>
                  </a:lnTo>
                  <a:cubicBezTo>
                    <a:pt x="2723" y="911"/>
                    <a:pt x="2057" y="519"/>
                    <a:pt x="149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3" name="Google Shape;1413;p58"/>
            <p:cNvSpPr/>
            <p:nvPr/>
          </p:nvSpPr>
          <p:spPr>
            <a:xfrm>
              <a:off x="5450179" y="3392080"/>
              <a:ext cx="73565" cy="59310"/>
            </a:xfrm>
            <a:custGeom>
              <a:rect b="b" l="l" r="r" t="t"/>
              <a:pathLst>
                <a:path extrusionOk="0" h="3058" w="3793">
                  <a:moveTo>
                    <a:pt x="454" y="0"/>
                  </a:moveTo>
                  <a:lnTo>
                    <a:pt x="454" y="0"/>
                  </a:lnTo>
                  <a:cubicBezTo>
                    <a:pt x="0" y="1531"/>
                    <a:pt x="1153" y="3058"/>
                    <a:pt x="2731" y="3058"/>
                  </a:cubicBezTo>
                  <a:cubicBezTo>
                    <a:pt x="3099" y="3058"/>
                    <a:pt x="3462" y="2971"/>
                    <a:pt x="3793" y="2807"/>
                  </a:cubicBezTo>
                  <a:cubicBezTo>
                    <a:pt x="3309" y="1339"/>
                    <a:pt x="2022" y="225"/>
                    <a:pt x="45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4" name="Google Shape;1414;p58"/>
            <p:cNvSpPr/>
            <p:nvPr/>
          </p:nvSpPr>
          <p:spPr>
            <a:xfrm>
              <a:off x="5371534" y="3392080"/>
              <a:ext cx="73546" cy="59310"/>
            </a:xfrm>
            <a:custGeom>
              <a:rect b="b" l="l" r="r" t="t"/>
              <a:pathLst>
                <a:path extrusionOk="0" h="3058" w="3792">
                  <a:moveTo>
                    <a:pt x="3339" y="0"/>
                  </a:moveTo>
                  <a:lnTo>
                    <a:pt x="3339" y="0"/>
                  </a:lnTo>
                  <a:cubicBezTo>
                    <a:pt x="1772" y="225"/>
                    <a:pt x="485" y="1339"/>
                    <a:pt x="1" y="2807"/>
                  </a:cubicBezTo>
                  <a:cubicBezTo>
                    <a:pt x="329" y="2971"/>
                    <a:pt x="692" y="3058"/>
                    <a:pt x="1062" y="3058"/>
                  </a:cubicBezTo>
                  <a:cubicBezTo>
                    <a:pt x="2641" y="3058"/>
                    <a:pt x="3791" y="1533"/>
                    <a:pt x="333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5" name="Google Shape;1415;p58"/>
            <p:cNvSpPr/>
            <p:nvPr/>
          </p:nvSpPr>
          <p:spPr>
            <a:xfrm>
              <a:off x="5364319" y="3439034"/>
              <a:ext cx="166642" cy="112646"/>
            </a:xfrm>
            <a:custGeom>
              <a:rect b="b" l="l" r="r" t="t"/>
              <a:pathLst>
                <a:path extrusionOk="0" h="5808" w="8592">
                  <a:moveTo>
                    <a:pt x="5076" y="3336"/>
                  </a:moveTo>
                  <a:cubicBezTo>
                    <a:pt x="5234" y="3336"/>
                    <a:pt x="5388" y="3412"/>
                    <a:pt x="5482" y="3554"/>
                  </a:cubicBezTo>
                  <a:cubicBezTo>
                    <a:pt x="5631" y="3777"/>
                    <a:pt x="5571" y="4079"/>
                    <a:pt x="5346" y="4228"/>
                  </a:cubicBezTo>
                  <a:cubicBezTo>
                    <a:pt x="5028" y="4441"/>
                    <a:pt x="4662" y="4548"/>
                    <a:pt x="4295" y="4548"/>
                  </a:cubicBezTo>
                  <a:cubicBezTo>
                    <a:pt x="3929" y="4548"/>
                    <a:pt x="3562" y="4441"/>
                    <a:pt x="3244" y="4228"/>
                  </a:cubicBezTo>
                  <a:cubicBezTo>
                    <a:pt x="3019" y="4079"/>
                    <a:pt x="2959" y="3777"/>
                    <a:pt x="3110" y="3554"/>
                  </a:cubicBezTo>
                  <a:cubicBezTo>
                    <a:pt x="3204" y="3412"/>
                    <a:pt x="3358" y="3336"/>
                    <a:pt x="3515" y="3336"/>
                  </a:cubicBezTo>
                  <a:cubicBezTo>
                    <a:pt x="3608" y="3336"/>
                    <a:pt x="3701" y="3362"/>
                    <a:pt x="3785" y="3418"/>
                  </a:cubicBezTo>
                  <a:cubicBezTo>
                    <a:pt x="3939" y="3521"/>
                    <a:pt x="4117" y="3573"/>
                    <a:pt x="4295" y="3573"/>
                  </a:cubicBezTo>
                  <a:cubicBezTo>
                    <a:pt x="4473" y="3573"/>
                    <a:pt x="4651" y="3521"/>
                    <a:pt x="4805" y="3418"/>
                  </a:cubicBezTo>
                  <a:cubicBezTo>
                    <a:pt x="4889" y="3362"/>
                    <a:pt x="4983" y="3336"/>
                    <a:pt x="5076" y="3336"/>
                  </a:cubicBezTo>
                  <a:close/>
                  <a:moveTo>
                    <a:pt x="4295" y="1"/>
                  </a:moveTo>
                  <a:cubicBezTo>
                    <a:pt x="3672" y="1027"/>
                    <a:pt x="2572" y="1612"/>
                    <a:pt x="1431" y="1612"/>
                  </a:cubicBezTo>
                  <a:cubicBezTo>
                    <a:pt x="1011" y="1612"/>
                    <a:pt x="587" y="1533"/>
                    <a:pt x="178" y="1368"/>
                  </a:cubicBezTo>
                  <a:lnTo>
                    <a:pt x="178" y="1368"/>
                  </a:lnTo>
                  <a:cubicBezTo>
                    <a:pt x="1" y="3781"/>
                    <a:pt x="1912" y="5807"/>
                    <a:pt x="4295" y="5807"/>
                  </a:cubicBezTo>
                  <a:cubicBezTo>
                    <a:pt x="6680" y="5807"/>
                    <a:pt x="8592" y="3785"/>
                    <a:pt x="8415" y="1368"/>
                  </a:cubicBezTo>
                  <a:lnTo>
                    <a:pt x="8415" y="1368"/>
                  </a:lnTo>
                  <a:cubicBezTo>
                    <a:pt x="8005" y="1533"/>
                    <a:pt x="7580" y="1613"/>
                    <a:pt x="7160" y="1613"/>
                  </a:cubicBezTo>
                  <a:cubicBezTo>
                    <a:pt x="6019" y="1613"/>
                    <a:pt x="4920" y="1027"/>
                    <a:pt x="429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6" name="Google Shape;1416;p58"/>
            <p:cNvSpPr/>
            <p:nvPr/>
          </p:nvSpPr>
          <p:spPr>
            <a:xfrm>
              <a:off x="5372581" y="3676576"/>
              <a:ext cx="64353" cy="38441"/>
            </a:xfrm>
            <a:custGeom>
              <a:rect b="b" l="l" r="r" t="t"/>
              <a:pathLst>
                <a:path extrusionOk="0" h="1982" w="3318">
                  <a:moveTo>
                    <a:pt x="1" y="1"/>
                  </a:moveTo>
                  <a:lnTo>
                    <a:pt x="1" y="325"/>
                  </a:lnTo>
                  <a:cubicBezTo>
                    <a:pt x="1" y="1240"/>
                    <a:pt x="742" y="1982"/>
                    <a:pt x="1659" y="1982"/>
                  </a:cubicBezTo>
                  <a:cubicBezTo>
                    <a:pt x="2574" y="1982"/>
                    <a:pt x="3318" y="1240"/>
                    <a:pt x="3318" y="325"/>
                  </a:cubicBezTo>
                  <a:lnTo>
                    <a:pt x="331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7" name="Google Shape;1417;p58"/>
            <p:cNvSpPr/>
            <p:nvPr/>
          </p:nvSpPr>
          <p:spPr>
            <a:xfrm>
              <a:off x="5458344" y="3676576"/>
              <a:ext cx="64353" cy="38441"/>
            </a:xfrm>
            <a:custGeom>
              <a:rect b="b" l="l" r="r" t="t"/>
              <a:pathLst>
                <a:path extrusionOk="0" h="1982" w="3318">
                  <a:moveTo>
                    <a:pt x="1" y="1"/>
                  </a:moveTo>
                  <a:lnTo>
                    <a:pt x="1" y="325"/>
                  </a:lnTo>
                  <a:cubicBezTo>
                    <a:pt x="1" y="1240"/>
                    <a:pt x="742" y="1982"/>
                    <a:pt x="1659" y="1982"/>
                  </a:cubicBezTo>
                  <a:cubicBezTo>
                    <a:pt x="2576" y="1982"/>
                    <a:pt x="3318" y="1240"/>
                    <a:pt x="3318" y="325"/>
                  </a:cubicBezTo>
                  <a:lnTo>
                    <a:pt x="331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18" name="Google Shape;1418;p58"/>
          <p:cNvGrpSpPr/>
          <p:nvPr/>
        </p:nvGrpSpPr>
        <p:grpSpPr>
          <a:xfrm>
            <a:off x="2098426" y="3128001"/>
            <a:ext cx="275172" cy="322898"/>
            <a:chOff x="4147513" y="3383391"/>
            <a:chExt cx="275172" cy="322898"/>
          </a:xfrm>
        </p:grpSpPr>
        <p:sp>
          <p:nvSpPr>
            <p:cNvPr id="1419" name="Google Shape;1419;p58"/>
            <p:cNvSpPr/>
            <p:nvPr/>
          </p:nvSpPr>
          <p:spPr>
            <a:xfrm>
              <a:off x="4154515" y="3490002"/>
              <a:ext cx="261134" cy="39779"/>
            </a:xfrm>
            <a:custGeom>
              <a:rect b="b" l="l" r="r" t="t"/>
              <a:pathLst>
                <a:path extrusionOk="0" h="2051" w="13464">
                  <a:moveTo>
                    <a:pt x="489" y="0"/>
                  </a:moveTo>
                  <a:cubicBezTo>
                    <a:pt x="219" y="0"/>
                    <a:pt x="0" y="219"/>
                    <a:pt x="0" y="489"/>
                  </a:cubicBezTo>
                  <a:lnTo>
                    <a:pt x="0" y="1562"/>
                  </a:lnTo>
                  <a:cubicBezTo>
                    <a:pt x="0" y="1832"/>
                    <a:pt x="219" y="2050"/>
                    <a:pt x="489" y="2050"/>
                  </a:cubicBezTo>
                  <a:lnTo>
                    <a:pt x="12977" y="2050"/>
                  </a:lnTo>
                  <a:cubicBezTo>
                    <a:pt x="13245" y="2048"/>
                    <a:pt x="13464" y="1830"/>
                    <a:pt x="13464" y="1562"/>
                  </a:cubicBezTo>
                  <a:lnTo>
                    <a:pt x="13464" y="489"/>
                  </a:lnTo>
                  <a:cubicBezTo>
                    <a:pt x="13464" y="219"/>
                    <a:pt x="13245" y="0"/>
                    <a:pt x="1297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0" name="Google Shape;1420;p58"/>
            <p:cNvSpPr/>
            <p:nvPr/>
          </p:nvSpPr>
          <p:spPr>
            <a:xfrm>
              <a:off x="4154515" y="3665967"/>
              <a:ext cx="261134" cy="40322"/>
            </a:xfrm>
            <a:custGeom>
              <a:rect b="b" l="l" r="r" t="t"/>
              <a:pathLst>
                <a:path extrusionOk="0" h="2079" w="13464">
                  <a:moveTo>
                    <a:pt x="489" y="1"/>
                  </a:moveTo>
                  <a:cubicBezTo>
                    <a:pt x="219" y="1"/>
                    <a:pt x="0" y="219"/>
                    <a:pt x="0" y="487"/>
                  </a:cubicBezTo>
                  <a:lnTo>
                    <a:pt x="0" y="1592"/>
                  </a:lnTo>
                  <a:cubicBezTo>
                    <a:pt x="0" y="1861"/>
                    <a:pt x="217" y="2079"/>
                    <a:pt x="485" y="2079"/>
                  </a:cubicBezTo>
                  <a:cubicBezTo>
                    <a:pt x="486" y="2079"/>
                    <a:pt x="488" y="2079"/>
                    <a:pt x="489" y="2079"/>
                  </a:cubicBezTo>
                  <a:lnTo>
                    <a:pt x="12977" y="2079"/>
                  </a:lnTo>
                  <a:cubicBezTo>
                    <a:pt x="12978" y="2079"/>
                    <a:pt x="12980" y="2079"/>
                    <a:pt x="12981" y="2079"/>
                  </a:cubicBezTo>
                  <a:cubicBezTo>
                    <a:pt x="13247" y="2079"/>
                    <a:pt x="13464" y="1861"/>
                    <a:pt x="13464" y="1592"/>
                  </a:cubicBezTo>
                  <a:lnTo>
                    <a:pt x="13464" y="487"/>
                  </a:lnTo>
                  <a:cubicBezTo>
                    <a:pt x="13464" y="219"/>
                    <a:pt x="13245" y="1"/>
                    <a:pt x="1297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1" name="Google Shape;1421;p58"/>
            <p:cNvSpPr/>
            <p:nvPr/>
          </p:nvSpPr>
          <p:spPr>
            <a:xfrm>
              <a:off x="4305248" y="3383391"/>
              <a:ext cx="117437" cy="85823"/>
            </a:xfrm>
            <a:custGeom>
              <a:rect b="b" l="l" r="r" t="t"/>
              <a:pathLst>
                <a:path extrusionOk="0" h="4425" w="6055">
                  <a:moveTo>
                    <a:pt x="5495" y="0"/>
                  </a:moveTo>
                  <a:cubicBezTo>
                    <a:pt x="5405" y="0"/>
                    <a:pt x="5314" y="25"/>
                    <a:pt x="5233" y="78"/>
                  </a:cubicBezTo>
                  <a:cubicBezTo>
                    <a:pt x="1358" y="2580"/>
                    <a:pt x="1620" y="2401"/>
                    <a:pt x="1553" y="2476"/>
                  </a:cubicBezTo>
                  <a:cubicBezTo>
                    <a:pt x="1389" y="2384"/>
                    <a:pt x="1216" y="2342"/>
                    <a:pt x="1046" y="2342"/>
                  </a:cubicBezTo>
                  <a:cubicBezTo>
                    <a:pt x="503" y="2342"/>
                    <a:pt x="0" y="2774"/>
                    <a:pt x="0" y="3385"/>
                  </a:cubicBezTo>
                  <a:cubicBezTo>
                    <a:pt x="0" y="3961"/>
                    <a:pt x="472" y="4424"/>
                    <a:pt x="1042" y="4424"/>
                  </a:cubicBezTo>
                  <a:cubicBezTo>
                    <a:pt x="1062" y="4424"/>
                    <a:pt x="1082" y="4424"/>
                    <a:pt x="1103" y="4423"/>
                  </a:cubicBezTo>
                  <a:cubicBezTo>
                    <a:pt x="1702" y="4386"/>
                    <a:pt x="2145" y="3856"/>
                    <a:pt x="2074" y="3259"/>
                  </a:cubicBezTo>
                  <a:cubicBezTo>
                    <a:pt x="2160" y="3231"/>
                    <a:pt x="1864" y="3415"/>
                    <a:pt x="5761" y="900"/>
                  </a:cubicBezTo>
                  <a:cubicBezTo>
                    <a:pt x="5988" y="753"/>
                    <a:pt x="6055" y="450"/>
                    <a:pt x="5908" y="225"/>
                  </a:cubicBezTo>
                  <a:cubicBezTo>
                    <a:pt x="5814" y="80"/>
                    <a:pt x="5656" y="0"/>
                    <a:pt x="549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2" name="Google Shape;1422;p58"/>
            <p:cNvSpPr/>
            <p:nvPr/>
          </p:nvSpPr>
          <p:spPr>
            <a:xfrm>
              <a:off x="4147513" y="3383411"/>
              <a:ext cx="117398" cy="85803"/>
            </a:xfrm>
            <a:custGeom>
              <a:rect b="b" l="l" r="r" t="t"/>
              <a:pathLst>
                <a:path extrusionOk="0" h="4424" w="6053">
                  <a:moveTo>
                    <a:pt x="558" y="0"/>
                  </a:moveTo>
                  <a:cubicBezTo>
                    <a:pt x="397" y="0"/>
                    <a:pt x="240" y="79"/>
                    <a:pt x="147" y="224"/>
                  </a:cubicBezTo>
                  <a:cubicBezTo>
                    <a:pt x="0" y="449"/>
                    <a:pt x="65" y="752"/>
                    <a:pt x="292" y="899"/>
                  </a:cubicBezTo>
                  <a:cubicBezTo>
                    <a:pt x="4178" y="3407"/>
                    <a:pt x="3890" y="3230"/>
                    <a:pt x="3979" y="3258"/>
                  </a:cubicBezTo>
                  <a:cubicBezTo>
                    <a:pt x="3908" y="3855"/>
                    <a:pt x="4353" y="4385"/>
                    <a:pt x="4950" y="4422"/>
                  </a:cubicBezTo>
                  <a:cubicBezTo>
                    <a:pt x="4971" y="4423"/>
                    <a:pt x="4991" y="4423"/>
                    <a:pt x="5011" y="4423"/>
                  </a:cubicBezTo>
                  <a:cubicBezTo>
                    <a:pt x="5583" y="4423"/>
                    <a:pt x="6053" y="3960"/>
                    <a:pt x="6053" y="3384"/>
                  </a:cubicBezTo>
                  <a:cubicBezTo>
                    <a:pt x="6053" y="2773"/>
                    <a:pt x="5551" y="2341"/>
                    <a:pt x="5008" y="2341"/>
                  </a:cubicBezTo>
                  <a:cubicBezTo>
                    <a:pt x="4838" y="2341"/>
                    <a:pt x="4664" y="2383"/>
                    <a:pt x="4500" y="2475"/>
                  </a:cubicBezTo>
                  <a:cubicBezTo>
                    <a:pt x="4433" y="2400"/>
                    <a:pt x="4736" y="2605"/>
                    <a:pt x="820" y="77"/>
                  </a:cubicBezTo>
                  <a:cubicBezTo>
                    <a:pt x="739" y="25"/>
                    <a:pt x="648" y="0"/>
                    <a:pt x="55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3" name="Google Shape;1423;p58"/>
            <p:cNvSpPr/>
            <p:nvPr/>
          </p:nvSpPr>
          <p:spPr>
            <a:xfrm>
              <a:off x="4248577" y="3548670"/>
              <a:ext cx="72421" cy="97576"/>
            </a:xfrm>
            <a:custGeom>
              <a:rect b="b" l="l" r="r" t="t"/>
              <a:pathLst>
                <a:path extrusionOk="0" h="5031" w="3734">
                  <a:moveTo>
                    <a:pt x="1" y="1"/>
                  </a:moveTo>
                  <a:lnTo>
                    <a:pt x="1867" y="5030"/>
                  </a:lnTo>
                  <a:lnTo>
                    <a:pt x="3733" y="1"/>
                  </a:lnTo>
                  <a:lnTo>
                    <a:pt x="2371" y="1"/>
                  </a:lnTo>
                  <a:lnTo>
                    <a:pt x="2371" y="584"/>
                  </a:lnTo>
                  <a:cubicBezTo>
                    <a:pt x="2371" y="855"/>
                    <a:pt x="2152" y="1073"/>
                    <a:pt x="1882" y="1073"/>
                  </a:cubicBezTo>
                  <a:cubicBezTo>
                    <a:pt x="1614" y="1073"/>
                    <a:pt x="1393" y="855"/>
                    <a:pt x="1393" y="584"/>
                  </a:cubicBezTo>
                  <a:lnTo>
                    <a:pt x="139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4" name="Google Shape;1424;p58"/>
            <p:cNvSpPr/>
            <p:nvPr/>
          </p:nvSpPr>
          <p:spPr>
            <a:xfrm>
              <a:off x="4358835" y="3548670"/>
              <a:ext cx="36637" cy="98410"/>
            </a:xfrm>
            <a:custGeom>
              <a:rect b="b" l="l" r="r" t="t"/>
              <a:pathLst>
                <a:path extrusionOk="0" h="5074" w="1889">
                  <a:moveTo>
                    <a:pt x="1" y="1"/>
                  </a:moveTo>
                  <a:lnTo>
                    <a:pt x="1867" y="5074"/>
                  </a:lnTo>
                  <a:lnTo>
                    <a:pt x="1888" y="5074"/>
                  </a:lnTo>
                  <a:lnTo>
                    <a:pt x="188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5" name="Google Shape;1425;p58"/>
            <p:cNvSpPr/>
            <p:nvPr/>
          </p:nvSpPr>
          <p:spPr>
            <a:xfrm>
              <a:off x="4194486" y="3548670"/>
              <a:ext cx="70889" cy="98410"/>
            </a:xfrm>
            <a:custGeom>
              <a:rect b="b" l="l" r="r" t="t"/>
              <a:pathLst>
                <a:path extrusionOk="0" h="5074" w="3655">
                  <a:moveTo>
                    <a:pt x="1808" y="1"/>
                  </a:moveTo>
                  <a:lnTo>
                    <a:pt x="0" y="5074"/>
                  </a:lnTo>
                  <a:lnTo>
                    <a:pt x="1321" y="5074"/>
                  </a:lnTo>
                  <a:lnTo>
                    <a:pt x="1321" y="4488"/>
                  </a:lnTo>
                  <a:cubicBezTo>
                    <a:pt x="1321" y="4219"/>
                    <a:pt x="1540" y="4001"/>
                    <a:pt x="1810" y="4001"/>
                  </a:cubicBezTo>
                  <a:cubicBezTo>
                    <a:pt x="2078" y="4001"/>
                    <a:pt x="2297" y="4219"/>
                    <a:pt x="2297" y="4488"/>
                  </a:cubicBezTo>
                  <a:lnTo>
                    <a:pt x="2297" y="5074"/>
                  </a:lnTo>
                  <a:lnTo>
                    <a:pt x="3655" y="5074"/>
                  </a:lnTo>
                  <a:lnTo>
                    <a:pt x="180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6" name="Google Shape;1426;p58"/>
            <p:cNvSpPr/>
            <p:nvPr/>
          </p:nvSpPr>
          <p:spPr>
            <a:xfrm>
              <a:off x="4304317" y="3548670"/>
              <a:ext cx="70811" cy="98410"/>
            </a:xfrm>
            <a:custGeom>
              <a:rect b="b" l="l" r="r" t="t"/>
              <a:pathLst>
                <a:path extrusionOk="0" h="5074" w="3651">
                  <a:moveTo>
                    <a:pt x="1871" y="1"/>
                  </a:moveTo>
                  <a:lnTo>
                    <a:pt x="1" y="5074"/>
                  </a:lnTo>
                  <a:lnTo>
                    <a:pt x="1382" y="5074"/>
                  </a:lnTo>
                  <a:lnTo>
                    <a:pt x="1382" y="4488"/>
                  </a:lnTo>
                  <a:cubicBezTo>
                    <a:pt x="1382" y="4219"/>
                    <a:pt x="1601" y="4001"/>
                    <a:pt x="1871" y="4001"/>
                  </a:cubicBezTo>
                  <a:cubicBezTo>
                    <a:pt x="2139" y="4001"/>
                    <a:pt x="2358" y="4219"/>
                    <a:pt x="2358" y="4488"/>
                  </a:cubicBezTo>
                  <a:lnTo>
                    <a:pt x="2358" y="5074"/>
                  </a:lnTo>
                  <a:lnTo>
                    <a:pt x="3651" y="5074"/>
                  </a:lnTo>
                  <a:lnTo>
                    <a:pt x="1871"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7" name="Google Shape;1427;p58"/>
            <p:cNvSpPr/>
            <p:nvPr/>
          </p:nvSpPr>
          <p:spPr>
            <a:xfrm>
              <a:off x="4174685" y="3548670"/>
              <a:ext cx="35997" cy="97828"/>
            </a:xfrm>
            <a:custGeom>
              <a:rect b="b" l="l" r="r" t="t"/>
              <a:pathLst>
                <a:path extrusionOk="0" h="5044" w="1856">
                  <a:moveTo>
                    <a:pt x="1" y="1"/>
                  </a:moveTo>
                  <a:lnTo>
                    <a:pt x="1" y="5043"/>
                  </a:lnTo>
                  <a:lnTo>
                    <a:pt x="1856"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1" name="Shape 1431"/>
        <p:cNvGrpSpPr/>
        <p:nvPr/>
      </p:nvGrpSpPr>
      <p:grpSpPr>
        <a:xfrm>
          <a:off x="0" y="0"/>
          <a:ext cx="0" cy="0"/>
          <a:chOff x="0" y="0"/>
          <a:chExt cx="0" cy="0"/>
        </a:xfrm>
      </p:grpSpPr>
      <p:sp>
        <p:nvSpPr>
          <p:cNvPr id="1432" name="Google Shape;1432;p59"/>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Clr>
                <a:srgbClr val="000000"/>
              </a:buClr>
              <a:buSzPts val="3500"/>
              <a:buFont typeface="Arial"/>
              <a:buNone/>
            </a:pPr>
            <a:r>
              <a:rPr lang="en" sz="3200"/>
              <a:t>Future Directions </a:t>
            </a:r>
            <a:endParaRPr/>
          </a:p>
          <a:p>
            <a:pPr indent="0" lvl="0" marL="0" rtl="0" algn="ctr">
              <a:spcBef>
                <a:spcPts val="0"/>
              </a:spcBef>
              <a:spcAft>
                <a:spcPts val="0"/>
              </a:spcAft>
              <a:buNone/>
            </a:pPr>
            <a:r>
              <a:t/>
            </a:r>
            <a:endParaRPr/>
          </a:p>
        </p:txBody>
      </p:sp>
      <p:sp>
        <p:nvSpPr>
          <p:cNvPr id="1433" name="Google Shape;1433;p59"/>
          <p:cNvSpPr txBox="1"/>
          <p:nvPr/>
        </p:nvSpPr>
        <p:spPr>
          <a:xfrm flipH="1">
            <a:off x="437077" y="1361050"/>
            <a:ext cx="2327100" cy="396300"/>
          </a:xfrm>
          <a:prstGeom prst="rect">
            <a:avLst/>
          </a:prstGeom>
          <a:noFill/>
          <a:ln>
            <a:noFill/>
          </a:ln>
        </p:spPr>
        <p:txBody>
          <a:bodyPr anchorCtr="0" anchor="b" bIns="91425" lIns="91425" spcFirstLastPara="1" rIns="91425" wrap="square" tIns="91425">
            <a:noAutofit/>
          </a:bodyPr>
          <a:lstStyle/>
          <a:p>
            <a:pPr indent="0" lvl="0" marL="0" rtl="0" algn="r">
              <a:spcBef>
                <a:spcPts val="0"/>
              </a:spcBef>
              <a:spcAft>
                <a:spcPts val="0"/>
              </a:spcAft>
              <a:buNone/>
            </a:pPr>
            <a:r>
              <a:rPr b="1" lang="en" sz="1600"/>
              <a:t>Integrated Systems</a:t>
            </a:r>
            <a:endParaRPr b="1" sz="1600">
              <a:solidFill>
                <a:schemeClr val="dk1"/>
              </a:solidFill>
              <a:latin typeface="Barlow"/>
              <a:ea typeface="Barlow"/>
              <a:cs typeface="Barlow"/>
              <a:sym typeface="Barlow"/>
            </a:endParaRPr>
          </a:p>
        </p:txBody>
      </p:sp>
      <p:sp>
        <p:nvSpPr>
          <p:cNvPr id="1434" name="Google Shape;1434;p59"/>
          <p:cNvSpPr txBox="1"/>
          <p:nvPr/>
        </p:nvSpPr>
        <p:spPr>
          <a:xfrm flipH="1">
            <a:off x="437075" y="1686734"/>
            <a:ext cx="2734200" cy="1011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100"/>
              <a:t>Future research should focus on creating </a:t>
            </a:r>
            <a:r>
              <a:rPr b="1" lang="en" sz="1100"/>
              <a:t>integrated systems</a:t>
            </a:r>
            <a:r>
              <a:rPr lang="en" sz="1100"/>
              <a:t> that seamlessly combine Generative Document Retrieval and Reliable Response Generation for improved user interaction and efficiency.</a:t>
            </a:r>
            <a:endParaRPr sz="1100">
              <a:solidFill>
                <a:schemeClr val="dk1"/>
              </a:solidFill>
              <a:latin typeface="Inter"/>
              <a:ea typeface="Inter"/>
              <a:cs typeface="Inter"/>
              <a:sym typeface="Inter"/>
            </a:endParaRPr>
          </a:p>
        </p:txBody>
      </p:sp>
      <p:sp>
        <p:nvSpPr>
          <p:cNvPr id="1435" name="Google Shape;1435;p59"/>
          <p:cNvSpPr/>
          <p:nvPr/>
        </p:nvSpPr>
        <p:spPr>
          <a:xfrm>
            <a:off x="3450750" y="1328809"/>
            <a:ext cx="2242500" cy="4608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3500">
                <a:solidFill>
                  <a:schemeClr val="dk1"/>
                </a:solidFill>
                <a:latin typeface="Barlow"/>
                <a:ea typeface="Barlow"/>
                <a:cs typeface="Barlow"/>
                <a:sym typeface="Barlow"/>
              </a:rPr>
              <a:t>01</a:t>
            </a:r>
            <a:endParaRPr b="1" sz="3500">
              <a:solidFill>
                <a:schemeClr val="dk1"/>
              </a:solidFill>
              <a:latin typeface="Barlow"/>
              <a:ea typeface="Barlow"/>
              <a:cs typeface="Barlow"/>
              <a:sym typeface="Barlow"/>
            </a:endParaRPr>
          </a:p>
        </p:txBody>
      </p:sp>
      <p:sp>
        <p:nvSpPr>
          <p:cNvPr id="1436" name="Google Shape;1436;p59"/>
          <p:cNvSpPr txBox="1"/>
          <p:nvPr/>
        </p:nvSpPr>
        <p:spPr>
          <a:xfrm flipH="1">
            <a:off x="6287550" y="2373600"/>
            <a:ext cx="2902800" cy="3963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1600"/>
              <a:t>Enhanced User Experience</a:t>
            </a:r>
            <a:endParaRPr b="1" sz="1600">
              <a:solidFill>
                <a:schemeClr val="dk1"/>
              </a:solidFill>
              <a:latin typeface="Barlow"/>
              <a:ea typeface="Barlow"/>
              <a:cs typeface="Barlow"/>
              <a:sym typeface="Barlow"/>
            </a:endParaRPr>
          </a:p>
        </p:txBody>
      </p:sp>
      <p:sp>
        <p:nvSpPr>
          <p:cNvPr id="1437" name="Google Shape;1437;p59"/>
          <p:cNvSpPr txBox="1"/>
          <p:nvPr/>
        </p:nvSpPr>
        <p:spPr>
          <a:xfrm flipH="1">
            <a:off x="6287550" y="2769900"/>
            <a:ext cx="2902800" cy="1011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100"/>
              <a:t>Developing user-centric designs is essential for ensuring that the </a:t>
            </a:r>
            <a:r>
              <a:rPr b="1" lang="en" sz="1100"/>
              <a:t>information retrieval process</a:t>
            </a:r>
            <a:r>
              <a:rPr lang="en" sz="1100"/>
              <a:t> is intuitive, allowing users to easily navigate through generated content and responses.</a:t>
            </a:r>
            <a:endParaRPr>
              <a:solidFill>
                <a:schemeClr val="dk1"/>
              </a:solidFill>
              <a:latin typeface="Inter"/>
              <a:ea typeface="Inter"/>
              <a:cs typeface="Inter"/>
              <a:sym typeface="Inter"/>
            </a:endParaRPr>
          </a:p>
        </p:txBody>
      </p:sp>
      <p:sp>
        <p:nvSpPr>
          <p:cNvPr id="1438" name="Google Shape;1438;p59"/>
          <p:cNvSpPr/>
          <p:nvPr/>
        </p:nvSpPr>
        <p:spPr>
          <a:xfrm>
            <a:off x="3450750" y="2353879"/>
            <a:ext cx="2242500" cy="4608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3500">
                <a:solidFill>
                  <a:schemeClr val="dk1"/>
                </a:solidFill>
                <a:latin typeface="Barlow"/>
                <a:ea typeface="Barlow"/>
                <a:cs typeface="Barlow"/>
                <a:sym typeface="Barlow"/>
              </a:rPr>
              <a:t>02</a:t>
            </a:r>
            <a:endParaRPr b="1" sz="3500">
              <a:solidFill>
                <a:schemeClr val="dk1"/>
              </a:solidFill>
              <a:latin typeface="Barlow"/>
              <a:ea typeface="Barlow"/>
              <a:cs typeface="Barlow"/>
              <a:sym typeface="Barlow"/>
            </a:endParaRPr>
          </a:p>
        </p:txBody>
      </p:sp>
      <p:sp>
        <p:nvSpPr>
          <p:cNvPr id="1439" name="Google Shape;1439;p59"/>
          <p:cNvSpPr/>
          <p:nvPr/>
        </p:nvSpPr>
        <p:spPr>
          <a:xfrm>
            <a:off x="3450750" y="3459670"/>
            <a:ext cx="2242500" cy="4608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3500">
                <a:solidFill>
                  <a:schemeClr val="dk1"/>
                </a:solidFill>
                <a:latin typeface="Barlow"/>
                <a:ea typeface="Barlow"/>
                <a:cs typeface="Barlow"/>
                <a:sym typeface="Barlow"/>
              </a:rPr>
              <a:t>03</a:t>
            </a:r>
            <a:endParaRPr b="1" sz="3500">
              <a:solidFill>
                <a:schemeClr val="dk1"/>
              </a:solidFill>
              <a:latin typeface="Barlow"/>
              <a:ea typeface="Barlow"/>
              <a:cs typeface="Barlow"/>
              <a:sym typeface="Barlow"/>
            </a:endParaRPr>
          </a:p>
        </p:txBody>
      </p:sp>
      <p:sp>
        <p:nvSpPr>
          <p:cNvPr id="1440" name="Google Shape;1440;p59"/>
          <p:cNvSpPr txBox="1"/>
          <p:nvPr/>
        </p:nvSpPr>
        <p:spPr>
          <a:xfrm flipH="1">
            <a:off x="0" y="3491925"/>
            <a:ext cx="2734200" cy="396300"/>
          </a:xfrm>
          <a:prstGeom prst="rect">
            <a:avLst/>
          </a:prstGeom>
          <a:noFill/>
          <a:ln>
            <a:noFill/>
          </a:ln>
        </p:spPr>
        <p:txBody>
          <a:bodyPr anchorCtr="0" anchor="b" bIns="91425" lIns="91425" spcFirstLastPara="1" rIns="91425" wrap="square" tIns="91425">
            <a:noAutofit/>
          </a:bodyPr>
          <a:lstStyle/>
          <a:p>
            <a:pPr indent="0" lvl="0" marL="0" rtl="0" algn="r">
              <a:spcBef>
                <a:spcPts val="0"/>
              </a:spcBef>
              <a:spcAft>
                <a:spcPts val="0"/>
              </a:spcAft>
              <a:buNone/>
            </a:pPr>
            <a:r>
              <a:rPr b="1" lang="en" sz="1600"/>
              <a:t>Addressing Challenges</a:t>
            </a:r>
            <a:endParaRPr b="1" sz="1600">
              <a:solidFill>
                <a:schemeClr val="dk1"/>
              </a:solidFill>
              <a:latin typeface="Barlow"/>
              <a:ea typeface="Barlow"/>
              <a:cs typeface="Barlow"/>
              <a:sym typeface="Barlow"/>
            </a:endParaRPr>
          </a:p>
        </p:txBody>
      </p:sp>
      <p:sp>
        <p:nvSpPr>
          <p:cNvPr id="1441" name="Google Shape;1441;p59"/>
          <p:cNvSpPr txBox="1"/>
          <p:nvPr/>
        </p:nvSpPr>
        <p:spPr>
          <a:xfrm flipH="1">
            <a:off x="295700" y="3888225"/>
            <a:ext cx="2734200" cy="588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100"/>
              <a:t>Ongoing efforts must tackle challenges such as </a:t>
            </a:r>
            <a:r>
              <a:rPr b="1" lang="en" sz="1100"/>
              <a:t>scalability and accuracy</a:t>
            </a:r>
            <a:r>
              <a:rPr lang="en" sz="1100"/>
              <a:t> to ensure generative models are reliable, efficient, and can be applied effectively across various domains.</a:t>
            </a:r>
            <a:endParaRPr>
              <a:solidFill>
                <a:schemeClr val="dk1"/>
              </a:solidFill>
              <a:latin typeface="Inter"/>
              <a:ea typeface="Inter"/>
              <a:cs typeface="Inter"/>
              <a:sym typeface="Inter"/>
            </a:endParaRPr>
          </a:p>
        </p:txBody>
      </p:sp>
      <p:cxnSp>
        <p:nvCxnSpPr>
          <p:cNvPr id="1442" name="Google Shape;1442;p59"/>
          <p:cNvCxnSpPr>
            <a:stCxn id="1435" idx="1"/>
            <a:endCxn id="1433" idx="1"/>
          </p:cNvCxnSpPr>
          <p:nvPr/>
        </p:nvCxnSpPr>
        <p:spPr>
          <a:xfrm rot="10800000">
            <a:off x="2764050" y="1559209"/>
            <a:ext cx="686700" cy="0"/>
          </a:xfrm>
          <a:prstGeom prst="straightConnector1">
            <a:avLst/>
          </a:prstGeom>
          <a:noFill/>
          <a:ln cap="flat" cmpd="sng" w="9525">
            <a:solidFill>
              <a:schemeClr val="dk1"/>
            </a:solidFill>
            <a:prstDash val="solid"/>
            <a:round/>
            <a:headEnd len="med" w="med" type="none"/>
            <a:tailEnd len="med" w="med" type="none"/>
          </a:ln>
        </p:spPr>
      </p:cxnSp>
      <p:cxnSp>
        <p:nvCxnSpPr>
          <p:cNvPr id="1443" name="Google Shape;1443;p59"/>
          <p:cNvCxnSpPr>
            <a:endCxn id="1438" idx="3"/>
          </p:cNvCxnSpPr>
          <p:nvPr/>
        </p:nvCxnSpPr>
        <p:spPr>
          <a:xfrm rot="10800000">
            <a:off x="5693250" y="2584279"/>
            <a:ext cx="594300" cy="0"/>
          </a:xfrm>
          <a:prstGeom prst="straightConnector1">
            <a:avLst/>
          </a:prstGeom>
          <a:noFill/>
          <a:ln cap="flat" cmpd="sng" w="9525">
            <a:solidFill>
              <a:schemeClr val="dk1"/>
            </a:solidFill>
            <a:prstDash val="solid"/>
            <a:round/>
            <a:headEnd len="med" w="med" type="none"/>
            <a:tailEnd len="med" w="med" type="none"/>
          </a:ln>
        </p:spPr>
      </p:cxnSp>
      <p:cxnSp>
        <p:nvCxnSpPr>
          <p:cNvPr id="1444" name="Google Shape;1444;p59"/>
          <p:cNvCxnSpPr>
            <a:stCxn id="1435" idx="2"/>
            <a:endCxn id="1438" idx="0"/>
          </p:cNvCxnSpPr>
          <p:nvPr/>
        </p:nvCxnSpPr>
        <p:spPr>
          <a:xfrm>
            <a:off x="4572000" y="1789609"/>
            <a:ext cx="0" cy="564300"/>
          </a:xfrm>
          <a:prstGeom prst="straightConnector1">
            <a:avLst/>
          </a:prstGeom>
          <a:noFill/>
          <a:ln cap="flat" cmpd="sng" w="9525">
            <a:solidFill>
              <a:schemeClr val="dk1"/>
            </a:solidFill>
            <a:prstDash val="solid"/>
            <a:round/>
            <a:headEnd len="med" w="med" type="none"/>
            <a:tailEnd len="med" w="med" type="none"/>
          </a:ln>
        </p:spPr>
      </p:cxnSp>
      <p:cxnSp>
        <p:nvCxnSpPr>
          <p:cNvPr id="1445" name="Google Shape;1445;p59"/>
          <p:cNvCxnSpPr>
            <a:stCxn id="1438" idx="2"/>
            <a:endCxn id="1446" idx="0"/>
          </p:cNvCxnSpPr>
          <p:nvPr/>
        </p:nvCxnSpPr>
        <p:spPr>
          <a:xfrm>
            <a:off x="4572000" y="2814679"/>
            <a:ext cx="0" cy="177300"/>
          </a:xfrm>
          <a:prstGeom prst="straightConnector1">
            <a:avLst/>
          </a:prstGeom>
          <a:noFill/>
          <a:ln cap="flat" cmpd="sng" w="9525">
            <a:solidFill>
              <a:schemeClr val="dk1"/>
            </a:solidFill>
            <a:prstDash val="solid"/>
            <a:round/>
            <a:headEnd len="med" w="med" type="none"/>
            <a:tailEnd len="med" w="med" type="none"/>
          </a:ln>
        </p:spPr>
      </p:cxnSp>
      <p:cxnSp>
        <p:nvCxnSpPr>
          <p:cNvPr id="1447" name="Google Shape;1447;p59"/>
          <p:cNvCxnSpPr>
            <a:stCxn id="1438" idx="2"/>
            <a:endCxn id="1439" idx="0"/>
          </p:cNvCxnSpPr>
          <p:nvPr/>
        </p:nvCxnSpPr>
        <p:spPr>
          <a:xfrm>
            <a:off x="4572000" y="2814679"/>
            <a:ext cx="0" cy="645000"/>
          </a:xfrm>
          <a:prstGeom prst="straightConnector1">
            <a:avLst/>
          </a:prstGeom>
          <a:noFill/>
          <a:ln cap="flat" cmpd="sng" w="9525">
            <a:solidFill>
              <a:schemeClr val="dk1"/>
            </a:solidFill>
            <a:prstDash val="solid"/>
            <a:round/>
            <a:headEnd len="med" w="med" type="none"/>
            <a:tailEnd len="med" w="med" type="none"/>
          </a:ln>
        </p:spPr>
      </p:cxnSp>
      <p:cxnSp>
        <p:nvCxnSpPr>
          <p:cNvPr id="1448" name="Google Shape;1448;p59"/>
          <p:cNvCxnSpPr>
            <a:stCxn id="1439" idx="1"/>
            <a:endCxn id="1440" idx="1"/>
          </p:cNvCxnSpPr>
          <p:nvPr/>
        </p:nvCxnSpPr>
        <p:spPr>
          <a:xfrm rot="10800000">
            <a:off x="2734050" y="3690070"/>
            <a:ext cx="716700" cy="0"/>
          </a:xfrm>
          <a:prstGeom prst="straightConnector1">
            <a:avLst/>
          </a:prstGeom>
          <a:noFill/>
          <a:ln cap="flat" cmpd="sng" w="9525">
            <a:solidFill>
              <a:schemeClr val="dk1"/>
            </a:solidFill>
            <a:prstDash val="solid"/>
            <a:round/>
            <a:headEnd len="med" w="med" type="none"/>
            <a:tailEnd len="med" w="med" type="none"/>
          </a:ln>
        </p:spPr>
      </p:cxn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2" name="Shape 1452"/>
        <p:cNvGrpSpPr/>
        <p:nvPr/>
      </p:nvGrpSpPr>
      <p:grpSpPr>
        <a:xfrm>
          <a:off x="0" y="0"/>
          <a:ext cx="0" cy="0"/>
          <a:chOff x="0" y="0"/>
          <a:chExt cx="0" cy="0"/>
        </a:xfrm>
      </p:grpSpPr>
      <p:sp>
        <p:nvSpPr>
          <p:cNvPr id="1453" name="Google Shape;1453;p60"/>
          <p:cNvSpPr txBox="1"/>
          <p:nvPr>
            <p:ph type="title"/>
          </p:nvPr>
        </p:nvSpPr>
        <p:spPr>
          <a:xfrm>
            <a:off x="483238" y="1164270"/>
            <a:ext cx="7199400" cy="1146300"/>
          </a:xfrm>
          <a:prstGeom prst="rect">
            <a:avLst/>
          </a:prstGeom>
          <a:no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SzPts val="3600"/>
              <a:buNone/>
            </a:pPr>
            <a:r>
              <a:rPr lang="en"/>
              <a:t>Conclusion</a:t>
            </a:r>
            <a:endParaRPr/>
          </a:p>
        </p:txBody>
      </p:sp>
      <p:sp>
        <p:nvSpPr>
          <p:cNvPr id="1454" name="Google Shape;1454;p60"/>
          <p:cNvSpPr txBox="1"/>
          <p:nvPr>
            <p:ph idx="2" type="title"/>
          </p:nvPr>
        </p:nvSpPr>
        <p:spPr>
          <a:xfrm>
            <a:off x="483239" y="197970"/>
            <a:ext cx="4840200" cy="9663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6000"/>
              <a:buNone/>
            </a:pPr>
            <a:r>
              <a:rPr lang="en"/>
              <a:t>03</a:t>
            </a:r>
            <a:endParaRPr/>
          </a:p>
        </p:txBody>
      </p:sp>
      <p:sp>
        <p:nvSpPr>
          <p:cNvPr id="1455" name="Google Shape;1455;p60"/>
          <p:cNvSpPr txBox="1"/>
          <p:nvPr/>
        </p:nvSpPr>
        <p:spPr>
          <a:xfrm>
            <a:off x="483238" y="197968"/>
            <a:ext cx="4840200" cy="9663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3000"/>
              <a:buFont typeface="Barlow"/>
              <a:buNone/>
            </a:pPr>
            <a:r>
              <a:rPr b="1" i="0" lang="en" sz="7200" u="none" cap="none" strike="noStrike">
                <a:solidFill>
                  <a:schemeClr val="dk1"/>
                </a:solidFill>
                <a:latin typeface="Barlow"/>
                <a:ea typeface="Barlow"/>
                <a:cs typeface="Barlow"/>
                <a:sym typeface="Barlow"/>
              </a:rPr>
              <a:t>03</a:t>
            </a:r>
            <a:endParaRPr/>
          </a:p>
        </p:txBody>
      </p:sp>
      <p:sp>
        <p:nvSpPr>
          <p:cNvPr id="1456" name="Google Shape;1456;p60"/>
          <p:cNvSpPr txBox="1"/>
          <p:nvPr/>
        </p:nvSpPr>
        <p:spPr>
          <a:xfrm>
            <a:off x="483236" y="197966"/>
            <a:ext cx="4840200" cy="966300"/>
          </a:xfrm>
          <a:prstGeom prst="rect">
            <a:avLst/>
          </a:pr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3000"/>
              <a:buFont typeface="Barlow"/>
              <a:buNone/>
            </a:pPr>
            <a:r>
              <a:rPr b="1" i="0" lang="en" sz="7200" u="none" cap="none" strike="noStrike">
                <a:solidFill>
                  <a:schemeClr val="dk1"/>
                </a:solidFill>
                <a:latin typeface="Barlow"/>
                <a:ea typeface="Barlow"/>
                <a:cs typeface="Barlow"/>
                <a:sym typeface="Barlow"/>
              </a:rPr>
              <a:t>0</a:t>
            </a:r>
            <a:r>
              <a:rPr b="1" lang="en" sz="7200">
                <a:solidFill>
                  <a:schemeClr val="dk1"/>
                </a:solidFill>
                <a:latin typeface="Barlow"/>
                <a:ea typeface="Barlow"/>
                <a:cs typeface="Barlow"/>
                <a:sym typeface="Barlow"/>
              </a:rPr>
              <a:t>5</a:t>
            </a:r>
            <a:endParaRPr/>
          </a:p>
        </p:txBody>
      </p:sp>
      <p:sp>
        <p:nvSpPr>
          <p:cNvPr id="1457" name="Google Shape;1457;p60"/>
          <p:cNvSpPr txBox="1"/>
          <p:nvPr>
            <p:ph idx="4294967295" type="subTitle"/>
          </p:nvPr>
        </p:nvSpPr>
        <p:spPr>
          <a:xfrm>
            <a:off x="367950" y="2143125"/>
            <a:ext cx="8363400" cy="26421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lang="en">
                <a:solidFill>
                  <a:srgbClr val="000000"/>
                </a:solidFill>
              </a:rPr>
              <a:t>From Matching to Generation, We are witnessing the fundamental evolution of search. We are moving away from systems that simply match keywords against a database and toward intelligent agents that generate knowledge.</a:t>
            </a:r>
            <a:endParaRPr>
              <a:solidFill>
                <a:srgbClr val="000000"/>
              </a:solidFill>
            </a:endParaRPr>
          </a:p>
          <a:p>
            <a:pPr indent="-317500" lvl="0" marL="457200" rtl="0" algn="l">
              <a:lnSpc>
                <a:spcPct val="115000"/>
              </a:lnSpc>
              <a:spcBef>
                <a:spcPts val="1200"/>
              </a:spcBef>
              <a:spcAft>
                <a:spcPts val="0"/>
              </a:spcAft>
              <a:buClr>
                <a:srgbClr val="000000"/>
              </a:buClr>
              <a:buSzPts val="1400"/>
              <a:buFont typeface="Arial"/>
              <a:buChar char="●"/>
            </a:pPr>
            <a:r>
              <a:rPr b="1" lang="en">
                <a:solidFill>
                  <a:srgbClr val="000000"/>
                </a:solidFill>
              </a:rPr>
              <a:t>Generative Retrieval:</a:t>
            </a:r>
            <a:r>
              <a:rPr lang="en">
                <a:solidFill>
                  <a:srgbClr val="000000"/>
                </a:solidFill>
              </a:rPr>
              <a:t> The model </a:t>
            </a:r>
            <a:r>
              <a:rPr i="1" lang="en">
                <a:solidFill>
                  <a:srgbClr val="000000"/>
                </a:solidFill>
              </a:rPr>
              <a:t>is</a:t>
            </a:r>
            <a:r>
              <a:rPr lang="en">
                <a:solidFill>
                  <a:srgbClr val="000000"/>
                </a:solidFill>
              </a:rPr>
              <a:t> the index.</a:t>
            </a:r>
            <a:endParaRPr>
              <a:solidFill>
                <a:srgbClr val="000000"/>
              </a:solidFill>
            </a:endParaRPr>
          </a:p>
          <a:p>
            <a:pPr indent="-317500" lvl="0" marL="457200" rtl="0" algn="l">
              <a:lnSpc>
                <a:spcPct val="115000"/>
              </a:lnSpc>
              <a:spcBef>
                <a:spcPts val="0"/>
              </a:spcBef>
              <a:spcAft>
                <a:spcPts val="0"/>
              </a:spcAft>
              <a:buClr>
                <a:srgbClr val="000000"/>
              </a:buClr>
              <a:buSzPts val="1400"/>
              <a:buFont typeface="Arial"/>
              <a:buChar char="●"/>
            </a:pPr>
            <a:r>
              <a:rPr b="1" lang="en">
                <a:solidFill>
                  <a:srgbClr val="000000"/>
                </a:solidFill>
              </a:rPr>
              <a:t>Reliable Response:</a:t>
            </a:r>
            <a:r>
              <a:rPr lang="en">
                <a:solidFill>
                  <a:srgbClr val="000000"/>
                </a:solidFill>
              </a:rPr>
              <a:t> The answer is verified, not just retrieved.</a:t>
            </a:r>
            <a:endParaRPr>
              <a:solidFill>
                <a:srgbClr val="000000"/>
              </a:solidFill>
            </a:endParaRPr>
          </a:p>
          <a:p>
            <a:pPr indent="0" lvl="0" marL="0" rtl="0" algn="l">
              <a:lnSpc>
                <a:spcPct val="115000"/>
              </a:lnSpc>
              <a:spcBef>
                <a:spcPts val="1200"/>
              </a:spcBef>
              <a:spcAft>
                <a:spcPts val="1200"/>
              </a:spcAft>
              <a:buNone/>
            </a:pPr>
            <a:r>
              <a:rPr lang="en">
                <a:solidFill>
                  <a:srgbClr val="000000"/>
                </a:solidFill>
              </a:rPr>
              <a:t>The future is not a pipeline of separate tools, but a Unified End-to-End Framework. We envision a single AI model that can index the web, retrieve evidence, and generate trustworthy, cited answers in one seamless process.</a:t>
            </a:r>
            <a:endParaRPr>
              <a:solidFill>
                <a:srgbClr val="000000"/>
              </a:solidFill>
            </a:endParaRPr>
          </a:p>
        </p:txBody>
      </p:sp>
    </p:spTree>
  </p:cSld>
  <p:clrMapOvr>
    <a:masterClrMapping/>
  </p:clrMapOvr>
</p:sld>
</file>

<file path=ppt/theme/theme1.xml><?xml version="1.0" encoding="utf-8"?>
<a:theme xmlns:a="http://schemas.openxmlformats.org/drawingml/2006/main" xmlns:r="http://schemas.openxmlformats.org/officeDocument/2006/relationships" name="Rubber Duck by Slidesgo">
  <a:themeElements>
    <a:clrScheme name="Simple Light">
      <a:dk1>
        <a:srgbClr val="0E2231"/>
      </a:dk1>
      <a:lt1>
        <a:srgbClr val="F2F5F0"/>
      </a:lt1>
      <a:dk2>
        <a:srgbClr val="F1C845"/>
      </a:dk2>
      <a:lt2>
        <a:srgbClr val="F79E60"/>
      </a:lt2>
      <a:accent1>
        <a:srgbClr val="EB6C47"/>
      </a:accent1>
      <a:accent2>
        <a:srgbClr val="F899C8"/>
      </a:accent2>
      <a:accent3>
        <a:srgbClr val="78CCE4"/>
      </a:accent3>
      <a:accent4>
        <a:srgbClr val="068394"/>
      </a:accent4>
      <a:accent5>
        <a:srgbClr val="2EBB60"/>
      </a:accent5>
      <a:accent6>
        <a:srgbClr val="FFFFFF"/>
      </a:accent6>
      <a:hlink>
        <a:srgbClr val="0E2231"/>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Rubber Duck by Slidesgo">
  <a:themeElements>
    <a:clrScheme name="Simple Light">
      <a:dk1>
        <a:srgbClr val="0E2231"/>
      </a:dk1>
      <a:lt1>
        <a:srgbClr val="F2F5F0"/>
      </a:lt1>
      <a:dk2>
        <a:srgbClr val="F1C845"/>
      </a:dk2>
      <a:lt2>
        <a:srgbClr val="F79E60"/>
      </a:lt2>
      <a:accent1>
        <a:srgbClr val="EB6C47"/>
      </a:accent1>
      <a:accent2>
        <a:srgbClr val="F899C8"/>
      </a:accent2>
      <a:accent3>
        <a:srgbClr val="78CCE4"/>
      </a:accent3>
      <a:accent4>
        <a:srgbClr val="068394"/>
      </a:accent4>
      <a:accent5>
        <a:srgbClr val="2EBB60"/>
      </a:accent5>
      <a:accent6>
        <a:srgbClr val="FFFFFF"/>
      </a:accent6>
      <a:hlink>
        <a:srgbClr val="0E2231"/>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